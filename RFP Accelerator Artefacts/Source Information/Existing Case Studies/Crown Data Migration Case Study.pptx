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56"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81B623D-E633-E8F9-12A4-FF222A5A7DBE}" name="David Le" initials="DL" userId="S::david.le@intelia.com.au::b99afbed-8f88-4a28-9bfd-e15c7532a92e" providerId="AD"/>
  <p188:author id="{0D642CF9-1FAC-27C8-B0DE-5BDCA83383BB}" name="Thuy Ly" initials="" userId="S::thuy.ly@intelia.com.au::611f5afa-03f2-40e4-bbe6-ef0fa762d19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E2A3F"/>
    <a:srgbClr val="00AA7E"/>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8" d="100"/>
          <a:sy n="108" d="100"/>
        </p:scale>
        <p:origin x="63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8/10/relationships/authors" Targe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B48CD2BD-408C-46D6-9EAF-A87293A0A8E8}"/>
    <pc:docChg chg="undo custSel modSld">
      <pc:chgData name="Darcy Roach" userId="ba676ee9-e9b4-49e8-a515-8077106c948d" providerId="ADAL" clId="{B48CD2BD-408C-46D6-9EAF-A87293A0A8E8}" dt="2024-09-25T00:13:26.501" v="72" actId="1035"/>
      <pc:docMkLst>
        <pc:docMk/>
      </pc:docMkLst>
      <pc:sldChg chg="modSp mod">
        <pc:chgData name="Darcy Roach" userId="ba676ee9-e9b4-49e8-a515-8077106c948d" providerId="ADAL" clId="{B48CD2BD-408C-46D6-9EAF-A87293A0A8E8}" dt="2024-09-25T00:13:26.501" v="72" actId="1035"/>
        <pc:sldMkLst>
          <pc:docMk/>
          <pc:sldMk cId="405822744" sldId="256"/>
        </pc:sldMkLst>
        <pc:spChg chg="mod">
          <ac:chgData name="Darcy Roach" userId="ba676ee9-e9b4-49e8-a515-8077106c948d" providerId="ADAL" clId="{B48CD2BD-408C-46D6-9EAF-A87293A0A8E8}" dt="2024-09-25T00:08:10.875" v="5" actId="1035"/>
          <ac:spMkLst>
            <pc:docMk/>
            <pc:sldMk cId="405822744" sldId="256"/>
            <ac:spMk id="22" creationId="{E338DC0E-B0F1-63C8-F4A1-7A91E83C02F5}"/>
          </ac:spMkLst>
        </pc:spChg>
        <pc:spChg chg="mod">
          <ac:chgData name="Darcy Roach" userId="ba676ee9-e9b4-49e8-a515-8077106c948d" providerId="ADAL" clId="{B48CD2BD-408C-46D6-9EAF-A87293A0A8E8}" dt="2024-09-25T00:08:10.875" v="5" actId="1035"/>
          <ac:spMkLst>
            <pc:docMk/>
            <pc:sldMk cId="405822744" sldId="256"/>
            <ac:spMk id="25" creationId="{EA7C1E8D-2B3C-F2D1-E212-1AF5BADCD60C}"/>
          </ac:spMkLst>
        </pc:spChg>
        <pc:spChg chg="mod">
          <ac:chgData name="Darcy Roach" userId="ba676ee9-e9b4-49e8-a515-8077106c948d" providerId="ADAL" clId="{B48CD2BD-408C-46D6-9EAF-A87293A0A8E8}" dt="2024-09-25T00:13:26.501" v="72" actId="1035"/>
          <ac:spMkLst>
            <pc:docMk/>
            <pc:sldMk cId="405822744" sldId="256"/>
            <ac:spMk id="26" creationId="{C66AC46E-2735-98D6-F6F0-4163DEF07545}"/>
          </ac:spMkLst>
        </pc:spChg>
        <pc:spChg chg="mod">
          <ac:chgData name="Darcy Roach" userId="ba676ee9-e9b4-49e8-a515-8077106c948d" providerId="ADAL" clId="{B48CD2BD-408C-46D6-9EAF-A87293A0A8E8}" dt="2024-09-25T00:12:37.173" v="59" actId="1035"/>
          <ac:spMkLst>
            <pc:docMk/>
            <pc:sldMk cId="405822744" sldId="256"/>
            <ac:spMk id="39" creationId="{B0A14E16-6211-D3B5-C236-8D6E6A379CB9}"/>
          </ac:spMkLst>
        </pc:spChg>
        <pc:spChg chg="mod">
          <ac:chgData name="Darcy Roach" userId="ba676ee9-e9b4-49e8-a515-8077106c948d" providerId="ADAL" clId="{B48CD2BD-408C-46D6-9EAF-A87293A0A8E8}" dt="2024-09-25T00:10:24.616" v="37" actId="1038"/>
          <ac:spMkLst>
            <pc:docMk/>
            <pc:sldMk cId="405822744" sldId="256"/>
            <ac:spMk id="48" creationId="{CB9CDF36-C1E7-9DC5-C072-8FE9940570F8}"/>
          </ac:spMkLst>
        </pc:spChg>
        <pc:spChg chg="mod">
          <ac:chgData name="Darcy Roach" userId="ba676ee9-e9b4-49e8-a515-8077106c948d" providerId="ADAL" clId="{B48CD2BD-408C-46D6-9EAF-A87293A0A8E8}" dt="2024-09-25T00:10:55.429" v="44" actId="1035"/>
          <ac:spMkLst>
            <pc:docMk/>
            <pc:sldMk cId="405822744" sldId="256"/>
            <ac:spMk id="49" creationId="{675A7C81-6A86-C5DE-4101-842DAD62F0C6}"/>
          </ac:spMkLst>
        </pc:spChg>
        <pc:spChg chg="mod">
          <ac:chgData name="Darcy Roach" userId="ba676ee9-e9b4-49e8-a515-8077106c948d" providerId="ADAL" clId="{B48CD2BD-408C-46D6-9EAF-A87293A0A8E8}" dt="2024-09-25T00:13:02.767" v="65" actId="1035"/>
          <ac:spMkLst>
            <pc:docMk/>
            <pc:sldMk cId="405822744" sldId="256"/>
            <ac:spMk id="53" creationId="{6E4EAC1C-0A9E-A326-9FAC-F0EE18A9117D}"/>
          </ac:spMkLst>
        </pc:spChg>
        <pc:grpChg chg="mod">
          <ac:chgData name="Darcy Roach" userId="ba676ee9-e9b4-49e8-a515-8077106c948d" providerId="ADAL" clId="{B48CD2BD-408C-46D6-9EAF-A87293A0A8E8}" dt="2024-09-25T00:10:50.127" v="41" actId="1035"/>
          <ac:grpSpMkLst>
            <pc:docMk/>
            <pc:sldMk cId="405822744" sldId="256"/>
            <ac:grpSpMk id="2" creationId="{301720E1-A6FB-6BAB-F3C9-E604BD0B9028}"/>
          </ac:grpSpMkLst>
        </pc:grpChg>
        <pc:grpChg chg="mod">
          <ac:chgData name="Darcy Roach" userId="ba676ee9-e9b4-49e8-a515-8077106c948d" providerId="ADAL" clId="{B48CD2BD-408C-46D6-9EAF-A87293A0A8E8}" dt="2024-09-25T00:12:32.379" v="54" actId="1035"/>
          <ac:grpSpMkLst>
            <pc:docMk/>
            <pc:sldMk cId="405822744" sldId="256"/>
            <ac:grpSpMk id="40" creationId="{8E5AC439-79DA-E440-79C8-A9EDED65B305}"/>
          </ac:grpSpMkLst>
        </pc:grpChg>
        <pc:grpChg chg="mod">
          <ac:chgData name="Darcy Roach" userId="ba676ee9-e9b4-49e8-a515-8077106c948d" providerId="ADAL" clId="{B48CD2BD-408C-46D6-9EAF-A87293A0A8E8}" dt="2024-09-25T00:10:44.232" v="38" actId="1076"/>
          <ac:grpSpMkLst>
            <pc:docMk/>
            <pc:sldMk cId="405822744" sldId="256"/>
            <ac:grpSpMk id="47" creationId="{FF06217B-3145-6D21-94AC-E634370CF8FF}"/>
          </ac:grpSpMkLst>
        </pc:grpChg>
        <pc:picChg chg="mod">
          <ac:chgData name="Darcy Roach" userId="ba676ee9-e9b4-49e8-a515-8077106c948d" providerId="ADAL" clId="{B48CD2BD-408C-46D6-9EAF-A87293A0A8E8}" dt="2024-09-25T00:08:10.875" v="5" actId="1035"/>
          <ac:picMkLst>
            <pc:docMk/>
            <pc:sldMk cId="405822744" sldId="256"/>
            <ac:picMk id="4" creationId="{BC3B0696-4B9B-D1B8-36FD-74D95C404506}"/>
          </ac:picMkLst>
        </pc:picChg>
        <pc:cxnChg chg="mod">
          <ac:chgData name="Darcy Roach" userId="ba676ee9-e9b4-49e8-a515-8077106c948d" providerId="ADAL" clId="{B48CD2BD-408C-46D6-9EAF-A87293A0A8E8}" dt="2024-09-25T00:13:19.865" v="67" actId="14100"/>
          <ac:cxnSpMkLst>
            <pc:docMk/>
            <pc:sldMk cId="405822744" sldId="256"/>
            <ac:cxnSpMk id="20" creationId="{BE0D2C8A-B3B2-2928-7B96-948A4BD3F81C}"/>
          </ac:cxnSpMkLst>
        </pc:cxnChg>
      </pc:sldChg>
    </pc:docChg>
  </pc:docChgLst>
  <pc:docChgLst>
    <pc:chgData name="Guest User" userId="S::urn:spo:anon#e8b403ac8bdd28be8bbdc44fdfa32c0d7f932d0f537027bbc52a8c0c8a13e7c6::" providerId="AD" clId="Web-{45C82D1A-F059-E21F-0B40-31BFC5A27013}"/>
    <pc:docChg chg="modSld">
      <pc:chgData name="Guest User" userId="S::urn:spo:anon#e8b403ac8bdd28be8bbdc44fdfa32c0d7f932d0f537027bbc52a8c0c8a13e7c6::" providerId="AD" clId="Web-{45C82D1A-F059-E21F-0B40-31BFC5A27013}" dt="2023-09-07T04:45:07.226" v="5" actId="20577"/>
      <pc:docMkLst>
        <pc:docMk/>
      </pc:docMkLst>
      <pc:sldChg chg="modSp">
        <pc:chgData name="Guest User" userId="S::urn:spo:anon#e8b403ac8bdd28be8bbdc44fdfa32c0d7f932d0f537027bbc52a8c0c8a13e7c6::" providerId="AD" clId="Web-{45C82D1A-F059-E21F-0B40-31BFC5A27013}" dt="2023-09-07T04:45:07.226" v="5" actId="20577"/>
        <pc:sldMkLst>
          <pc:docMk/>
          <pc:sldMk cId="405822744" sldId="256"/>
        </pc:sldMkLst>
        <pc:spChg chg="mod">
          <ac:chgData name="Guest User" userId="S::urn:spo:anon#e8b403ac8bdd28be8bbdc44fdfa32c0d7f932d0f537027bbc52a8c0c8a13e7c6::" providerId="AD" clId="Web-{45C82D1A-F059-E21F-0B40-31BFC5A27013}" dt="2023-09-07T04:45:07.226" v="5" actId="20577"/>
          <ac:spMkLst>
            <pc:docMk/>
            <pc:sldMk cId="405822744" sldId="256"/>
            <ac:spMk id="15" creationId="{CD324C2E-9ED2-FD3D-F0AA-E97D44868E6C}"/>
          </ac:spMkLst>
        </pc:spChg>
      </pc:sldChg>
    </pc:docChg>
  </pc:docChgLst>
  <pc:docChgLst>
    <pc:chgData name="Thuy Ly" userId="S::thuy.ly@intelia.com.au::611f5afa-03f2-40e4-bbe6-ef0fa762d19c" providerId="AD" clId="Web-{9C8ACE5E-1DA0-A3E0-64A6-B3F74E7FABD2}"/>
    <pc:docChg chg="modSld">
      <pc:chgData name="Thuy Ly" userId="S::thuy.ly@intelia.com.au::611f5afa-03f2-40e4-bbe6-ef0fa762d19c" providerId="AD" clId="Web-{9C8ACE5E-1DA0-A3E0-64A6-B3F74E7FABD2}" dt="2024-07-22T02:31:40.222" v="8" actId="20577"/>
      <pc:docMkLst>
        <pc:docMk/>
      </pc:docMkLst>
      <pc:sldChg chg="modSp">
        <pc:chgData name="Thuy Ly" userId="S::thuy.ly@intelia.com.au::611f5afa-03f2-40e4-bbe6-ef0fa762d19c" providerId="AD" clId="Web-{9C8ACE5E-1DA0-A3E0-64A6-B3F74E7FABD2}" dt="2024-07-22T02:31:40.222" v="8" actId="20577"/>
        <pc:sldMkLst>
          <pc:docMk/>
          <pc:sldMk cId="405822744" sldId="256"/>
        </pc:sldMkLst>
        <pc:spChg chg="mod">
          <ac:chgData name="Thuy Ly" userId="S::thuy.ly@intelia.com.au::611f5afa-03f2-40e4-bbe6-ef0fa762d19c" providerId="AD" clId="Web-{9C8ACE5E-1DA0-A3E0-64A6-B3F74E7FABD2}" dt="2024-07-22T02:31:40.222" v="8" actId="20577"/>
          <ac:spMkLst>
            <pc:docMk/>
            <pc:sldMk cId="405822744" sldId="256"/>
            <ac:spMk id="28" creationId="{1762D708-DDFE-CFAB-4EBA-820BC48A4944}"/>
          </ac:spMkLst>
        </pc:spChg>
      </pc:sldChg>
    </pc:docChg>
  </pc:docChgLst>
  <pc:docChgLst>
    <pc:chgData name="David Le" userId="S::david.le@intelia.com.au::b99afbed-8f88-4a28-9bfd-e15c7532a92e" providerId="AD" clId="Web-{CB8A022B-0AC5-B970-03CE-222977FD2EC7}"/>
    <pc:docChg chg="mod modSld">
      <pc:chgData name="David Le" userId="S::david.le@intelia.com.au::b99afbed-8f88-4a28-9bfd-e15c7532a92e" providerId="AD" clId="Web-{CB8A022B-0AC5-B970-03CE-222977FD2EC7}" dt="2024-07-18T01:29:58.048" v="1617"/>
      <pc:docMkLst>
        <pc:docMk/>
      </pc:docMkLst>
      <pc:sldChg chg="addSp delSp modSp addCm">
        <pc:chgData name="David Le" userId="S::david.le@intelia.com.au::b99afbed-8f88-4a28-9bfd-e15c7532a92e" providerId="AD" clId="Web-{CB8A022B-0AC5-B970-03CE-222977FD2EC7}" dt="2024-07-18T01:29:58.048" v="1617"/>
        <pc:sldMkLst>
          <pc:docMk/>
          <pc:sldMk cId="405822744" sldId="256"/>
        </pc:sldMkLst>
        <pc:spChg chg="del">
          <ac:chgData name="David Le" userId="S::david.le@intelia.com.au::b99afbed-8f88-4a28-9bfd-e15c7532a92e" providerId="AD" clId="Web-{CB8A022B-0AC5-B970-03CE-222977FD2EC7}" dt="2024-07-17T23:24:10.188" v="118"/>
          <ac:spMkLst>
            <pc:docMk/>
            <pc:sldMk cId="405822744" sldId="256"/>
            <ac:spMk id="3" creationId="{E3B89290-B0E6-4480-BCF1-4877F2B937BA}"/>
          </ac:spMkLst>
        </pc:spChg>
        <pc:spChg chg="mod">
          <ac:chgData name="David Le" userId="S::david.le@intelia.com.au::b99afbed-8f88-4a28-9bfd-e15c7532a92e" providerId="AD" clId="Web-{CB8A022B-0AC5-B970-03CE-222977FD2EC7}" dt="2024-07-17T23:19:38.367" v="47" actId="20577"/>
          <ac:spMkLst>
            <pc:docMk/>
            <pc:sldMk cId="405822744" sldId="256"/>
            <ac:spMk id="15" creationId="{CD324C2E-9ED2-FD3D-F0AA-E97D44868E6C}"/>
          </ac:spMkLst>
        </pc:spChg>
        <pc:spChg chg="mod">
          <ac:chgData name="David Le" userId="S::david.le@intelia.com.au::b99afbed-8f88-4a28-9bfd-e15c7532a92e" providerId="AD" clId="Web-{CB8A022B-0AC5-B970-03CE-222977FD2EC7}" dt="2024-07-18T00:47:10.987" v="1017" actId="20577"/>
          <ac:spMkLst>
            <pc:docMk/>
            <pc:sldMk cId="405822744" sldId="256"/>
            <ac:spMk id="23" creationId="{A21E5D37-428B-2E67-F4E6-08740D6B4F86}"/>
          </ac:spMkLst>
        </pc:spChg>
        <pc:spChg chg="mod">
          <ac:chgData name="David Le" userId="S::david.le@intelia.com.au::b99afbed-8f88-4a28-9bfd-e15c7532a92e" providerId="AD" clId="Web-{CB8A022B-0AC5-B970-03CE-222977FD2EC7}" dt="2024-07-18T00:50:30.226" v="1053" actId="20577"/>
          <ac:spMkLst>
            <pc:docMk/>
            <pc:sldMk cId="405822744" sldId="256"/>
            <ac:spMk id="24" creationId="{54188DC0-D0FE-EA63-1873-8482ADFFEAF5}"/>
          </ac:spMkLst>
        </pc:spChg>
        <pc:spChg chg="mod">
          <ac:chgData name="David Le" userId="S::david.le@intelia.com.au::b99afbed-8f88-4a28-9bfd-e15c7532a92e" providerId="AD" clId="Web-{CB8A022B-0AC5-B970-03CE-222977FD2EC7}" dt="2024-07-17T23:24:08.532" v="117" actId="20577"/>
          <ac:spMkLst>
            <pc:docMk/>
            <pc:sldMk cId="405822744" sldId="256"/>
            <ac:spMk id="25" creationId="{EA7C1E8D-2B3C-F2D1-E212-1AF5BADCD60C}"/>
          </ac:spMkLst>
        </pc:spChg>
        <pc:spChg chg="mod">
          <ac:chgData name="David Le" userId="S::david.le@intelia.com.au::b99afbed-8f88-4a28-9bfd-e15c7532a92e" providerId="AD" clId="Web-{CB8A022B-0AC5-B970-03CE-222977FD2EC7}" dt="2024-07-18T00:14:25.309" v="162" actId="20577"/>
          <ac:spMkLst>
            <pc:docMk/>
            <pc:sldMk cId="405822744" sldId="256"/>
            <ac:spMk id="26" creationId="{C66AC46E-2735-98D6-F6F0-4163DEF07545}"/>
          </ac:spMkLst>
        </pc:spChg>
        <pc:spChg chg="mod">
          <ac:chgData name="David Le" userId="S::david.le@intelia.com.au::b99afbed-8f88-4a28-9bfd-e15c7532a92e" providerId="AD" clId="Web-{CB8A022B-0AC5-B970-03CE-222977FD2EC7}" dt="2024-07-18T01:19:45.434" v="1277" actId="20577"/>
          <ac:spMkLst>
            <pc:docMk/>
            <pc:sldMk cId="405822744" sldId="256"/>
            <ac:spMk id="28" creationId="{1762D708-DDFE-CFAB-4EBA-820BC48A4944}"/>
          </ac:spMkLst>
        </pc:spChg>
        <pc:spChg chg="mod">
          <ac:chgData name="David Le" userId="S::david.le@intelia.com.au::b99afbed-8f88-4a28-9bfd-e15c7532a92e" providerId="AD" clId="Web-{CB8A022B-0AC5-B970-03CE-222977FD2EC7}" dt="2024-07-18T01:29:33.360" v="1614" actId="20577"/>
          <ac:spMkLst>
            <pc:docMk/>
            <pc:sldMk cId="405822744" sldId="256"/>
            <ac:spMk id="39" creationId="{B0A14E16-6211-D3B5-C236-8D6E6A379CB9}"/>
          </ac:spMkLst>
        </pc:spChg>
        <pc:grpChg chg="mod">
          <ac:chgData name="David Le" userId="S::david.le@intelia.com.au::b99afbed-8f88-4a28-9bfd-e15c7532a92e" providerId="AD" clId="Web-{CB8A022B-0AC5-B970-03CE-222977FD2EC7}" dt="2024-07-18T00:47:26.206" v="1020" actId="1076"/>
          <ac:grpSpMkLst>
            <pc:docMk/>
            <pc:sldMk cId="405822744" sldId="256"/>
            <ac:grpSpMk id="31" creationId="{EFDBFCB3-F3ED-B667-53B1-2F85A1D95499}"/>
          </ac:grpSpMkLst>
        </pc:grpChg>
        <pc:grpChg chg="mod">
          <ac:chgData name="David Le" userId="S::david.le@intelia.com.au::b99afbed-8f88-4a28-9bfd-e15c7532a92e" providerId="AD" clId="Web-{CB8A022B-0AC5-B970-03CE-222977FD2EC7}" dt="2024-07-18T00:47:53.910" v="1030" actId="14100"/>
          <ac:grpSpMkLst>
            <pc:docMk/>
            <pc:sldMk cId="405822744" sldId="256"/>
            <ac:grpSpMk id="47" creationId="{FF06217B-3145-6D21-94AC-E634370CF8FF}"/>
          </ac:grpSpMkLst>
        </pc:grpChg>
        <pc:picChg chg="add mod">
          <ac:chgData name="David Le" userId="S::david.le@intelia.com.au::b99afbed-8f88-4a28-9bfd-e15c7532a92e" providerId="AD" clId="Web-{CB8A022B-0AC5-B970-03CE-222977FD2EC7}" dt="2024-07-17T23:24:52.533" v="127" actId="1076"/>
          <ac:picMkLst>
            <pc:docMk/>
            <pc:sldMk cId="405822744" sldId="256"/>
            <ac:picMk id="4" creationId="{BC3B0696-4B9B-D1B8-36FD-74D95C404506}"/>
          </ac:picMkLst>
        </pc:picChg>
        <pc:cxnChg chg="mod">
          <ac:chgData name="David Le" userId="S::david.le@intelia.com.au::b99afbed-8f88-4a28-9bfd-e15c7532a92e" providerId="AD" clId="Web-{CB8A022B-0AC5-B970-03CE-222977FD2EC7}" dt="2024-07-18T00:47:26.128" v="1018" actId="1076"/>
          <ac:cxnSpMkLst>
            <pc:docMk/>
            <pc:sldMk cId="405822744" sldId="256"/>
            <ac:cxnSpMk id="20" creationId="{BE0D2C8A-B3B2-2928-7B96-948A4BD3F81C}"/>
          </ac:cxnSpMkLst>
        </pc:cxnChg>
        <pc:extLst>
          <p:ext xmlns:p="http://schemas.openxmlformats.org/presentationml/2006/main" uri="{D6D511B9-2390-475A-947B-AFAB55BFBCF1}">
            <pc226:cmChg xmlns:pc226="http://schemas.microsoft.com/office/powerpoint/2022/06/main/command" chg="add">
              <pc226:chgData name="David Le" userId="S::david.le@intelia.com.au::b99afbed-8f88-4a28-9bfd-e15c7532a92e" providerId="AD" clId="Web-{CB8A022B-0AC5-B970-03CE-222977FD2EC7}" dt="2024-07-18T01:29:58.048" v="1617"/>
              <pc2:cmMkLst xmlns:pc2="http://schemas.microsoft.com/office/powerpoint/2019/9/main/command">
                <pc:docMk/>
                <pc:sldMk cId="405822744" sldId="256"/>
                <pc2:cmMk id="{2B747584-13CC-4580-825B-B01496EDD681}"/>
              </pc2:cmMkLst>
            </pc226:cmChg>
          </p:ext>
        </pc:extLst>
      </pc:sldChg>
    </pc:docChg>
  </pc:docChgLst>
  <pc:docChgLst>
    <pc:chgData name="Linny Xavier" userId="S::linny.xavier@intelia.com.au::f81a16b5-ebc0-49fb-a22f-6a788cc0775e" providerId="AD" clId="Web-{9916FEB0-23A2-99C5-965C-76F82B0E362C}"/>
    <pc:docChg chg="addSld delSld">
      <pc:chgData name="Linny Xavier" userId="S::linny.xavier@intelia.com.au::f81a16b5-ebc0-49fb-a22f-6a788cc0775e" providerId="AD" clId="Web-{9916FEB0-23A2-99C5-965C-76F82B0E362C}" dt="2024-07-29T03:11:50.114" v="1"/>
      <pc:docMkLst>
        <pc:docMk/>
      </pc:docMkLst>
      <pc:sldChg chg="add del replId">
        <pc:chgData name="Linny Xavier" userId="S::linny.xavier@intelia.com.au::f81a16b5-ebc0-49fb-a22f-6a788cc0775e" providerId="AD" clId="Web-{9916FEB0-23A2-99C5-965C-76F82B0E362C}" dt="2024-07-29T03:11:50.114" v="1"/>
        <pc:sldMkLst>
          <pc:docMk/>
          <pc:sldMk cId="564435056" sldId="257"/>
        </pc:sldMkLst>
      </pc:sldChg>
    </pc:docChg>
  </pc:docChgLst>
  <pc:docChgLst>
    <pc:chgData name="Andrew Nisbett" userId="2cdcd649-906d-48e9-836a-3bd72dc5b482" providerId="ADAL" clId="{E5161422-06AB-40B8-9F32-14D6576D4F2F}"/>
    <pc:docChg chg="custSel addSld modSld">
      <pc:chgData name="Andrew Nisbett" userId="2cdcd649-906d-48e9-836a-3bd72dc5b482" providerId="ADAL" clId="{E5161422-06AB-40B8-9F32-14D6576D4F2F}" dt="2024-07-16T02:13:09.865" v="1105" actId="20577"/>
      <pc:docMkLst>
        <pc:docMk/>
      </pc:docMkLst>
      <pc:sldChg chg="addSp delSp modSp mod">
        <pc:chgData name="Andrew Nisbett" userId="2cdcd649-906d-48e9-836a-3bd72dc5b482" providerId="ADAL" clId="{E5161422-06AB-40B8-9F32-14D6576D4F2F}" dt="2024-07-16T02:13:09.865" v="1105" actId="20577"/>
        <pc:sldMkLst>
          <pc:docMk/>
          <pc:sldMk cId="405822744" sldId="256"/>
        </pc:sldMkLst>
        <pc:spChg chg="add mod">
          <ac:chgData name="Andrew Nisbett" userId="2cdcd649-906d-48e9-836a-3bd72dc5b482" providerId="ADAL" clId="{E5161422-06AB-40B8-9F32-14D6576D4F2F}" dt="2024-07-16T02:07:31.885" v="140" actId="1076"/>
          <ac:spMkLst>
            <pc:docMk/>
            <pc:sldMk cId="405822744" sldId="256"/>
            <ac:spMk id="3" creationId="{E3B89290-B0E6-4480-BCF1-4877F2B937BA}"/>
          </ac:spMkLst>
        </pc:spChg>
        <pc:spChg chg="mod">
          <ac:chgData name="Andrew Nisbett" userId="2cdcd649-906d-48e9-836a-3bd72dc5b482" providerId="ADAL" clId="{E5161422-06AB-40B8-9F32-14D6576D4F2F}" dt="2024-07-16T02:06:10.252" v="52" actId="20577"/>
          <ac:spMkLst>
            <pc:docMk/>
            <pc:sldMk cId="405822744" sldId="256"/>
            <ac:spMk id="15" creationId="{CD324C2E-9ED2-FD3D-F0AA-E97D44868E6C}"/>
          </ac:spMkLst>
        </pc:spChg>
        <pc:spChg chg="mod">
          <ac:chgData name="Andrew Nisbett" userId="2cdcd649-906d-48e9-836a-3bd72dc5b482" providerId="ADAL" clId="{E5161422-06AB-40B8-9F32-14D6576D4F2F}" dt="2024-07-16T02:08:47.720" v="398" actId="20577"/>
          <ac:spMkLst>
            <pc:docMk/>
            <pc:sldMk cId="405822744" sldId="256"/>
            <ac:spMk id="23" creationId="{A21E5D37-428B-2E67-F4E6-08740D6B4F86}"/>
          </ac:spMkLst>
        </pc:spChg>
        <pc:spChg chg="mod">
          <ac:chgData name="Andrew Nisbett" userId="2cdcd649-906d-48e9-836a-3bd72dc5b482" providerId="ADAL" clId="{E5161422-06AB-40B8-9F32-14D6576D4F2F}" dt="2024-07-16T02:10:30.366" v="664" actId="20577"/>
          <ac:spMkLst>
            <pc:docMk/>
            <pc:sldMk cId="405822744" sldId="256"/>
            <ac:spMk id="24" creationId="{54188DC0-D0FE-EA63-1873-8482ADFFEAF5}"/>
          </ac:spMkLst>
        </pc:spChg>
        <pc:spChg chg="mod">
          <ac:chgData name="Andrew Nisbett" userId="2cdcd649-906d-48e9-836a-3bd72dc5b482" providerId="ADAL" clId="{E5161422-06AB-40B8-9F32-14D6576D4F2F}" dt="2024-07-16T02:07:09.772" v="128" actId="20577"/>
          <ac:spMkLst>
            <pc:docMk/>
            <pc:sldMk cId="405822744" sldId="256"/>
            <ac:spMk id="25" creationId="{EA7C1E8D-2B3C-F2D1-E212-1AF5BADCD60C}"/>
          </ac:spMkLst>
        </pc:spChg>
        <pc:spChg chg="mod">
          <ac:chgData name="Andrew Nisbett" userId="2cdcd649-906d-48e9-836a-3bd72dc5b482" providerId="ADAL" clId="{E5161422-06AB-40B8-9F32-14D6576D4F2F}" dt="2024-07-16T02:06:39.911" v="79" actId="20577"/>
          <ac:spMkLst>
            <pc:docMk/>
            <pc:sldMk cId="405822744" sldId="256"/>
            <ac:spMk id="26" creationId="{C66AC46E-2735-98D6-F6F0-4163DEF07545}"/>
          </ac:spMkLst>
        </pc:spChg>
        <pc:spChg chg="mod">
          <ac:chgData name="Andrew Nisbett" userId="2cdcd649-906d-48e9-836a-3bd72dc5b482" providerId="ADAL" clId="{E5161422-06AB-40B8-9F32-14D6576D4F2F}" dt="2024-07-16T02:10:45.944" v="692" actId="5793"/>
          <ac:spMkLst>
            <pc:docMk/>
            <pc:sldMk cId="405822744" sldId="256"/>
            <ac:spMk id="28" creationId="{1762D708-DDFE-CFAB-4EBA-820BC48A4944}"/>
          </ac:spMkLst>
        </pc:spChg>
        <pc:spChg chg="mod">
          <ac:chgData name="Andrew Nisbett" userId="2cdcd649-906d-48e9-836a-3bd72dc5b482" providerId="ADAL" clId="{E5161422-06AB-40B8-9F32-14D6576D4F2F}" dt="2024-07-16T02:12:22.882" v="994" actId="20577"/>
          <ac:spMkLst>
            <pc:docMk/>
            <pc:sldMk cId="405822744" sldId="256"/>
            <ac:spMk id="39" creationId="{B0A14E16-6211-D3B5-C236-8D6E6A379CB9}"/>
          </ac:spMkLst>
        </pc:spChg>
        <pc:spChg chg="mod">
          <ac:chgData name="Andrew Nisbett" userId="2cdcd649-906d-48e9-836a-3bd72dc5b482" providerId="ADAL" clId="{E5161422-06AB-40B8-9F32-14D6576D4F2F}" dt="2024-07-16T02:13:09.865" v="1105" actId="20577"/>
          <ac:spMkLst>
            <pc:docMk/>
            <pc:sldMk cId="405822744" sldId="256"/>
            <ac:spMk id="48" creationId="{CB9CDF36-C1E7-9DC5-C072-8FE9940570F8}"/>
          </ac:spMkLst>
        </pc:spChg>
        <pc:spChg chg="mod">
          <ac:chgData name="Andrew Nisbett" userId="2cdcd649-906d-48e9-836a-3bd72dc5b482" providerId="ADAL" clId="{E5161422-06AB-40B8-9F32-14D6576D4F2F}" dt="2024-07-16T02:12:58.906" v="1080" actId="20577"/>
          <ac:spMkLst>
            <pc:docMk/>
            <pc:sldMk cId="405822744" sldId="256"/>
            <ac:spMk id="49" creationId="{675A7C81-6A86-C5DE-4101-842DAD62F0C6}"/>
          </ac:spMkLst>
        </pc:spChg>
        <pc:picChg chg="del">
          <ac:chgData name="Andrew Nisbett" userId="2cdcd649-906d-48e9-836a-3bd72dc5b482" providerId="ADAL" clId="{E5161422-06AB-40B8-9F32-14D6576D4F2F}" dt="2024-07-16T02:07:12.383" v="129" actId="478"/>
          <ac:picMkLst>
            <pc:docMk/>
            <pc:sldMk cId="405822744" sldId="256"/>
            <ac:picMk id="71" creationId="{4AF0D321-0938-8C31-D3D4-1100515544AA}"/>
          </ac:picMkLst>
        </pc:picChg>
      </pc:sldChg>
      <pc:sldChg chg="modSp mod">
        <pc:chgData name="Andrew Nisbett" userId="2cdcd649-906d-48e9-836a-3bd72dc5b482" providerId="ADAL" clId="{E5161422-06AB-40B8-9F32-14D6576D4F2F}" dt="2024-07-16T02:05:24.884" v="18" actId="6549"/>
        <pc:sldMkLst>
          <pc:docMk/>
          <pc:sldMk cId="1836725786" sldId="257"/>
        </pc:sldMkLst>
        <pc:spChg chg="mod">
          <ac:chgData name="Andrew Nisbett" userId="2cdcd649-906d-48e9-836a-3bd72dc5b482" providerId="ADAL" clId="{E5161422-06AB-40B8-9F32-14D6576D4F2F}" dt="2024-07-16T02:05:24.884" v="18" actId="6549"/>
          <ac:spMkLst>
            <pc:docMk/>
            <pc:sldMk cId="1836725786" sldId="257"/>
            <ac:spMk id="15" creationId="{CD324C2E-9ED2-FD3D-F0AA-E97D44868E6C}"/>
          </ac:spMkLst>
        </pc:spChg>
      </pc:sldChg>
      <pc:sldChg chg="modSp add mod">
        <pc:chgData name="Andrew Nisbett" userId="2cdcd649-906d-48e9-836a-3bd72dc5b482" providerId="ADAL" clId="{E5161422-06AB-40B8-9F32-14D6576D4F2F}" dt="2024-07-16T02:05:27.814" v="19" actId="6549"/>
        <pc:sldMkLst>
          <pc:docMk/>
          <pc:sldMk cId="4132304646" sldId="258"/>
        </pc:sldMkLst>
        <pc:spChg chg="mod">
          <ac:chgData name="Andrew Nisbett" userId="2cdcd649-906d-48e9-836a-3bd72dc5b482" providerId="ADAL" clId="{E5161422-06AB-40B8-9F32-14D6576D4F2F}" dt="2024-07-16T02:05:27.814" v="19" actId="6549"/>
          <ac:spMkLst>
            <pc:docMk/>
            <pc:sldMk cId="4132304646" sldId="258"/>
            <ac:spMk id="15" creationId="{CD324C2E-9ED2-FD3D-F0AA-E97D44868E6C}"/>
          </ac:spMkLst>
        </pc:spChg>
      </pc:sldChg>
    </pc:docChg>
  </pc:docChgLst>
  <pc:docChgLst>
    <pc:chgData name="Darcy Roach" userId="ba676ee9-e9b4-49e8-a515-8077106c948d" providerId="ADAL" clId="{163A629C-8AB7-4BDA-94FA-892FCB927C9B}"/>
    <pc:docChg chg="undo custSel addSld modSld">
      <pc:chgData name="Darcy Roach" userId="ba676ee9-e9b4-49e8-a515-8077106c948d" providerId="ADAL" clId="{163A629C-8AB7-4BDA-94FA-892FCB927C9B}" dt="2023-09-08T01:46:31.186" v="663" actId="1076"/>
      <pc:docMkLst>
        <pc:docMk/>
      </pc:docMkLst>
      <pc:sldChg chg="addSp modSp mod">
        <pc:chgData name="Darcy Roach" userId="ba676ee9-e9b4-49e8-a515-8077106c948d" providerId="ADAL" clId="{163A629C-8AB7-4BDA-94FA-892FCB927C9B}" dt="2023-09-08T00:48:19.288" v="350" actId="164"/>
        <pc:sldMkLst>
          <pc:docMk/>
          <pc:sldMk cId="405822744" sldId="256"/>
        </pc:sldMkLst>
        <pc:spChg chg="mod">
          <ac:chgData name="Darcy Roach" userId="ba676ee9-e9b4-49e8-a515-8077106c948d" providerId="ADAL" clId="{163A629C-8AB7-4BDA-94FA-892FCB927C9B}" dt="2023-09-08T00:38:07.963" v="285" actId="20577"/>
          <ac:spMkLst>
            <pc:docMk/>
            <pc:sldMk cId="405822744" sldId="256"/>
            <ac:spMk id="15" creationId="{CD324C2E-9ED2-FD3D-F0AA-E97D44868E6C}"/>
          </ac:spMkLst>
        </pc:spChg>
        <pc:spChg chg="mod">
          <ac:chgData name="Darcy Roach" userId="ba676ee9-e9b4-49e8-a515-8077106c948d" providerId="ADAL" clId="{163A629C-8AB7-4BDA-94FA-892FCB927C9B}" dt="2023-09-07T04:51:42.870" v="0" actId="1076"/>
          <ac:spMkLst>
            <pc:docMk/>
            <pc:sldMk cId="405822744" sldId="256"/>
            <ac:spMk id="18" creationId="{1759BADB-DBF3-5EEA-C278-C70AE3057212}"/>
          </ac:spMkLst>
        </pc:spChg>
        <pc:spChg chg="mod">
          <ac:chgData name="Darcy Roach" userId="ba676ee9-e9b4-49e8-a515-8077106c948d" providerId="ADAL" clId="{163A629C-8AB7-4BDA-94FA-892FCB927C9B}" dt="2023-09-07T06:30:58.655" v="1" actId="108"/>
          <ac:spMkLst>
            <pc:docMk/>
            <pc:sldMk cId="405822744" sldId="256"/>
            <ac:spMk id="23" creationId="{A21E5D37-428B-2E67-F4E6-08740D6B4F86}"/>
          </ac:spMkLst>
        </pc:spChg>
        <pc:spChg chg="mod">
          <ac:chgData name="Darcy Roach" userId="ba676ee9-e9b4-49e8-a515-8077106c948d" providerId="ADAL" clId="{163A629C-8AB7-4BDA-94FA-892FCB927C9B}" dt="2023-09-07T06:31:22.684" v="4" actId="1076"/>
          <ac:spMkLst>
            <pc:docMk/>
            <pc:sldMk cId="405822744" sldId="256"/>
            <ac:spMk id="24" creationId="{54188DC0-D0FE-EA63-1873-8482ADFFEAF5}"/>
          </ac:spMkLst>
        </pc:spChg>
        <pc:spChg chg="mod">
          <ac:chgData name="Darcy Roach" userId="ba676ee9-e9b4-49e8-a515-8077106c948d" providerId="ADAL" clId="{163A629C-8AB7-4BDA-94FA-892FCB927C9B}" dt="2023-09-08T00:38:13.492" v="288" actId="20577"/>
          <ac:spMkLst>
            <pc:docMk/>
            <pc:sldMk cId="405822744" sldId="256"/>
            <ac:spMk id="25" creationId="{EA7C1E8D-2B3C-F2D1-E212-1AF5BADCD60C}"/>
          </ac:spMkLst>
        </pc:spChg>
        <pc:spChg chg="mod">
          <ac:chgData name="Darcy Roach" userId="ba676ee9-e9b4-49e8-a515-8077106c948d" providerId="ADAL" clId="{163A629C-8AB7-4BDA-94FA-892FCB927C9B}" dt="2023-09-08T00:48:19.288" v="350" actId="164"/>
          <ac:spMkLst>
            <pc:docMk/>
            <pc:sldMk cId="405822744" sldId="256"/>
            <ac:spMk id="27" creationId="{DCC902E3-7B91-1A00-84BC-58D7087343B7}"/>
          </ac:spMkLst>
        </pc:spChg>
        <pc:spChg chg="mod">
          <ac:chgData name="Darcy Roach" userId="ba676ee9-e9b4-49e8-a515-8077106c948d" providerId="ADAL" clId="{163A629C-8AB7-4BDA-94FA-892FCB927C9B}" dt="2023-09-07T06:31:30.863" v="5" actId="1076"/>
          <ac:spMkLst>
            <pc:docMk/>
            <pc:sldMk cId="405822744" sldId="256"/>
            <ac:spMk id="39" creationId="{B0A14E16-6211-D3B5-C236-8D6E6A379CB9}"/>
          </ac:spMkLst>
        </pc:spChg>
        <pc:spChg chg="mod">
          <ac:chgData name="Darcy Roach" userId="ba676ee9-e9b4-49e8-a515-8077106c948d" providerId="ADAL" clId="{163A629C-8AB7-4BDA-94FA-892FCB927C9B}" dt="2023-09-08T00:48:19.288" v="350" actId="164"/>
          <ac:spMkLst>
            <pc:docMk/>
            <pc:sldMk cId="405822744" sldId="256"/>
            <ac:spMk id="77" creationId="{8100690C-8344-747C-7D5C-E56ABEC5E1FC}"/>
          </ac:spMkLst>
        </pc:spChg>
        <pc:grpChg chg="add mod">
          <ac:chgData name="Darcy Roach" userId="ba676ee9-e9b4-49e8-a515-8077106c948d" providerId="ADAL" clId="{163A629C-8AB7-4BDA-94FA-892FCB927C9B}" dt="2023-09-08T00:48:19.288" v="350" actId="164"/>
          <ac:grpSpMkLst>
            <pc:docMk/>
            <pc:sldMk cId="405822744" sldId="256"/>
            <ac:grpSpMk id="2" creationId="{301720E1-A6FB-6BAB-F3C9-E604BD0B9028}"/>
          </ac:grpSpMkLst>
        </pc:grpChg>
        <pc:grpChg chg="mod">
          <ac:chgData name="Darcy Roach" userId="ba676ee9-e9b4-49e8-a515-8077106c948d" providerId="ADAL" clId="{163A629C-8AB7-4BDA-94FA-892FCB927C9B}" dt="2023-09-07T06:31:22.684" v="4" actId="1076"/>
          <ac:grpSpMkLst>
            <pc:docMk/>
            <pc:sldMk cId="405822744" sldId="256"/>
            <ac:grpSpMk id="31" creationId="{EFDBFCB3-F3ED-B667-53B1-2F85A1D95499}"/>
          </ac:grpSpMkLst>
        </pc:grpChg>
        <pc:grpChg chg="mod">
          <ac:chgData name="Darcy Roach" userId="ba676ee9-e9b4-49e8-a515-8077106c948d" providerId="ADAL" clId="{163A629C-8AB7-4BDA-94FA-892FCB927C9B}" dt="2023-09-07T06:31:30.863" v="5" actId="1076"/>
          <ac:grpSpMkLst>
            <pc:docMk/>
            <pc:sldMk cId="405822744" sldId="256"/>
            <ac:grpSpMk id="40" creationId="{8E5AC439-79DA-E440-79C8-A9EDED65B305}"/>
          </ac:grpSpMkLst>
        </pc:grpChg>
        <pc:picChg chg="mod">
          <ac:chgData name="Darcy Roach" userId="ba676ee9-e9b4-49e8-a515-8077106c948d" providerId="ADAL" clId="{163A629C-8AB7-4BDA-94FA-892FCB927C9B}" dt="2023-09-07T04:51:42.870" v="0" actId="1076"/>
          <ac:picMkLst>
            <pc:docMk/>
            <pc:sldMk cId="405822744" sldId="256"/>
            <ac:picMk id="17" creationId="{865152CC-7651-C287-3FEF-D7C2C715E409}"/>
          </ac:picMkLst>
        </pc:picChg>
      </pc:sldChg>
      <pc:sldChg chg="addSp delSp modSp add mod">
        <pc:chgData name="Darcy Roach" userId="ba676ee9-e9b4-49e8-a515-8077106c948d" providerId="ADAL" clId="{163A629C-8AB7-4BDA-94FA-892FCB927C9B}" dt="2023-09-08T01:46:31.186" v="663" actId="1076"/>
        <pc:sldMkLst>
          <pc:docMk/>
          <pc:sldMk cId="1836725786" sldId="257"/>
        </pc:sldMkLst>
        <pc:spChg chg="add del mod">
          <ac:chgData name="Darcy Roach" userId="ba676ee9-e9b4-49e8-a515-8077106c948d" providerId="ADAL" clId="{163A629C-8AB7-4BDA-94FA-892FCB927C9B}" dt="2023-09-08T00:30:12.914" v="255" actId="478"/>
          <ac:spMkLst>
            <pc:docMk/>
            <pc:sldMk cId="1836725786" sldId="257"/>
            <ac:spMk id="2" creationId="{95214164-4A23-F400-6C86-C8FAC40C566D}"/>
          </ac:spMkLst>
        </pc:spChg>
        <pc:spChg chg="add mod">
          <ac:chgData name="Darcy Roach" userId="ba676ee9-e9b4-49e8-a515-8077106c948d" providerId="ADAL" clId="{163A629C-8AB7-4BDA-94FA-892FCB927C9B}" dt="2023-09-08T00:48:12.083" v="349" actId="164"/>
          <ac:spMkLst>
            <pc:docMk/>
            <pc:sldMk cId="1836725786" sldId="257"/>
            <ac:spMk id="7" creationId="{812685A3-20FD-E11A-F2AA-0049E044DD1D}"/>
          </ac:spMkLst>
        </pc:spChg>
        <pc:spChg chg="add mod">
          <ac:chgData name="Darcy Roach" userId="ba676ee9-e9b4-49e8-a515-8077106c948d" providerId="ADAL" clId="{163A629C-8AB7-4BDA-94FA-892FCB927C9B}" dt="2023-09-08T00:48:12.083" v="349" actId="164"/>
          <ac:spMkLst>
            <pc:docMk/>
            <pc:sldMk cId="1836725786" sldId="257"/>
            <ac:spMk id="8" creationId="{617EBBB1-A008-9335-516A-DEC257B48FCF}"/>
          </ac:spMkLst>
        </pc:spChg>
        <pc:spChg chg="mod">
          <ac:chgData name="Darcy Roach" userId="ba676ee9-e9b4-49e8-a515-8077106c948d" providerId="ADAL" clId="{163A629C-8AB7-4BDA-94FA-892FCB927C9B}" dt="2023-09-08T01:42:51.115" v="404" actId="20577"/>
          <ac:spMkLst>
            <pc:docMk/>
            <pc:sldMk cId="1836725786" sldId="257"/>
            <ac:spMk id="15" creationId="{CD324C2E-9ED2-FD3D-F0AA-E97D44868E6C}"/>
          </ac:spMkLst>
        </pc:spChg>
        <pc:spChg chg="mod">
          <ac:chgData name="Darcy Roach" userId="ba676ee9-e9b4-49e8-a515-8077106c948d" providerId="ADAL" clId="{163A629C-8AB7-4BDA-94FA-892FCB927C9B}" dt="2023-09-08T00:55:32.976" v="355" actId="1076"/>
          <ac:spMkLst>
            <pc:docMk/>
            <pc:sldMk cId="1836725786" sldId="257"/>
            <ac:spMk id="22" creationId="{E338DC0E-B0F1-63C8-F4A1-7A91E83C02F5}"/>
          </ac:spMkLst>
        </pc:spChg>
        <pc:spChg chg="mod">
          <ac:chgData name="Darcy Roach" userId="ba676ee9-e9b4-49e8-a515-8077106c948d" providerId="ADAL" clId="{163A629C-8AB7-4BDA-94FA-892FCB927C9B}" dt="2023-09-08T00:35:04.409" v="267" actId="1076"/>
          <ac:spMkLst>
            <pc:docMk/>
            <pc:sldMk cId="1836725786" sldId="257"/>
            <ac:spMk id="23" creationId="{A21E5D37-428B-2E67-F4E6-08740D6B4F86}"/>
          </ac:spMkLst>
        </pc:spChg>
        <pc:spChg chg="mod">
          <ac:chgData name="Darcy Roach" userId="ba676ee9-e9b4-49e8-a515-8077106c948d" providerId="ADAL" clId="{163A629C-8AB7-4BDA-94FA-892FCB927C9B}" dt="2023-09-08T00:35:04.409" v="267" actId="1076"/>
          <ac:spMkLst>
            <pc:docMk/>
            <pc:sldMk cId="1836725786" sldId="257"/>
            <ac:spMk id="24" creationId="{54188DC0-D0FE-EA63-1873-8482ADFFEAF5}"/>
          </ac:spMkLst>
        </pc:spChg>
        <pc:spChg chg="mod">
          <ac:chgData name="Darcy Roach" userId="ba676ee9-e9b4-49e8-a515-8077106c948d" providerId="ADAL" clId="{163A629C-8AB7-4BDA-94FA-892FCB927C9B}" dt="2023-09-08T00:55:32.976" v="355" actId="1076"/>
          <ac:spMkLst>
            <pc:docMk/>
            <pc:sldMk cId="1836725786" sldId="257"/>
            <ac:spMk id="25" creationId="{EA7C1E8D-2B3C-F2D1-E212-1AF5BADCD60C}"/>
          </ac:spMkLst>
        </pc:spChg>
        <pc:spChg chg="mod">
          <ac:chgData name="Darcy Roach" userId="ba676ee9-e9b4-49e8-a515-8077106c948d" providerId="ADAL" clId="{163A629C-8AB7-4BDA-94FA-892FCB927C9B}" dt="2023-09-08T01:09:26.479" v="356" actId="1076"/>
          <ac:spMkLst>
            <pc:docMk/>
            <pc:sldMk cId="1836725786" sldId="257"/>
            <ac:spMk id="26" creationId="{C66AC46E-2735-98D6-F6F0-4163DEF07545}"/>
          </ac:spMkLst>
        </pc:spChg>
        <pc:spChg chg="mod topLvl">
          <ac:chgData name="Darcy Roach" userId="ba676ee9-e9b4-49e8-a515-8077106c948d" providerId="ADAL" clId="{163A629C-8AB7-4BDA-94FA-892FCB927C9B}" dt="2023-09-08T00:47:46.682" v="345" actId="164"/>
          <ac:spMkLst>
            <pc:docMk/>
            <pc:sldMk cId="1836725786" sldId="257"/>
            <ac:spMk id="27" creationId="{DCC902E3-7B91-1A00-84BC-58D7087343B7}"/>
          </ac:spMkLst>
        </pc:spChg>
        <pc:spChg chg="mod">
          <ac:chgData name="Darcy Roach" userId="ba676ee9-e9b4-49e8-a515-8077106c948d" providerId="ADAL" clId="{163A629C-8AB7-4BDA-94FA-892FCB927C9B}" dt="2023-09-08T00:30:54.275" v="259" actId="14100"/>
          <ac:spMkLst>
            <pc:docMk/>
            <pc:sldMk cId="1836725786" sldId="257"/>
            <ac:spMk id="28" creationId="{1762D708-DDFE-CFAB-4EBA-820BC48A4944}"/>
          </ac:spMkLst>
        </pc:spChg>
        <pc:spChg chg="mod">
          <ac:chgData name="Darcy Roach" userId="ba676ee9-e9b4-49e8-a515-8077106c948d" providerId="ADAL" clId="{163A629C-8AB7-4BDA-94FA-892FCB927C9B}" dt="2023-09-08T00:35:04.409" v="267" actId="1076"/>
          <ac:spMkLst>
            <pc:docMk/>
            <pc:sldMk cId="1836725786" sldId="257"/>
            <ac:spMk id="29" creationId="{1F995815-1FE3-293D-DC1F-AAEB999DF020}"/>
          </ac:spMkLst>
        </pc:spChg>
        <pc:spChg chg="mod">
          <ac:chgData name="Darcy Roach" userId="ba676ee9-e9b4-49e8-a515-8077106c948d" providerId="ADAL" clId="{163A629C-8AB7-4BDA-94FA-892FCB927C9B}" dt="2023-09-08T00:35:04.409" v="267" actId="1076"/>
          <ac:spMkLst>
            <pc:docMk/>
            <pc:sldMk cId="1836725786" sldId="257"/>
            <ac:spMk id="30" creationId="{C18F2289-1AA9-8CA2-79F2-700DDCEDBB63}"/>
          </ac:spMkLst>
        </pc:spChg>
        <pc:spChg chg="mod">
          <ac:chgData name="Darcy Roach" userId="ba676ee9-e9b4-49e8-a515-8077106c948d" providerId="ADAL" clId="{163A629C-8AB7-4BDA-94FA-892FCB927C9B}" dt="2023-09-08T00:34:42.290" v="266" actId="1076"/>
          <ac:spMkLst>
            <pc:docMk/>
            <pc:sldMk cId="1836725786" sldId="257"/>
            <ac:spMk id="39" creationId="{B0A14E16-6211-D3B5-C236-8D6E6A379CB9}"/>
          </ac:spMkLst>
        </pc:spChg>
        <pc:spChg chg="mod">
          <ac:chgData name="Darcy Roach" userId="ba676ee9-e9b4-49e8-a515-8077106c948d" providerId="ADAL" clId="{163A629C-8AB7-4BDA-94FA-892FCB927C9B}" dt="2023-09-08T01:46:15.166" v="661" actId="1076"/>
          <ac:spMkLst>
            <pc:docMk/>
            <pc:sldMk cId="1836725786" sldId="257"/>
            <ac:spMk id="48" creationId="{CB9CDF36-C1E7-9DC5-C072-8FE9940570F8}"/>
          </ac:spMkLst>
        </pc:spChg>
        <pc:spChg chg="mod">
          <ac:chgData name="Darcy Roach" userId="ba676ee9-e9b4-49e8-a515-8077106c948d" providerId="ADAL" clId="{163A629C-8AB7-4BDA-94FA-892FCB927C9B}" dt="2023-09-08T01:46:31.186" v="663" actId="1076"/>
          <ac:spMkLst>
            <pc:docMk/>
            <pc:sldMk cId="1836725786" sldId="257"/>
            <ac:spMk id="49" creationId="{675A7C81-6A86-C5DE-4101-842DAD62F0C6}"/>
          </ac:spMkLst>
        </pc:spChg>
        <pc:spChg chg="mod">
          <ac:chgData name="Darcy Roach" userId="ba676ee9-e9b4-49e8-a515-8077106c948d" providerId="ADAL" clId="{163A629C-8AB7-4BDA-94FA-892FCB927C9B}" dt="2023-09-08T00:47:08.598" v="339" actId="165"/>
          <ac:spMkLst>
            <pc:docMk/>
            <pc:sldMk cId="1836725786" sldId="257"/>
            <ac:spMk id="50" creationId="{8C318E8E-FF15-FFA8-A833-1E97C3047EE1}"/>
          </ac:spMkLst>
        </pc:spChg>
        <pc:spChg chg="mod">
          <ac:chgData name="Darcy Roach" userId="ba676ee9-e9b4-49e8-a515-8077106c948d" providerId="ADAL" clId="{163A629C-8AB7-4BDA-94FA-892FCB927C9B}" dt="2023-09-08T00:35:36.853" v="268" actId="1076"/>
          <ac:spMkLst>
            <pc:docMk/>
            <pc:sldMk cId="1836725786" sldId="257"/>
            <ac:spMk id="53" creationId="{6E4EAC1C-0A9E-A326-9FAC-F0EE18A9117D}"/>
          </ac:spMkLst>
        </pc:spChg>
        <pc:spChg chg="mod ord">
          <ac:chgData name="Darcy Roach" userId="ba676ee9-e9b4-49e8-a515-8077106c948d" providerId="ADAL" clId="{163A629C-8AB7-4BDA-94FA-892FCB927C9B}" dt="2023-09-08T00:47:46.682" v="345" actId="164"/>
          <ac:spMkLst>
            <pc:docMk/>
            <pc:sldMk cId="1836725786" sldId="257"/>
            <ac:spMk id="77" creationId="{8100690C-8344-747C-7D5C-E56ABEC5E1FC}"/>
          </ac:spMkLst>
        </pc:spChg>
        <pc:grpChg chg="add del mod">
          <ac:chgData name="Darcy Roach" userId="ba676ee9-e9b4-49e8-a515-8077106c948d" providerId="ADAL" clId="{163A629C-8AB7-4BDA-94FA-892FCB927C9B}" dt="2023-09-08T00:47:08.598" v="339" actId="165"/>
          <ac:grpSpMkLst>
            <pc:docMk/>
            <pc:sldMk cId="1836725786" sldId="257"/>
            <ac:grpSpMk id="5" creationId="{E909C9BD-93FC-5EE0-B43C-1317CBD1982A}"/>
          </ac:grpSpMkLst>
        </pc:grpChg>
        <pc:grpChg chg="add del mod">
          <ac:chgData name="Darcy Roach" userId="ba676ee9-e9b4-49e8-a515-8077106c948d" providerId="ADAL" clId="{163A629C-8AB7-4BDA-94FA-892FCB927C9B}" dt="2023-09-08T00:47:53.706" v="346" actId="478"/>
          <ac:grpSpMkLst>
            <pc:docMk/>
            <pc:sldMk cId="1836725786" sldId="257"/>
            <ac:grpSpMk id="6" creationId="{DA8FB584-3FD2-3D58-000D-21651B0A299F}"/>
          </ac:grpSpMkLst>
        </pc:grpChg>
        <pc:grpChg chg="add mod">
          <ac:chgData name="Darcy Roach" userId="ba676ee9-e9b4-49e8-a515-8077106c948d" providerId="ADAL" clId="{163A629C-8AB7-4BDA-94FA-892FCB927C9B}" dt="2023-09-08T00:48:59.726" v="353" actId="1076"/>
          <ac:grpSpMkLst>
            <pc:docMk/>
            <pc:sldMk cId="1836725786" sldId="257"/>
            <ac:grpSpMk id="9" creationId="{1FC67E4C-73A2-897E-6348-7891123E92EE}"/>
          </ac:grpSpMkLst>
        </pc:grpChg>
        <pc:grpChg chg="mod">
          <ac:chgData name="Darcy Roach" userId="ba676ee9-e9b4-49e8-a515-8077106c948d" providerId="ADAL" clId="{163A629C-8AB7-4BDA-94FA-892FCB927C9B}" dt="2023-09-08T00:35:04.409" v="267" actId="1076"/>
          <ac:grpSpMkLst>
            <pc:docMk/>
            <pc:sldMk cId="1836725786" sldId="257"/>
            <ac:grpSpMk id="31" creationId="{EFDBFCB3-F3ED-B667-53B1-2F85A1D95499}"/>
          </ac:grpSpMkLst>
        </pc:grpChg>
        <pc:grpChg chg="mod">
          <ac:chgData name="Darcy Roach" userId="ba676ee9-e9b4-49e8-a515-8077106c948d" providerId="ADAL" clId="{163A629C-8AB7-4BDA-94FA-892FCB927C9B}" dt="2023-09-08T00:34:42.290" v="266" actId="1076"/>
          <ac:grpSpMkLst>
            <pc:docMk/>
            <pc:sldMk cId="1836725786" sldId="257"/>
            <ac:grpSpMk id="40" creationId="{8E5AC439-79DA-E440-79C8-A9EDED65B305}"/>
          </ac:grpSpMkLst>
        </pc:grpChg>
        <pc:grpChg chg="mod ord topLvl">
          <ac:chgData name="Darcy Roach" userId="ba676ee9-e9b4-49e8-a515-8077106c948d" providerId="ADAL" clId="{163A629C-8AB7-4BDA-94FA-892FCB927C9B}" dt="2023-09-08T01:20:15.420" v="359" actId="14100"/>
          <ac:grpSpMkLst>
            <pc:docMk/>
            <pc:sldMk cId="1836725786" sldId="257"/>
            <ac:grpSpMk id="47" creationId="{FF06217B-3145-6D21-94AC-E634370CF8FF}"/>
          </ac:grpSpMkLst>
        </pc:grpChg>
        <pc:grpChg chg="mod">
          <ac:chgData name="Darcy Roach" userId="ba676ee9-e9b4-49e8-a515-8077106c948d" providerId="ADAL" clId="{163A629C-8AB7-4BDA-94FA-892FCB927C9B}" dt="2023-09-08T00:35:04.409" v="267" actId="1076"/>
          <ac:grpSpMkLst>
            <pc:docMk/>
            <pc:sldMk cId="1836725786" sldId="257"/>
            <ac:grpSpMk id="54" creationId="{62FA0344-63B8-FA85-9673-CAE06602E31E}"/>
          </ac:grpSpMkLst>
        </pc:grpChg>
        <pc:picChg chg="add mod">
          <ac:chgData name="Darcy Roach" userId="ba676ee9-e9b4-49e8-a515-8077106c948d" providerId="ADAL" clId="{163A629C-8AB7-4BDA-94FA-892FCB927C9B}" dt="2023-09-08T00:55:32.976" v="355" actId="1076"/>
          <ac:picMkLst>
            <pc:docMk/>
            <pc:sldMk cId="1836725786" sldId="257"/>
            <ac:picMk id="4" creationId="{CFD5F414-07E6-0303-6772-0700DF78D346}"/>
          </ac:picMkLst>
        </pc:picChg>
        <pc:picChg chg="del mod">
          <ac:chgData name="Darcy Roach" userId="ba676ee9-e9b4-49e8-a515-8077106c948d" providerId="ADAL" clId="{163A629C-8AB7-4BDA-94FA-892FCB927C9B}" dt="2023-09-08T00:38:44.415" v="290" actId="478"/>
          <ac:picMkLst>
            <pc:docMk/>
            <pc:sldMk cId="1836725786" sldId="257"/>
            <ac:picMk id="71" creationId="{4AF0D321-0938-8C31-D3D4-1100515544AA}"/>
          </ac:picMkLst>
        </pc:picChg>
        <pc:cxnChg chg="mod">
          <ac:chgData name="Darcy Roach" userId="ba676ee9-e9b4-49e8-a515-8077106c948d" providerId="ADAL" clId="{163A629C-8AB7-4BDA-94FA-892FCB927C9B}" dt="2023-09-08T01:09:41.621" v="357" actId="14100"/>
          <ac:cxnSpMkLst>
            <pc:docMk/>
            <pc:sldMk cId="1836725786" sldId="257"/>
            <ac:cxnSpMk id="20" creationId="{BE0D2C8A-B3B2-2928-7B96-948A4BD3F81C}"/>
          </ac:cxnSpMkLst>
        </pc:cxnChg>
        <pc:cxnChg chg="mod">
          <ac:chgData name="Darcy Roach" userId="ba676ee9-e9b4-49e8-a515-8077106c948d" providerId="ADAL" clId="{163A629C-8AB7-4BDA-94FA-892FCB927C9B}" dt="2023-09-08T01:09:47.397" v="358" actId="14100"/>
          <ac:cxnSpMkLst>
            <pc:docMk/>
            <pc:sldMk cId="1836725786" sldId="257"/>
            <ac:cxnSpMk id="75" creationId="{7594B3FF-E945-5D47-0FA3-057E4E7A6C97}"/>
          </ac:cxnSpMkLst>
        </pc:cxnChg>
      </pc:sldChg>
    </pc:docChg>
  </pc:docChgLst>
  <pc:docChgLst>
    <pc:chgData name="Thuy Ly" userId="S::thuy.ly@intelia.com.au::611f5afa-03f2-40e4-bbe6-ef0fa762d19c" providerId="AD" clId="Web-{E97A81FA-8900-67C6-7808-2709D017497D}"/>
    <pc:docChg chg="addSld delSld modSld">
      <pc:chgData name="Thuy Ly" userId="S::thuy.ly@intelia.com.au::611f5afa-03f2-40e4-bbe6-ef0fa762d19c" providerId="AD" clId="Web-{E97A81FA-8900-67C6-7808-2709D017497D}" dt="2024-07-19T07:28:39.928" v="3208" actId="20577"/>
      <pc:docMkLst>
        <pc:docMk/>
      </pc:docMkLst>
      <pc:sldChg chg="modSp modCm modNotes">
        <pc:chgData name="Thuy Ly" userId="S::thuy.ly@intelia.com.au::611f5afa-03f2-40e4-bbe6-ef0fa762d19c" providerId="AD" clId="Web-{E97A81FA-8900-67C6-7808-2709D017497D}" dt="2024-07-19T07:28:39.928" v="3208" actId="20577"/>
        <pc:sldMkLst>
          <pc:docMk/>
          <pc:sldMk cId="405822744" sldId="256"/>
        </pc:sldMkLst>
        <pc:spChg chg="mod">
          <ac:chgData name="Thuy Ly" userId="S::thuy.ly@intelia.com.au::611f5afa-03f2-40e4-bbe6-ef0fa762d19c" providerId="AD" clId="Web-{E97A81FA-8900-67C6-7808-2709D017497D}" dt="2024-07-19T02:58:55.671" v="1740" actId="20577"/>
          <ac:spMkLst>
            <pc:docMk/>
            <pc:sldMk cId="405822744" sldId="256"/>
            <ac:spMk id="15" creationId="{CD324C2E-9ED2-FD3D-F0AA-E97D44868E6C}"/>
          </ac:spMkLst>
        </pc:spChg>
        <pc:spChg chg="mod">
          <ac:chgData name="Thuy Ly" userId="S::thuy.ly@intelia.com.au::611f5afa-03f2-40e4-bbe6-ef0fa762d19c" providerId="AD" clId="Web-{E97A81FA-8900-67C6-7808-2709D017497D}" dt="2024-07-19T01:27:42.704" v="384" actId="14100"/>
          <ac:spMkLst>
            <pc:docMk/>
            <pc:sldMk cId="405822744" sldId="256"/>
            <ac:spMk id="22" creationId="{E338DC0E-B0F1-63C8-F4A1-7A91E83C02F5}"/>
          </ac:spMkLst>
        </pc:spChg>
        <pc:spChg chg="mod">
          <ac:chgData name="Thuy Ly" userId="S::thuy.ly@intelia.com.au::611f5afa-03f2-40e4-bbe6-ef0fa762d19c" providerId="AD" clId="Web-{E97A81FA-8900-67C6-7808-2709D017497D}" dt="2024-07-19T07:27:52.942" v="3204" actId="20577"/>
          <ac:spMkLst>
            <pc:docMk/>
            <pc:sldMk cId="405822744" sldId="256"/>
            <ac:spMk id="23" creationId="{A21E5D37-428B-2E67-F4E6-08740D6B4F86}"/>
          </ac:spMkLst>
        </pc:spChg>
        <pc:spChg chg="mod">
          <ac:chgData name="Thuy Ly" userId="S::thuy.ly@intelia.com.au::611f5afa-03f2-40e4-bbe6-ef0fa762d19c" providerId="AD" clId="Web-{E97A81FA-8900-67C6-7808-2709D017497D}" dt="2024-07-19T07:27:21.098" v="3197" actId="20577"/>
          <ac:spMkLst>
            <pc:docMk/>
            <pc:sldMk cId="405822744" sldId="256"/>
            <ac:spMk id="24" creationId="{54188DC0-D0FE-EA63-1873-8482ADFFEAF5}"/>
          </ac:spMkLst>
        </pc:spChg>
        <pc:spChg chg="mod">
          <ac:chgData name="Thuy Ly" userId="S::thuy.ly@intelia.com.au::611f5afa-03f2-40e4-bbe6-ef0fa762d19c" providerId="AD" clId="Web-{E97A81FA-8900-67C6-7808-2709D017497D}" dt="2024-07-19T01:28:37.675" v="388" actId="1076"/>
          <ac:spMkLst>
            <pc:docMk/>
            <pc:sldMk cId="405822744" sldId="256"/>
            <ac:spMk id="25" creationId="{EA7C1E8D-2B3C-F2D1-E212-1AF5BADCD60C}"/>
          </ac:spMkLst>
        </pc:spChg>
        <pc:spChg chg="mod">
          <ac:chgData name="Thuy Ly" userId="S::thuy.ly@intelia.com.au::611f5afa-03f2-40e4-bbe6-ef0fa762d19c" providerId="AD" clId="Web-{E97A81FA-8900-67C6-7808-2709D017497D}" dt="2024-07-19T07:28:39.928" v="3208" actId="20577"/>
          <ac:spMkLst>
            <pc:docMk/>
            <pc:sldMk cId="405822744" sldId="256"/>
            <ac:spMk id="26" creationId="{C66AC46E-2735-98D6-F6F0-4163DEF07545}"/>
          </ac:spMkLst>
        </pc:spChg>
        <pc:spChg chg="mod">
          <ac:chgData name="Thuy Ly" userId="S::thuy.ly@intelia.com.au::611f5afa-03f2-40e4-bbe6-ef0fa762d19c" providerId="AD" clId="Web-{E97A81FA-8900-67C6-7808-2709D017497D}" dt="2024-07-19T07:26:17.111" v="3184" actId="20577"/>
          <ac:spMkLst>
            <pc:docMk/>
            <pc:sldMk cId="405822744" sldId="256"/>
            <ac:spMk id="28" creationId="{1762D708-DDFE-CFAB-4EBA-820BC48A4944}"/>
          </ac:spMkLst>
        </pc:spChg>
        <pc:spChg chg="mod">
          <ac:chgData name="Thuy Ly" userId="S::thuy.ly@intelia.com.au::611f5afa-03f2-40e4-bbe6-ef0fa762d19c" providerId="AD" clId="Web-{E97A81FA-8900-67C6-7808-2709D017497D}" dt="2024-07-19T07:03:20.366" v="3070" actId="1076"/>
          <ac:spMkLst>
            <pc:docMk/>
            <pc:sldMk cId="405822744" sldId="256"/>
            <ac:spMk id="34" creationId="{32371B57-4C21-0400-EF5B-D687E89FCAC4}"/>
          </ac:spMkLst>
        </pc:spChg>
        <pc:spChg chg="mod">
          <ac:chgData name="Thuy Ly" userId="S::thuy.ly@intelia.com.au::611f5afa-03f2-40e4-bbe6-ef0fa762d19c" providerId="AD" clId="Web-{E97A81FA-8900-67C6-7808-2709D017497D}" dt="2024-07-19T07:27:04.253" v="3192" actId="20577"/>
          <ac:spMkLst>
            <pc:docMk/>
            <pc:sldMk cId="405822744" sldId="256"/>
            <ac:spMk id="39" creationId="{B0A14E16-6211-D3B5-C236-8D6E6A379CB9}"/>
          </ac:spMkLst>
        </pc:spChg>
        <pc:spChg chg="mod">
          <ac:chgData name="Thuy Ly" userId="S::thuy.ly@intelia.com.au::611f5afa-03f2-40e4-bbe6-ef0fa762d19c" providerId="AD" clId="Web-{E97A81FA-8900-67C6-7808-2709D017497D}" dt="2024-07-19T01:02:24.246" v="81" actId="1076"/>
          <ac:spMkLst>
            <pc:docMk/>
            <pc:sldMk cId="405822744" sldId="256"/>
            <ac:spMk id="48" creationId="{CB9CDF36-C1E7-9DC5-C072-8FE9940570F8}"/>
          </ac:spMkLst>
        </pc:spChg>
        <pc:spChg chg="mod">
          <ac:chgData name="Thuy Ly" userId="S::thuy.ly@intelia.com.au::611f5afa-03f2-40e4-bbe6-ef0fa762d19c" providerId="AD" clId="Web-{E97A81FA-8900-67C6-7808-2709D017497D}" dt="2024-07-19T06:27:43.394" v="2928" actId="20577"/>
          <ac:spMkLst>
            <pc:docMk/>
            <pc:sldMk cId="405822744" sldId="256"/>
            <ac:spMk id="49" creationId="{675A7C81-6A86-C5DE-4101-842DAD62F0C6}"/>
          </ac:spMkLst>
        </pc:spChg>
        <pc:spChg chg="mod">
          <ac:chgData name="Thuy Ly" userId="S::thuy.ly@intelia.com.au::611f5afa-03f2-40e4-bbe6-ef0fa762d19c" providerId="AD" clId="Web-{E97A81FA-8900-67C6-7808-2709D017497D}" dt="2024-07-19T03:35:05.556" v="2108" actId="1076"/>
          <ac:spMkLst>
            <pc:docMk/>
            <pc:sldMk cId="405822744" sldId="256"/>
            <ac:spMk id="53" creationId="{6E4EAC1C-0A9E-A326-9FAC-F0EE18A9117D}"/>
          </ac:spMkLst>
        </pc:spChg>
        <pc:spChg chg="mod">
          <ac:chgData name="Thuy Ly" userId="S::thuy.ly@intelia.com.au::611f5afa-03f2-40e4-bbe6-ef0fa762d19c" providerId="AD" clId="Web-{E97A81FA-8900-67C6-7808-2709D017497D}" dt="2024-07-19T07:03:44.226" v="3072" actId="1076"/>
          <ac:spMkLst>
            <pc:docMk/>
            <pc:sldMk cId="405822744" sldId="256"/>
            <ac:spMk id="56" creationId="{EB93F986-1D5D-4B85-38B2-589E3EF0BE8C}"/>
          </ac:spMkLst>
        </pc:spChg>
        <pc:grpChg chg="mod">
          <ac:chgData name="Thuy Ly" userId="S::thuy.ly@intelia.com.au::611f5afa-03f2-40e4-bbe6-ef0fa762d19c" providerId="AD" clId="Web-{E97A81FA-8900-67C6-7808-2709D017497D}" dt="2024-07-19T06:26:48.002" v="2922" actId="1076"/>
          <ac:grpSpMkLst>
            <pc:docMk/>
            <pc:sldMk cId="405822744" sldId="256"/>
            <ac:grpSpMk id="2" creationId="{301720E1-A6FB-6BAB-F3C9-E604BD0B9028}"/>
          </ac:grpSpMkLst>
        </pc:grpChg>
        <pc:grpChg chg="mod">
          <ac:chgData name="Thuy Ly" userId="S::thuy.ly@intelia.com.au::611f5afa-03f2-40e4-bbe6-ef0fa762d19c" providerId="AD" clId="Web-{E97A81FA-8900-67C6-7808-2709D017497D}" dt="2024-07-19T01:33:29.076" v="400" actId="1076"/>
          <ac:grpSpMkLst>
            <pc:docMk/>
            <pc:sldMk cId="405822744" sldId="256"/>
            <ac:grpSpMk id="31" creationId="{EFDBFCB3-F3ED-B667-53B1-2F85A1D95499}"/>
          </ac:grpSpMkLst>
        </pc:grpChg>
        <pc:grpChg chg="mod">
          <ac:chgData name="Thuy Ly" userId="S::thuy.ly@intelia.com.au::611f5afa-03f2-40e4-bbe6-ef0fa762d19c" providerId="AD" clId="Web-{E97A81FA-8900-67C6-7808-2709D017497D}" dt="2024-07-19T07:03:09.037" v="3069" actId="1076"/>
          <ac:grpSpMkLst>
            <pc:docMk/>
            <pc:sldMk cId="405822744" sldId="256"/>
            <ac:grpSpMk id="40" creationId="{8E5AC439-79DA-E440-79C8-A9EDED65B305}"/>
          </ac:grpSpMkLst>
        </pc:grpChg>
        <pc:grpChg chg="mod">
          <ac:chgData name="Thuy Ly" userId="S::thuy.ly@intelia.com.au::611f5afa-03f2-40e4-bbe6-ef0fa762d19c" providerId="AD" clId="Web-{E97A81FA-8900-67C6-7808-2709D017497D}" dt="2024-07-19T06:27:58.801" v="2930" actId="14100"/>
          <ac:grpSpMkLst>
            <pc:docMk/>
            <pc:sldMk cId="405822744" sldId="256"/>
            <ac:grpSpMk id="47" creationId="{FF06217B-3145-6D21-94AC-E634370CF8FF}"/>
          </ac:grpSpMkLst>
        </pc:grpChg>
        <pc:picChg chg="mod modCrop">
          <ac:chgData name="Thuy Ly" userId="S::thuy.ly@intelia.com.au::611f5afa-03f2-40e4-bbe6-ef0fa762d19c" providerId="AD" clId="Web-{E97A81FA-8900-67C6-7808-2709D017497D}" dt="2024-07-19T01:28:32.362" v="387" actId="1076"/>
          <ac:picMkLst>
            <pc:docMk/>
            <pc:sldMk cId="405822744" sldId="256"/>
            <ac:picMk id="4" creationId="{BC3B0696-4B9B-D1B8-36FD-74D95C404506}"/>
          </ac:picMkLst>
        </pc:picChg>
        <pc:extLst>
          <p:ext xmlns:p="http://schemas.openxmlformats.org/presentationml/2006/main" uri="{D6D511B9-2390-475A-947B-AFAB55BFBCF1}">
            <pc226:cmChg xmlns:pc226="http://schemas.microsoft.com/office/powerpoint/2022/06/main/command" chg="mod">
              <pc226:chgData name="Thuy Ly" userId="S::thuy.ly@intelia.com.au::611f5afa-03f2-40e4-bbe6-ef0fa762d19c" providerId="AD" clId="Web-{E97A81FA-8900-67C6-7808-2709D017497D}" dt="2024-07-19T07:08:10.125" v="3083"/>
              <pc2:cmMkLst xmlns:pc2="http://schemas.microsoft.com/office/powerpoint/2019/9/main/command">
                <pc:docMk/>
                <pc:sldMk cId="405822744" sldId="256"/>
                <pc2:cmMk id="{2B747584-13CC-4580-825B-B01496EDD681}"/>
              </pc2:cmMkLst>
            </pc226:cmChg>
          </p:ext>
        </pc:extLst>
      </pc:sldChg>
      <pc:sldChg chg="modSp">
        <pc:chgData name="Thuy Ly" userId="S::thuy.ly@intelia.com.au::611f5afa-03f2-40e4-bbe6-ef0fa762d19c" providerId="AD" clId="Web-{E97A81FA-8900-67C6-7808-2709D017497D}" dt="2024-07-19T03:33:55.601" v="2105" actId="20577"/>
        <pc:sldMkLst>
          <pc:docMk/>
          <pc:sldMk cId="1836725786" sldId="257"/>
        </pc:sldMkLst>
        <pc:spChg chg="mod">
          <ac:chgData name="Thuy Ly" userId="S::thuy.ly@intelia.com.au::611f5afa-03f2-40e4-bbe6-ef0fa762d19c" providerId="AD" clId="Web-{E97A81FA-8900-67C6-7808-2709D017497D}" dt="2024-07-19T02:26:57.888" v="1335" actId="20577"/>
          <ac:spMkLst>
            <pc:docMk/>
            <pc:sldMk cId="1836725786" sldId="257"/>
            <ac:spMk id="49" creationId="{675A7C81-6A86-C5DE-4101-842DAD62F0C6}"/>
          </ac:spMkLst>
        </pc:spChg>
        <pc:spChg chg="mod">
          <ac:chgData name="Thuy Ly" userId="S::thuy.ly@intelia.com.au::611f5afa-03f2-40e4-bbe6-ef0fa762d19c" providerId="AD" clId="Web-{E97A81FA-8900-67C6-7808-2709D017497D}" dt="2024-07-19T03:33:55.601" v="2105" actId="20577"/>
          <ac:spMkLst>
            <pc:docMk/>
            <pc:sldMk cId="1836725786" sldId="257"/>
            <ac:spMk id="53" creationId="{6E4EAC1C-0A9E-A326-9FAC-F0EE18A9117D}"/>
          </ac:spMkLst>
        </pc:spChg>
      </pc:sldChg>
      <pc:sldChg chg="modSp">
        <pc:chgData name="Thuy Ly" userId="S::thuy.ly@intelia.com.au::611f5afa-03f2-40e4-bbe6-ef0fa762d19c" providerId="AD" clId="Web-{E97A81FA-8900-67C6-7808-2709D017497D}" dt="2024-07-19T03:34:00.773" v="2106" actId="20577"/>
        <pc:sldMkLst>
          <pc:docMk/>
          <pc:sldMk cId="4132304646" sldId="258"/>
        </pc:sldMkLst>
        <pc:spChg chg="mod">
          <ac:chgData name="Thuy Ly" userId="S::thuy.ly@intelia.com.au::611f5afa-03f2-40e4-bbe6-ef0fa762d19c" providerId="AD" clId="Web-{E97A81FA-8900-67C6-7808-2709D017497D}" dt="2024-07-19T03:34:00.773" v="2106" actId="20577"/>
          <ac:spMkLst>
            <pc:docMk/>
            <pc:sldMk cId="4132304646" sldId="258"/>
            <ac:spMk id="53" creationId="{6E4EAC1C-0A9E-A326-9FAC-F0EE18A9117D}"/>
          </ac:spMkLst>
        </pc:spChg>
      </pc:sldChg>
      <pc:sldChg chg="add del replId">
        <pc:chgData name="Thuy Ly" userId="S::thuy.ly@intelia.com.au::611f5afa-03f2-40e4-bbe6-ef0fa762d19c" providerId="AD" clId="Web-{E97A81FA-8900-67C6-7808-2709D017497D}" dt="2024-07-19T01:02:31.340" v="82"/>
        <pc:sldMkLst>
          <pc:docMk/>
          <pc:sldMk cId="573423736" sldId="259"/>
        </pc:sldMkLst>
      </pc:sldChg>
      <pc:sldChg chg="modSp add replId">
        <pc:chgData name="Thuy Ly" userId="S::thuy.ly@intelia.com.au::611f5afa-03f2-40e4-bbe6-ef0fa762d19c" providerId="AD" clId="Web-{E97A81FA-8900-67C6-7808-2709D017497D}" dt="2024-07-19T03:34:05.054" v="2107" actId="20577"/>
        <pc:sldMkLst>
          <pc:docMk/>
          <pc:sldMk cId="1134663648" sldId="259"/>
        </pc:sldMkLst>
        <pc:spChg chg="mod">
          <ac:chgData name="Thuy Ly" userId="S::thuy.ly@intelia.com.au::611f5afa-03f2-40e4-bbe6-ef0fa762d19c" providerId="AD" clId="Web-{E97A81FA-8900-67C6-7808-2709D017497D}" dt="2024-07-19T02:27:15.232" v="1336" actId="20577"/>
          <ac:spMkLst>
            <pc:docMk/>
            <pc:sldMk cId="1134663648" sldId="259"/>
            <ac:spMk id="49" creationId="{675A7C81-6A86-C5DE-4101-842DAD62F0C6}"/>
          </ac:spMkLst>
        </pc:spChg>
        <pc:spChg chg="mod">
          <ac:chgData name="Thuy Ly" userId="S::thuy.ly@intelia.com.au::611f5afa-03f2-40e4-bbe6-ef0fa762d19c" providerId="AD" clId="Web-{E97A81FA-8900-67C6-7808-2709D017497D}" dt="2024-07-19T03:34:05.054" v="2107" actId="20577"/>
          <ac:spMkLst>
            <pc:docMk/>
            <pc:sldMk cId="1134663648" sldId="259"/>
            <ac:spMk id="53" creationId="{6E4EAC1C-0A9E-A326-9FAC-F0EE18A9117D}"/>
          </ac:spMkLst>
        </pc:spChg>
      </pc:sldChg>
      <pc:sldChg chg="modSp new">
        <pc:chgData name="Thuy Ly" userId="S::thuy.ly@intelia.com.au::611f5afa-03f2-40e4-bbe6-ef0fa762d19c" providerId="AD" clId="Web-{E97A81FA-8900-67C6-7808-2709D017497D}" dt="2024-07-19T07:12:59.759" v="3129" actId="20577"/>
        <pc:sldMkLst>
          <pc:docMk/>
          <pc:sldMk cId="2414745947" sldId="260"/>
        </pc:sldMkLst>
        <pc:spChg chg="mod">
          <ac:chgData name="Thuy Ly" userId="S::thuy.ly@intelia.com.au::611f5afa-03f2-40e4-bbe6-ef0fa762d19c" providerId="AD" clId="Web-{E97A81FA-8900-67C6-7808-2709D017497D}" dt="2024-07-19T07:12:59.759" v="3129" actId="20577"/>
          <ac:spMkLst>
            <pc:docMk/>
            <pc:sldMk cId="2414745947" sldId="260"/>
            <ac:spMk id="2" creationId="{149AC11C-7F06-0911-F57E-3596DA030200}"/>
          </ac:spMkLst>
        </pc:spChg>
        <pc:spChg chg="mod">
          <ac:chgData name="Thuy Ly" userId="S::thuy.ly@intelia.com.au::611f5afa-03f2-40e4-bbe6-ef0fa762d19c" providerId="AD" clId="Web-{E97A81FA-8900-67C6-7808-2709D017497D}" dt="2024-07-19T07:12:52.133" v="3128" actId="20577"/>
          <ac:spMkLst>
            <pc:docMk/>
            <pc:sldMk cId="2414745947" sldId="260"/>
            <ac:spMk id="3" creationId="{E059CE54-C7EA-43D9-C97D-7FC1A806B267}"/>
          </ac:spMkLst>
        </pc:spChg>
      </pc:sldChg>
    </pc:docChg>
  </pc:docChgLst>
  <pc:docChgLst>
    <pc:chgData name="Andrew Nisbett" userId="S::andrew.nisbett@intelia.com.au::2cdcd649-906d-48e9-836a-3bd72dc5b482" providerId="AD" clId="Web-{F5FE2FED-4610-8D4C-3A52-0061C43111CC}"/>
    <pc:docChg chg="delSld modSld">
      <pc:chgData name="Andrew Nisbett" userId="S::andrew.nisbett@intelia.com.au::2cdcd649-906d-48e9-836a-3bd72dc5b482" providerId="AD" clId="Web-{F5FE2FED-4610-8D4C-3A52-0061C43111CC}" dt="2024-07-21T23:05:03.834" v="32"/>
      <pc:docMkLst>
        <pc:docMk/>
      </pc:docMkLst>
      <pc:sldChg chg="modSp delCm">
        <pc:chgData name="Andrew Nisbett" userId="S::andrew.nisbett@intelia.com.au::2cdcd649-906d-48e9-836a-3bd72dc5b482" providerId="AD" clId="Web-{F5FE2FED-4610-8D4C-3A52-0061C43111CC}" dt="2024-07-21T23:04:29.490" v="28"/>
        <pc:sldMkLst>
          <pc:docMk/>
          <pc:sldMk cId="405822744" sldId="256"/>
        </pc:sldMkLst>
        <pc:spChg chg="mod">
          <ac:chgData name="Andrew Nisbett" userId="S::andrew.nisbett@intelia.com.au::2cdcd649-906d-48e9-836a-3bd72dc5b482" providerId="AD" clId="Web-{F5FE2FED-4610-8D4C-3A52-0061C43111CC}" dt="2024-07-21T23:04:29.365" v="27" actId="20577"/>
          <ac:spMkLst>
            <pc:docMk/>
            <pc:sldMk cId="405822744" sldId="256"/>
            <ac:spMk id="23" creationId="{A21E5D37-428B-2E67-F4E6-08740D6B4F86}"/>
          </ac:spMkLst>
        </pc:spChg>
        <pc:extLst>
          <p:ext xmlns:p="http://schemas.openxmlformats.org/presentationml/2006/main" uri="{D6D511B9-2390-475A-947B-AFAB55BFBCF1}">
            <pc226:cmChg xmlns:pc226="http://schemas.microsoft.com/office/powerpoint/2022/06/main/command" chg="del">
              <pc226:chgData name="Andrew Nisbett" userId="S::andrew.nisbett@intelia.com.au::2cdcd649-906d-48e9-836a-3bd72dc5b482" providerId="AD" clId="Web-{F5FE2FED-4610-8D4C-3A52-0061C43111CC}" dt="2024-07-21T23:04:29.490" v="28"/>
              <pc2:cmMkLst xmlns:pc2="http://schemas.microsoft.com/office/powerpoint/2019/9/main/command">
                <pc:docMk/>
                <pc:sldMk cId="405822744" sldId="256"/>
                <pc2:cmMk id="{2B747584-13CC-4580-825B-B01496EDD681}"/>
              </pc2:cmMkLst>
            </pc226:cmChg>
          </p:ext>
        </pc:extLst>
      </pc:sldChg>
      <pc:sldChg chg="del">
        <pc:chgData name="Andrew Nisbett" userId="S::andrew.nisbett@intelia.com.au::2cdcd649-906d-48e9-836a-3bd72dc5b482" providerId="AD" clId="Web-{F5FE2FED-4610-8D4C-3A52-0061C43111CC}" dt="2024-07-21T23:05:03.818" v="30"/>
        <pc:sldMkLst>
          <pc:docMk/>
          <pc:sldMk cId="1836725786" sldId="257"/>
        </pc:sldMkLst>
      </pc:sldChg>
      <pc:sldChg chg="del">
        <pc:chgData name="Andrew Nisbett" userId="S::andrew.nisbett@intelia.com.au::2cdcd649-906d-48e9-836a-3bd72dc5b482" providerId="AD" clId="Web-{F5FE2FED-4610-8D4C-3A52-0061C43111CC}" dt="2024-07-21T23:05:03.834" v="31"/>
        <pc:sldMkLst>
          <pc:docMk/>
          <pc:sldMk cId="4132304646" sldId="258"/>
        </pc:sldMkLst>
      </pc:sldChg>
      <pc:sldChg chg="del">
        <pc:chgData name="Andrew Nisbett" userId="S::andrew.nisbett@intelia.com.au::2cdcd649-906d-48e9-836a-3bd72dc5b482" providerId="AD" clId="Web-{F5FE2FED-4610-8D4C-3A52-0061C43111CC}" dt="2024-07-21T23:05:03.834" v="32"/>
        <pc:sldMkLst>
          <pc:docMk/>
          <pc:sldMk cId="1134663648" sldId="259"/>
        </pc:sldMkLst>
      </pc:sldChg>
      <pc:sldChg chg="del">
        <pc:chgData name="Andrew Nisbett" userId="S::andrew.nisbett@intelia.com.au::2cdcd649-906d-48e9-836a-3bd72dc5b482" providerId="AD" clId="Web-{F5FE2FED-4610-8D4C-3A52-0061C43111CC}" dt="2024-07-21T23:05:00.818" v="29"/>
        <pc:sldMkLst>
          <pc:docMk/>
          <pc:sldMk cId="2414745947" sldId="26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5C11AF-CE65-4287-B1E8-EF4952EB8730}" type="datetimeFigureOut">
              <a:t>3/24/2025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D55489-3930-402B-AD9A-ED261B3C415F}" type="slidenum">
              <a:t>‹#›</a:t>
            </a:fld>
            <a:endParaRPr lang="en-US"/>
          </a:p>
        </p:txBody>
      </p:sp>
    </p:spTree>
    <p:extLst>
      <p:ext uri="{BB962C8B-B14F-4D97-AF65-F5344CB8AC3E}">
        <p14:creationId xmlns:p14="http://schemas.microsoft.com/office/powerpoint/2010/main" val="2233514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7D55489-3930-402B-AD9A-ED261B3C415F}" type="slidenum">
              <a:t>1</a:t>
            </a:fld>
            <a:endParaRPr lang="en-US"/>
          </a:p>
        </p:txBody>
      </p:sp>
    </p:spTree>
    <p:extLst>
      <p:ext uri="{BB962C8B-B14F-4D97-AF65-F5344CB8AC3E}">
        <p14:creationId xmlns:p14="http://schemas.microsoft.com/office/powerpoint/2010/main" val="2286929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B8C7-C31B-EA93-C25A-D05D59DA85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97764816-39A8-B8D9-8702-E66CD7488B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A8B9A866-5501-8BEE-4686-7B98EEBDE785}"/>
              </a:ext>
            </a:extLst>
          </p:cNvPr>
          <p:cNvSpPr>
            <a:spLocks noGrp="1"/>
          </p:cNvSpPr>
          <p:nvPr>
            <p:ph type="dt" sz="half" idx="10"/>
          </p:nvPr>
        </p:nvSpPr>
        <p:spPr/>
        <p:txBody>
          <a:bodyPr/>
          <a:lstStyle/>
          <a:p>
            <a:fld id="{23B745D6-BD15-46F4-8F61-5B76DC6813A2}" type="datetimeFigureOut">
              <a:rPr lang="en-AU" smtClean="0"/>
              <a:t>24/03/2025</a:t>
            </a:fld>
            <a:endParaRPr lang="en-AU"/>
          </a:p>
        </p:txBody>
      </p:sp>
      <p:sp>
        <p:nvSpPr>
          <p:cNvPr id="5" name="Footer Placeholder 4">
            <a:extLst>
              <a:ext uri="{FF2B5EF4-FFF2-40B4-BE49-F238E27FC236}">
                <a16:creationId xmlns:a16="http://schemas.microsoft.com/office/drawing/2014/main" id="{E16724CB-0C18-F1D2-363B-7B28B575C97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DD70DE3-8418-4D97-6BC6-AE1352004187}"/>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26000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1491A-5D76-336C-9759-9938EB44B84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D759AE5-2FC2-F159-F5BE-8153714890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51EAAD9-3D44-AF7E-7A7F-F9CD4159D95F}"/>
              </a:ext>
            </a:extLst>
          </p:cNvPr>
          <p:cNvSpPr>
            <a:spLocks noGrp="1"/>
          </p:cNvSpPr>
          <p:nvPr>
            <p:ph type="dt" sz="half" idx="10"/>
          </p:nvPr>
        </p:nvSpPr>
        <p:spPr/>
        <p:txBody>
          <a:bodyPr/>
          <a:lstStyle/>
          <a:p>
            <a:fld id="{23B745D6-BD15-46F4-8F61-5B76DC6813A2}" type="datetimeFigureOut">
              <a:rPr lang="en-AU" smtClean="0"/>
              <a:t>24/03/2025</a:t>
            </a:fld>
            <a:endParaRPr lang="en-AU"/>
          </a:p>
        </p:txBody>
      </p:sp>
      <p:sp>
        <p:nvSpPr>
          <p:cNvPr id="5" name="Footer Placeholder 4">
            <a:extLst>
              <a:ext uri="{FF2B5EF4-FFF2-40B4-BE49-F238E27FC236}">
                <a16:creationId xmlns:a16="http://schemas.microsoft.com/office/drawing/2014/main" id="{537259BA-2DDC-453B-3CFA-FBC059A9936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4434620-F20B-9C76-A750-8839942E0AAE}"/>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66145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A0102-CBF0-D843-369D-B5B0888AD1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74873907-1245-B3E1-B551-4544EF3DBF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65BEF4-E1D4-2AD0-5F9F-BA93B5DF32DC}"/>
              </a:ext>
            </a:extLst>
          </p:cNvPr>
          <p:cNvSpPr>
            <a:spLocks noGrp="1"/>
          </p:cNvSpPr>
          <p:nvPr>
            <p:ph type="dt" sz="half" idx="10"/>
          </p:nvPr>
        </p:nvSpPr>
        <p:spPr/>
        <p:txBody>
          <a:bodyPr/>
          <a:lstStyle/>
          <a:p>
            <a:fld id="{23B745D6-BD15-46F4-8F61-5B76DC6813A2}" type="datetimeFigureOut">
              <a:rPr lang="en-AU" smtClean="0"/>
              <a:t>24/03/2025</a:t>
            </a:fld>
            <a:endParaRPr lang="en-AU"/>
          </a:p>
        </p:txBody>
      </p:sp>
      <p:sp>
        <p:nvSpPr>
          <p:cNvPr id="5" name="Footer Placeholder 4">
            <a:extLst>
              <a:ext uri="{FF2B5EF4-FFF2-40B4-BE49-F238E27FC236}">
                <a16:creationId xmlns:a16="http://schemas.microsoft.com/office/drawing/2014/main" id="{17E2E788-017F-6F13-54DD-1E52E1AE08E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E7DEF14-4604-513B-A851-69578D66C237}"/>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545622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406C-0E11-A439-6365-CA35F62757B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0254C9C-351D-2880-FACD-D6F50600EE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689A863F-F3E1-1117-CDC1-2D16E76C65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8A6BA5F7-508C-204F-3300-40F111799652}"/>
              </a:ext>
            </a:extLst>
          </p:cNvPr>
          <p:cNvSpPr>
            <a:spLocks noGrp="1"/>
          </p:cNvSpPr>
          <p:nvPr>
            <p:ph type="dt" sz="half" idx="10"/>
          </p:nvPr>
        </p:nvSpPr>
        <p:spPr/>
        <p:txBody>
          <a:bodyPr/>
          <a:lstStyle/>
          <a:p>
            <a:fld id="{23B745D6-BD15-46F4-8F61-5B76DC6813A2}" type="datetimeFigureOut">
              <a:rPr lang="en-AU" smtClean="0"/>
              <a:t>24/03/2025</a:t>
            </a:fld>
            <a:endParaRPr lang="en-AU"/>
          </a:p>
        </p:txBody>
      </p:sp>
      <p:sp>
        <p:nvSpPr>
          <p:cNvPr id="6" name="Footer Placeholder 5">
            <a:extLst>
              <a:ext uri="{FF2B5EF4-FFF2-40B4-BE49-F238E27FC236}">
                <a16:creationId xmlns:a16="http://schemas.microsoft.com/office/drawing/2014/main" id="{630523C9-553E-3DA4-B45A-3127E7F2525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3305383-37DA-C93A-D22A-BBCB1FFDCACF}"/>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811324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4F650-1A3A-FB0D-6B99-51A9CEB651D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F4CE073-89B8-917C-7986-01451B9C45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6DAE6D-9EB9-D9FF-04FC-4CAF5F0C17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210CC00-36C5-7482-E885-2DC8197CE0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EEEFCE-B2E5-064D-2E85-A5A7C357F0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AE3BC028-8045-73F5-14E5-D2549F1C87EB}"/>
              </a:ext>
            </a:extLst>
          </p:cNvPr>
          <p:cNvSpPr>
            <a:spLocks noGrp="1"/>
          </p:cNvSpPr>
          <p:nvPr>
            <p:ph type="dt" sz="half" idx="10"/>
          </p:nvPr>
        </p:nvSpPr>
        <p:spPr/>
        <p:txBody>
          <a:bodyPr/>
          <a:lstStyle/>
          <a:p>
            <a:fld id="{23B745D6-BD15-46F4-8F61-5B76DC6813A2}" type="datetimeFigureOut">
              <a:rPr lang="en-AU" smtClean="0"/>
              <a:t>24/03/2025</a:t>
            </a:fld>
            <a:endParaRPr lang="en-AU"/>
          </a:p>
        </p:txBody>
      </p:sp>
      <p:sp>
        <p:nvSpPr>
          <p:cNvPr id="8" name="Footer Placeholder 7">
            <a:extLst>
              <a:ext uri="{FF2B5EF4-FFF2-40B4-BE49-F238E27FC236}">
                <a16:creationId xmlns:a16="http://schemas.microsoft.com/office/drawing/2014/main" id="{306C4AB4-3BE0-AB67-0718-D1A68AB2776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C97BBBE-7B81-A400-ACE5-ECD2477E891A}"/>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802951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D1856-B1CF-90EA-B782-4811DB7B17BF}"/>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43EBF581-0D70-407B-53B9-8153E2EAAB3F}"/>
              </a:ext>
            </a:extLst>
          </p:cNvPr>
          <p:cNvSpPr>
            <a:spLocks noGrp="1"/>
          </p:cNvSpPr>
          <p:nvPr>
            <p:ph type="dt" sz="half" idx="10"/>
          </p:nvPr>
        </p:nvSpPr>
        <p:spPr/>
        <p:txBody>
          <a:bodyPr/>
          <a:lstStyle/>
          <a:p>
            <a:fld id="{23B745D6-BD15-46F4-8F61-5B76DC6813A2}" type="datetimeFigureOut">
              <a:rPr lang="en-AU" smtClean="0"/>
              <a:t>24/03/2025</a:t>
            </a:fld>
            <a:endParaRPr lang="en-AU"/>
          </a:p>
        </p:txBody>
      </p:sp>
      <p:sp>
        <p:nvSpPr>
          <p:cNvPr id="4" name="Footer Placeholder 3">
            <a:extLst>
              <a:ext uri="{FF2B5EF4-FFF2-40B4-BE49-F238E27FC236}">
                <a16:creationId xmlns:a16="http://schemas.microsoft.com/office/drawing/2014/main" id="{FB1548F0-5D0F-2C95-5915-1C244C9BD253}"/>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ED8EDBD-8AEB-1CF8-3458-C8C26CFACF60}"/>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406104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D72DFA-CF95-6F45-0C81-C76BB33B15AA}"/>
              </a:ext>
            </a:extLst>
          </p:cNvPr>
          <p:cNvSpPr>
            <a:spLocks noGrp="1"/>
          </p:cNvSpPr>
          <p:nvPr>
            <p:ph type="dt" sz="half" idx="10"/>
          </p:nvPr>
        </p:nvSpPr>
        <p:spPr/>
        <p:txBody>
          <a:bodyPr/>
          <a:lstStyle/>
          <a:p>
            <a:fld id="{23B745D6-BD15-46F4-8F61-5B76DC6813A2}" type="datetimeFigureOut">
              <a:rPr lang="en-AU" smtClean="0"/>
              <a:t>24/03/2025</a:t>
            </a:fld>
            <a:endParaRPr lang="en-AU"/>
          </a:p>
        </p:txBody>
      </p:sp>
      <p:sp>
        <p:nvSpPr>
          <p:cNvPr id="3" name="Footer Placeholder 2">
            <a:extLst>
              <a:ext uri="{FF2B5EF4-FFF2-40B4-BE49-F238E27FC236}">
                <a16:creationId xmlns:a16="http://schemas.microsoft.com/office/drawing/2014/main" id="{3A41ABBF-E37B-A334-896D-AC3D737A37C7}"/>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0369ADC4-277E-6936-D0F0-CDAE8CF7D316}"/>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4025971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0AF14-DB75-0CB2-9679-44B3312C91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76B5469A-D73A-848D-FA3B-2DEF825D34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6242080A-A7A1-ED5A-0786-848EB52C3E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C2B081-067F-4EB4-48C8-898D12FE3A95}"/>
              </a:ext>
            </a:extLst>
          </p:cNvPr>
          <p:cNvSpPr>
            <a:spLocks noGrp="1"/>
          </p:cNvSpPr>
          <p:nvPr>
            <p:ph type="dt" sz="half" idx="10"/>
          </p:nvPr>
        </p:nvSpPr>
        <p:spPr/>
        <p:txBody>
          <a:bodyPr/>
          <a:lstStyle/>
          <a:p>
            <a:fld id="{23B745D6-BD15-46F4-8F61-5B76DC6813A2}" type="datetimeFigureOut">
              <a:rPr lang="en-AU" smtClean="0"/>
              <a:t>24/03/2025</a:t>
            </a:fld>
            <a:endParaRPr lang="en-AU"/>
          </a:p>
        </p:txBody>
      </p:sp>
      <p:sp>
        <p:nvSpPr>
          <p:cNvPr id="6" name="Footer Placeholder 5">
            <a:extLst>
              <a:ext uri="{FF2B5EF4-FFF2-40B4-BE49-F238E27FC236}">
                <a16:creationId xmlns:a16="http://schemas.microsoft.com/office/drawing/2014/main" id="{B1B9DB5D-2FD5-66A6-DA58-25747D4D2D3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2F9C774-F79D-24D1-9ABF-603E3B30FE0E}"/>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848474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5A743-6A46-0AAF-B7C5-6E2B0E87AF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92989FF-5850-18D2-AB3F-9056C5685B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FD651E8F-FF7C-6985-295D-EC7E4994E1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957EB6-FA17-1918-DA46-2FC41FD76FFF}"/>
              </a:ext>
            </a:extLst>
          </p:cNvPr>
          <p:cNvSpPr>
            <a:spLocks noGrp="1"/>
          </p:cNvSpPr>
          <p:nvPr>
            <p:ph type="dt" sz="half" idx="10"/>
          </p:nvPr>
        </p:nvSpPr>
        <p:spPr/>
        <p:txBody>
          <a:bodyPr/>
          <a:lstStyle/>
          <a:p>
            <a:fld id="{23B745D6-BD15-46F4-8F61-5B76DC6813A2}" type="datetimeFigureOut">
              <a:rPr lang="en-AU" smtClean="0"/>
              <a:t>24/03/2025</a:t>
            </a:fld>
            <a:endParaRPr lang="en-AU"/>
          </a:p>
        </p:txBody>
      </p:sp>
      <p:sp>
        <p:nvSpPr>
          <p:cNvPr id="6" name="Footer Placeholder 5">
            <a:extLst>
              <a:ext uri="{FF2B5EF4-FFF2-40B4-BE49-F238E27FC236}">
                <a16:creationId xmlns:a16="http://schemas.microsoft.com/office/drawing/2014/main" id="{EC0294D8-4894-D6A0-6131-FB93D61CE71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6483919-BFA3-F826-E6F5-F4FC68AAEC52}"/>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100619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44B3D-2126-5F91-B55A-F61DEED799C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B7CF0A9-CCF6-C245-D658-4B0F5460C2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E3559A2-FC84-8761-C9A3-3833C32C7D1F}"/>
              </a:ext>
            </a:extLst>
          </p:cNvPr>
          <p:cNvSpPr>
            <a:spLocks noGrp="1"/>
          </p:cNvSpPr>
          <p:nvPr>
            <p:ph type="dt" sz="half" idx="10"/>
          </p:nvPr>
        </p:nvSpPr>
        <p:spPr/>
        <p:txBody>
          <a:bodyPr/>
          <a:lstStyle/>
          <a:p>
            <a:fld id="{23B745D6-BD15-46F4-8F61-5B76DC6813A2}" type="datetimeFigureOut">
              <a:rPr lang="en-AU" smtClean="0"/>
              <a:t>24/03/2025</a:t>
            </a:fld>
            <a:endParaRPr lang="en-AU"/>
          </a:p>
        </p:txBody>
      </p:sp>
      <p:sp>
        <p:nvSpPr>
          <p:cNvPr id="5" name="Footer Placeholder 4">
            <a:extLst>
              <a:ext uri="{FF2B5EF4-FFF2-40B4-BE49-F238E27FC236}">
                <a16:creationId xmlns:a16="http://schemas.microsoft.com/office/drawing/2014/main" id="{4FF58D60-1729-7ACF-29F0-6F9117990FD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D5C1282-B0FE-9DB9-1046-41680730E620}"/>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658700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285CCD-0CA2-FC23-9DEF-60C27B2C9E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DA3091C-AD3B-5C92-2C49-AC2E4C693B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558B523-BA5B-0AA6-7EDA-BE283BE9C512}"/>
              </a:ext>
            </a:extLst>
          </p:cNvPr>
          <p:cNvSpPr>
            <a:spLocks noGrp="1"/>
          </p:cNvSpPr>
          <p:nvPr>
            <p:ph type="dt" sz="half" idx="10"/>
          </p:nvPr>
        </p:nvSpPr>
        <p:spPr/>
        <p:txBody>
          <a:bodyPr/>
          <a:lstStyle/>
          <a:p>
            <a:fld id="{23B745D6-BD15-46F4-8F61-5B76DC6813A2}" type="datetimeFigureOut">
              <a:rPr lang="en-AU" smtClean="0"/>
              <a:t>24/03/2025</a:t>
            </a:fld>
            <a:endParaRPr lang="en-AU"/>
          </a:p>
        </p:txBody>
      </p:sp>
      <p:sp>
        <p:nvSpPr>
          <p:cNvPr id="5" name="Footer Placeholder 4">
            <a:extLst>
              <a:ext uri="{FF2B5EF4-FFF2-40B4-BE49-F238E27FC236}">
                <a16:creationId xmlns:a16="http://schemas.microsoft.com/office/drawing/2014/main" id="{F1A9D627-0CF5-2E8B-2FAC-86772E4D031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8003FB6-991A-6E88-18E5-9F5DD0418AFB}"/>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363607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0188D05B-C9B1-9F8E-E8F8-58E8F8AA3A0E}"/>
              </a:ext>
            </a:extLst>
          </p:cNvPr>
          <p:cNvPicPr>
            <a:picLocks noChangeAspect="1"/>
          </p:cNvPicPr>
          <p:nvPr userDrawn="1"/>
        </p:nvPicPr>
        <p:blipFill>
          <a:blip r:embed="rId13">
            <a:alphaModFix amt="70000"/>
          </a:blip>
          <a:srcRect t="20571" r="13865" b="6706"/>
          <a:stretch>
            <a:fillRect/>
          </a:stretch>
        </p:blipFill>
        <p:spPr>
          <a:xfrm>
            <a:off x="0" y="893"/>
            <a:ext cx="12192000" cy="6856214"/>
          </a:xfrm>
          <a:prstGeom prst="rect">
            <a:avLst/>
          </a:prstGeom>
        </p:spPr>
      </p:pic>
      <p:sp>
        <p:nvSpPr>
          <p:cNvPr id="2" name="Title Placeholder 1">
            <a:extLst>
              <a:ext uri="{FF2B5EF4-FFF2-40B4-BE49-F238E27FC236}">
                <a16:creationId xmlns:a16="http://schemas.microsoft.com/office/drawing/2014/main" id="{A214F7C2-ACAC-9218-ADFF-A96CC3ECA3C8}"/>
              </a:ext>
            </a:extLst>
          </p:cNvPr>
          <p:cNvSpPr>
            <a:spLocks noGrp="1"/>
          </p:cNvSpPr>
          <p:nvPr>
            <p:ph type="title"/>
          </p:nvPr>
        </p:nvSpPr>
        <p:spPr>
          <a:xfrm>
            <a:off x="838200" y="365125"/>
            <a:ext cx="10515600" cy="883647"/>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304291D6-18A1-75A2-0433-A613EEEDBE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3DB3AEE-24A0-9046-27B2-6B77D57DAB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745D6-BD15-46F4-8F61-5B76DC6813A2}" type="datetimeFigureOut">
              <a:rPr lang="en-AU" smtClean="0"/>
              <a:t>24/03/2025</a:t>
            </a:fld>
            <a:endParaRPr lang="en-AU"/>
          </a:p>
        </p:txBody>
      </p:sp>
      <p:sp>
        <p:nvSpPr>
          <p:cNvPr id="5" name="Footer Placeholder 4">
            <a:extLst>
              <a:ext uri="{FF2B5EF4-FFF2-40B4-BE49-F238E27FC236}">
                <a16:creationId xmlns:a16="http://schemas.microsoft.com/office/drawing/2014/main" id="{AF4FADA7-7278-A9BE-3200-452300DDD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CD4787B9-44F7-ABCA-9067-AA1D31CD22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56EAF8-6659-4771-8BB2-799448F6FC8E}" type="slidenum">
              <a:rPr lang="en-AU" smtClean="0"/>
              <a:t>‹#›</a:t>
            </a:fld>
            <a:endParaRPr lang="en-AU"/>
          </a:p>
        </p:txBody>
      </p:sp>
      <p:pic>
        <p:nvPicPr>
          <p:cNvPr id="7" name="bg object 21">
            <a:extLst>
              <a:ext uri="{FF2B5EF4-FFF2-40B4-BE49-F238E27FC236}">
                <a16:creationId xmlns:a16="http://schemas.microsoft.com/office/drawing/2014/main" id="{93A3F3C9-669E-C711-876F-3DBFCBD16E8C}"/>
              </a:ext>
            </a:extLst>
          </p:cNvPr>
          <p:cNvPicPr/>
          <p:nvPr userDrawn="1"/>
        </p:nvPicPr>
        <p:blipFill>
          <a:blip r:embed="rId14" cstate="print"/>
          <a:stretch>
            <a:fillRect/>
          </a:stretch>
        </p:blipFill>
        <p:spPr>
          <a:xfrm>
            <a:off x="-1" y="-4682"/>
            <a:ext cx="12191999" cy="1338183"/>
          </a:xfrm>
          <a:prstGeom prst="rect">
            <a:avLst/>
          </a:prstGeom>
        </p:spPr>
      </p:pic>
      <p:pic>
        <p:nvPicPr>
          <p:cNvPr id="8" name="Picture 7">
            <a:extLst>
              <a:ext uri="{FF2B5EF4-FFF2-40B4-BE49-F238E27FC236}">
                <a16:creationId xmlns:a16="http://schemas.microsoft.com/office/drawing/2014/main" id="{A68CFD8C-1D1A-A751-3387-EEECA19420BD}"/>
              </a:ext>
            </a:extLst>
          </p:cNvPr>
          <p:cNvPicPr>
            <a:picLocks noChangeAspect="1"/>
          </p:cNvPicPr>
          <p:nvPr userDrawn="1"/>
        </p:nvPicPr>
        <p:blipFill rotWithShape="1">
          <a:blip r:embed="rId15"/>
          <a:srcRect l="4899"/>
          <a:stretch/>
        </p:blipFill>
        <p:spPr>
          <a:xfrm>
            <a:off x="0" y="-4681"/>
            <a:ext cx="12192000" cy="1338182"/>
          </a:xfrm>
          <a:prstGeom prst="rect">
            <a:avLst/>
          </a:prstGeom>
        </p:spPr>
      </p:pic>
    </p:spTree>
    <p:extLst>
      <p:ext uri="{BB962C8B-B14F-4D97-AF65-F5344CB8AC3E}">
        <p14:creationId xmlns:p14="http://schemas.microsoft.com/office/powerpoint/2010/main" val="29767758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microsoft.com/office/2007/relationships/hdphoto" Target="../media/hdphoto1.wdp"/><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Group 46">
            <a:extLst>
              <a:ext uri="{FF2B5EF4-FFF2-40B4-BE49-F238E27FC236}">
                <a16:creationId xmlns:a16="http://schemas.microsoft.com/office/drawing/2014/main" id="{FF06217B-3145-6D21-94AC-E634370CF8FF}"/>
              </a:ext>
            </a:extLst>
          </p:cNvPr>
          <p:cNvGrpSpPr/>
          <p:nvPr/>
        </p:nvGrpSpPr>
        <p:grpSpPr>
          <a:xfrm>
            <a:off x="3072778" y="5583656"/>
            <a:ext cx="4653516" cy="1195622"/>
            <a:chOff x="91266" y="8196071"/>
            <a:chExt cx="2498725" cy="2218184"/>
          </a:xfrm>
        </p:grpSpPr>
        <p:sp>
          <p:nvSpPr>
            <p:cNvPr id="48" name="object 41">
              <a:extLst>
                <a:ext uri="{FF2B5EF4-FFF2-40B4-BE49-F238E27FC236}">
                  <a16:creationId xmlns:a16="http://schemas.microsoft.com/office/drawing/2014/main" id="{CB9CDF36-C1E7-9DC5-C072-8FE9940570F8}"/>
                </a:ext>
              </a:extLst>
            </p:cNvPr>
            <p:cNvSpPr txBox="1"/>
            <p:nvPr/>
          </p:nvSpPr>
          <p:spPr>
            <a:xfrm>
              <a:off x="550054" y="9992285"/>
              <a:ext cx="1556722" cy="291049"/>
            </a:xfrm>
            <a:prstGeom prst="rect">
              <a:avLst/>
            </a:prstGeom>
          </p:spPr>
          <p:txBody>
            <a:bodyPr vert="horz" wrap="square" lIns="0" tIns="12700" rIns="0" bIns="0" rtlCol="0" anchor="t">
              <a:spAutoFit/>
            </a:bodyPr>
            <a:lstStyle/>
            <a:p>
              <a:pPr marL="12700" algn="ctr">
                <a:spcBef>
                  <a:spcPts val="100"/>
                </a:spcBef>
              </a:pPr>
              <a:r>
                <a:rPr lang="en-US" sz="900" dirty="0">
                  <a:solidFill>
                    <a:srgbClr val="0E2A3F"/>
                  </a:solidFill>
                  <a:latin typeface="Roboto"/>
                  <a:ea typeface="Roboto"/>
                  <a:cs typeface="Tahoma"/>
                </a:rPr>
                <a:t>- Group Workforce Manager, </a:t>
              </a:r>
              <a:r>
                <a:rPr lang="en-US" sz="900" dirty="0">
                  <a:solidFill>
                    <a:srgbClr val="0E2A3F"/>
                  </a:solidFill>
                  <a:latin typeface="Roboto"/>
                  <a:ea typeface="Roboto"/>
                  <a:cs typeface="Roboto"/>
                </a:rPr>
                <a:t>Analytics and Insights</a:t>
              </a:r>
              <a:endParaRPr lang="en-AU" sz="900" spc="35" dirty="0">
                <a:solidFill>
                  <a:srgbClr val="0E2A3F"/>
                </a:solidFill>
                <a:latin typeface="Roboto" panose="02000000000000000000" pitchFamily="2" charset="0"/>
                <a:ea typeface="Roboto" panose="02000000000000000000" pitchFamily="2" charset="0"/>
                <a:cs typeface="Tahoma"/>
              </a:endParaRPr>
            </a:p>
          </p:txBody>
        </p:sp>
        <p:sp>
          <p:nvSpPr>
            <p:cNvPr id="50" name="Rectangle 49">
              <a:extLst>
                <a:ext uri="{FF2B5EF4-FFF2-40B4-BE49-F238E27FC236}">
                  <a16:creationId xmlns:a16="http://schemas.microsoft.com/office/drawing/2014/main" id="{8C318E8E-FF15-FFA8-A833-1E97C3047EE1}"/>
                </a:ext>
              </a:extLst>
            </p:cNvPr>
            <p:cNvSpPr/>
            <p:nvPr/>
          </p:nvSpPr>
          <p:spPr>
            <a:xfrm>
              <a:off x="91266" y="8196071"/>
              <a:ext cx="2498725" cy="2218184"/>
            </a:xfrm>
            <a:prstGeom prst="rect">
              <a:avLst/>
            </a:prstGeom>
            <a:noFill/>
            <a:ln>
              <a:solidFill>
                <a:srgbClr val="0E2A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9" name="object 42">
              <a:extLst>
                <a:ext uri="{FF2B5EF4-FFF2-40B4-BE49-F238E27FC236}">
                  <a16:creationId xmlns:a16="http://schemas.microsoft.com/office/drawing/2014/main" id="{675A7C81-6A86-C5DE-4101-842DAD62F0C6}"/>
                </a:ext>
              </a:extLst>
            </p:cNvPr>
            <p:cNvSpPr txBox="1"/>
            <p:nvPr/>
          </p:nvSpPr>
          <p:spPr>
            <a:xfrm>
              <a:off x="221384" y="8500003"/>
              <a:ext cx="2235068" cy="1349234"/>
            </a:xfrm>
            <a:prstGeom prst="rect">
              <a:avLst/>
            </a:prstGeom>
          </p:spPr>
          <p:txBody>
            <a:bodyPr vert="horz" wrap="square" lIns="0" tIns="12700" rIns="0" bIns="0" rtlCol="0" anchor="t">
              <a:spAutoFit/>
            </a:bodyPr>
            <a:lstStyle/>
            <a:p>
              <a:pPr marL="12700" marR="5080" algn="ctr">
                <a:lnSpc>
                  <a:spcPct val="132100"/>
                </a:lnSpc>
                <a:spcBef>
                  <a:spcPts val="100"/>
                </a:spcBef>
              </a:pPr>
              <a:r>
                <a:rPr lang="en-US" sz="900" dirty="0">
                  <a:solidFill>
                    <a:srgbClr val="0E2A3F"/>
                  </a:solidFill>
                  <a:latin typeface="Roboto"/>
                  <a:ea typeface="Roboto"/>
                  <a:cs typeface="Tahoma"/>
                </a:rPr>
                <a:t>“</a:t>
              </a:r>
              <a:r>
                <a:rPr lang="en-US" sz="900" dirty="0">
                  <a:solidFill>
                    <a:srgbClr val="0E2A3F"/>
                  </a:solidFill>
                  <a:latin typeface="Roboto"/>
                  <a:ea typeface="+mn-lt"/>
                  <a:cs typeface="+mn-lt"/>
                </a:rPr>
                <a:t>A feeling of confidence and safety when being supported in a data migration engagement is what we all look for. The intelia team absolutely provided this. Also, at all times, they were a pleasure to deal with, which considering the complexities of this engagement, is no mean feat."</a:t>
              </a:r>
            </a:p>
          </p:txBody>
        </p:sp>
      </p:grpSp>
      <p:cxnSp>
        <p:nvCxnSpPr>
          <p:cNvPr id="75" name="Straight Connector 74">
            <a:extLst>
              <a:ext uri="{FF2B5EF4-FFF2-40B4-BE49-F238E27FC236}">
                <a16:creationId xmlns:a16="http://schemas.microsoft.com/office/drawing/2014/main" id="{7594B3FF-E945-5D47-0FA3-057E4E7A6C97}"/>
              </a:ext>
            </a:extLst>
          </p:cNvPr>
          <p:cNvCxnSpPr>
            <a:cxnSpLocks/>
          </p:cNvCxnSpPr>
          <p:nvPr/>
        </p:nvCxnSpPr>
        <p:spPr>
          <a:xfrm>
            <a:off x="7726294" y="1611330"/>
            <a:ext cx="0" cy="3738219"/>
          </a:xfrm>
          <a:prstGeom prst="line">
            <a:avLst/>
          </a:prstGeom>
          <a:ln>
            <a:solidFill>
              <a:srgbClr val="0E2A3F"/>
            </a:solidFill>
          </a:ln>
        </p:spPr>
        <p:style>
          <a:lnRef idx="1">
            <a:schemeClr val="accent1"/>
          </a:lnRef>
          <a:fillRef idx="0">
            <a:schemeClr val="accent1"/>
          </a:fillRef>
          <a:effectRef idx="0">
            <a:schemeClr val="accent1"/>
          </a:effectRef>
          <a:fontRef idx="minor">
            <a:schemeClr val="tx1"/>
          </a:fontRef>
        </p:style>
      </p:cxnSp>
      <p:sp>
        <p:nvSpPr>
          <p:cNvPr id="15" name="object 37">
            <a:extLst>
              <a:ext uri="{FF2B5EF4-FFF2-40B4-BE49-F238E27FC236}">
                <a16:creationId xmlns:a16="http://schemas.microsoft.com/office/drawing/2014/main" id="{CD324C2E-9ED2-FD3D-F0AA-E97D44868E6C}"/>
              </a:ext>
            </a:extLst>
          </p:cNvPr>
          <p:cNvSpPr txBox="1">
            <a:spLocks/>
          </p:cNvSpPr>
          <p:nvPr/>
        </p:nvSpPr>
        <p:spPr>
          <a:xfrm>
            <a:off x="316834" y="552282"/>
            <a:ext cx="11544632" cy="443711"/>
          </a:xfrm>
          <a:prstGeom prst="rect">
            <a:avLst/>
          </a:prstGeom>
        </p:spPr>
        <p:txBody>
          <a:bodyPr vert="horz" wrap="square" lIns="0" tIns="12700" rIns="0" bIns="0" rtlCol="0" anchor="t">
            <a:spAutoFit/>
          </a:bodyPr>
          <a:lstStyle>
            <a:lvl1pPr>
              <a:defRPr sz="4200" b="1" i="0">
                <a:solidFill>
                  <a:schemeClr val="bg1"/>
                </a:solidFill>
                <a:latin typeface="Roboto"/>
                <a:ea typeface="+mj-ea"/>
                <a:cs typeface="Roboto"/>
              </a:defRPr>
            </a:lvl1pPr>
          </a:lstStyle>
          <a:p>
            <a:pPr marL="12700">
              <a:spcBef>
                <a:spcPts val="100"/>
              </a:spcBef>
              <a:defRPr/>
            </a:pPr>
            <a:r>
              <a:rPr kumimoji="0" lang="en-AU" sz="2800" b="1" i="0" u="none" strike="noStrike" kern="0" cap="none" spc="0" normalizeH="0" baseline="0" noProof="0" dirty="0">
                <a:ln>
                  <a:noFill/>
                </a:ln>
                <a:effectLst/>
                <a:uLnTx/>
                <a:uFillTx/>
                <a:latin typeface="Roboto"/>
                <a:ea typeface="+mj-ea"/>
              </a:rPr>
              <a:t>Case</a:t>
            </a:r>
            <a:r>
              <a:rPr kumimoji="0" lang="en-AU" sz="2800" b="1" i="0" u="none" strike="noStrike" kern="0" cap="none" spc="-15" normalizeH="0" baseline="0" noProof="0" dirty="0">
                <a:ln>
                  <a:noFill/>
                </a:ln>
                <a:effectLst/>
                <a:uLnTx/>
                <a:uFillTx/>
                <a:latin typeface="Roboto"/>
                <a:ea typeface="+mj-ea"/>
              </a:rPr>
              <a:t> </a:t>
            </a:r>
            <a:r>
              <a:rPr kumimoji="0" lang="en-AU" sz="2800" b="1" i="0" u="none" strike="noStrike" kern="0" cap="none" spc="-10" normalizeH="0" baseline="0" noProof="0" dirty="0">
                <a:ln>
                  <a:noFill/>
                </a:ln>
                <a:effectLst/>
                <a:uLnTx/>
                <a:uFillTx/>
                <a:latin typeface="Roboto"/>
                <a:ea typeface="+mj-ea"/>
              </a:rPr>
              <a:t>Study</a:t>
            </a:r>
            <a:r>
              <a:rPr lang="en-AU" sz="2800" kern="0" spc="-10" dirty="0"/>
              <a:t> - HR Data Migration: Consolidation To A Single Platform</a:t>
            </a:r>
            <a:endParaRPr lang="en-AU" sz="2800" b="1" i="0" u="none" strike="noStrike" kern="0" cap="none" spc="-10" normalizeH="0" baseline="0" noProof="0" dirty="0">
              <a:ln>
                <a:noFill/>
              </a:ln>
              <a:effectLst/>
              <a:uLnTx/>
              <a:uFillTx/>
              <a:latin typeface="Roboto"/>
              <a:ea typeface="Roboto"/>
            </a:endParaRPr>
          </a:p>
        </p:txBody>
      </p:sp>
      <p:pic>
        <p:nvPicPr>
          <p:cNvPr id="16" name="bg object 23">
            <a:extLst>
              <a:ext uri="{FF2B5EF4-FFF2-40B4-BE49-F238E27FC236}">
                <a16:creationId xmlns:a16="http://schemas.microsoft.com/office/drawing/2014/main" id="{1F963E9B-BB0D-444B-59F4-E587E16A2F55}"/>
              </a:ext>
            </a:extLst>
          </p:cNvPr>
          <p:cNvPicPr/>
          <p:nvPr/>
        </p:nvPicPr>
        <p:blipFill>
          <a:blip r:embed="rId3" cstate="print"/>
          <a:stretch>
            <a:fillRect/>
          </a:stretch>
        </p:blipFill>
        <p:spPr>
          <a:xfrm>
            <a:off x="273542" y="156801"/>
            <a:ext cx="1368092" cy="361961"/>
          </a:xfrm>
          <a:prstGeom prst="rect">
            <a:avLst/>
          </a:prstGeom>
        </p:spPr>
      </p:pic>
      <p:pic>
        <p:nvPicPr>
          <p:cNvPr id="17" name="Picture 16" descr="A group of colorful symbols&#10;&#10;Description automatically generated with medium confidence">
            <a:extLst>
              <a:ext uri="{FF2B5EF4-FFF2-40B4-BE49-F238E27FC236}">
                <a16:creationId xmlns:a16="http://schemas.microsoft.com/office/drawing/2014/main" id="{865152CC-7651-C287-3FEF-D7C2C715E4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63341" y="70998"/>
            <a:ext cx="1394557" cy="563411"/>
          </a:xfrm>
          <a:prstGeom prst="rect">
            <a:avLst/>
          </a:prstGeom>
        </p:spPr>
      </p:pic>
      <p:sp>
        <p:nvSpPr>
          <p:cNvPr id="18" name="object 27">
            <a:extLst>
              <a:ext uri="{FF2B5EF4-FFF2-40B4-BE49-F238E27FC236}">
                <a16:creationId xmlns:a16="http://schemas.microsoft.com/office/drawing/2014/main" id="{1759BADB-DBF3-5EEA-C278-C70AE3057212}"/>
              </a:ext>
            </a:extLst>
          </p:cNvPr>
          <p:cNvSpPr txBox="1"/>
          <p:nvPr/>
        </p:nvSpPr>
        <p:spPr>
          <a:xfrm>
            <a:off x="10860567" y="249594"/>
            <a:ext cx="1331433" cy="197233"/>
          </a:xfrm>
          <a:prstGeom prst="rect">
            <a:avLst/>
          </a:prstGeom>
        </p:spPr>
        <p:txBody>
          <a:bodyPr vert="horz" wrap="square" lIns="0" tIns="12700" rIns="0" bIns="0" rtlCol="0">
            <a:spAutoFit/>
          </a:bodyPr>
          <a:lstStyle/>
          <a:p>
            <a:pPr marL="12700" marR="5080" algn="ctr">
              <a:lnSpc>
                <a:spcPct val="132100"/>
              </a:lnSpc>
              <a:spcBef>
                <a:spcPts val="365"/>
              </a:spcBef>
            </a:pPr>
            <a:r>
              <a:rPr lang="en-US" sz="1000" kern="0" spc="35">
                <a:solidFill>
                  <a:prstClr val="white"/>
                </a:solidFill>
                <a:latin typeface="Roboto" panose="02000000000000000000" pitchFamily="2" charset="0"/>
                <a:ea typeface="Roboto" panose="02000000000000000000" pitchFamily="2" charset="0"/>
                <a:cs typeface="Tahoma"/>
              </a:rPr>
              <a:t>www.intelia.ai</a:t>
            </a:r>
            <a:endParaRPr sz="1000" kern="0">
              <a:solidFill>
                <a:prstClr val="white"/>
              </a:solidFill>
              <a:latin typeface="Roboto" panose="02000000000000000000" pitchFamily="2" charset="0"/>
              <a:ea typeface="Roboto" panose="02000000000000000000" pitchFamily="2" charset="0"/>
              <a:cs typeface="Tahoma"/>
            </a:endParaRPr>
          </a:p>
        </p:txBody>
      </p:sp>
      <p:cxnSp>
        <p:nvCxnSpPr>
          <p:cNvPr id="20" name="Straight Connector 19">
            <a:extLst>
              <a:ext uri="{FF2B5EF4-FFF2-40B4-BE49-F238E27FC236}">
                <a16:creationId xmlns:a16="http://schemas.microsoft.com/office/drawing/2014/main" id="{BE0D2C8A-B3B2-2928-7B96-948A4BD3F81C}"/>
              </a:ext>
            </a:extLst>
          </p:cNvPr>
          <p:cNvCxnSpPr>
            <a:cxnSpLocks/>
            <a:stCxn id="60" idx="29"/>
          </p:cNvCxnSpPr>
          <p:nvPr/>
        </p:nvCxnSpPr>
        <p:spPr>
          <a:xfrm>
            <a:off x="2992260" y="1701343"/>
            <a:ext cx="14831" cy="3545327"/>
          </a:xfrm>
          <a:prstGeom prst="line">
            <a:avLst/>
          </a:prstGeom>
          <a:ln>
            <a:solidFill>
              <a:srgbClr val="0E2A3F"/>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883365EC-7DB8-AD71-8EC5-1ADBB2192780}"/>
              </a:ext>
            </a:extLst>
          </p:cNvPr>
          <p:cNvSpPr/>
          <p:nvPr/>
        </p:nvSpPr>
        <p:spPr>
          <a:xfrm>
            <a:off x="7424956" y="1588697"/>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sp>
        <p:nvSpPr>
          <p:cNvPr id="22" name="bg object 16">
            <a:extLst>
              <a:ext uri="{FF2B5EF4-FFF2-40B4-BE49-F238E27FC236}">
                <a16:creationId xmlns:a16="http://schemas.microsoft.com/office/drawing/2014/main" id="{E338DC0E-B0F1-63C8-F4A1-7A91E83C02F5}"/>
              </a:ext>
            </a:extLst>
          </p:cNvPr>
          <p:cNvSpPr/>
          <p:nvPr/>
        </p:nvSpPr>
        <p:spPr>
          <a:xfrm>
            <a:off x="0" y="4307393"/>
            <a:ext cx="2616199" cy="2480230"/>
          </a:xfrm>
          <a:custGeom>
            <a:avLst/>
            <a:gdLst/>
            <a:ahLst/>
            <a:cxnLst/>
            <a:rect l="l" t="t" r="r" b="b"/>
            <a:pathLst>
              <a:path w="2695575" h="3548379">
                <a:moveTo>
                  <a:pt x="2424390" y="3547959"/>
                </a:moveTo>
                <a:lnTo>
                  <a:pt x="0" y="3547959"/>
                </a:lnTo>
                <a:lnTo>
                  <a:pt x="0" y="0"/>
                </a:lnTo>
                <a:lnTo>
                  <a:pt x="2424385" y="0"/>
                </a:lnTo>
                <a:lnTo>
                  <a:pt x="2472939" y="4371"/>
                </a:lnTo>
                <a:lnTo>
                  <a:pt x="2518675" y="16970"/>
                </a:lnTo>
                <a:lnTo>
                  <a:pt x="2560820" y="37023"/>
                </a:lnTo>
                <a:lnTo>
                  <a:pt x="2598602" y="63759"/>
                </a:lnTo>
                <a:lnTo>
                  <a:pt x="2631247" y="96404"/>
                </a:lnTo>
                <a:lnTo>
                  <a:pt x="2657982" y="134185"/>
                </a:lnTo>
                <a:lnTo>
                  <a:pt x="2678036" y="176330"/>
                </a:lnTo>
                <a:lnTo>
                  <a:pt x="2690635" y="222066"/>
                </a:lnTo>
                <a:lnTo>
                  <a:pt x="2695006" y="270620"/>
                </a:lnTo>
                <a:lnTo>
                  <a:pt x="2695006" y="3277339"/>
                </a:lnTo>
                <a:lnTo>
                  <a:pt x="2690635" y="3325892"/>
                </a:lnTo>
                <a:lnTo>
                  <a:pt x="2678036" y="3371628"/>
                </a:lnTo>
                <a:lnTo>
                  <a:pt x="2657982" y="3413774"/>
                </a:lnTo>
                <a:lnTo>
                  <a:pt x="2631247" y="3451555"/>
                </a:lnTo>
                <a:lnTo>
                  <a:pt x="2598602" y="3484200"/>
                </a:lnTo>
                <a:lnTo>
                  <a:pt x="2560820" y="3510935"/>
                </a:lnTo>
                <a:lnTo>
                  <a:pt x="2518675" y="3530989"/>
                </a:lnTo>
                <a:lnTo>
                  <a:pt x="2472939" y="3543588"/>
                </a:lnTo>
                <a:lnTo>
                  <a:pt x="2424390" y="3547959"/>
                </a:lnTo>
                <a:close/>
              </a:path>
            </a:pathLst>
          </a:custGeom>
          <a:solidFill>
            <a:srgbClr val="00AA7E"/>
          </a:solidFill>
        </p:spPr>
        <p:txBody>
          <a:bodyPr wrap="square" lIns="0" tIns="0" rIns="0" bIns="0" rtlCol="0"/>
          <a:lstStyle/>
          <a:p>
            <a:endParaRPr/>
          </a:p>
        </p:txBody>
      </p:sp>
      <p:sp>
        <p:nvSpPr>
          <p:cNvPr id="23" name="object 29">
            <a:extLst>
              <a:ext uri="{FF2B5EF4-FFF2-40B4-BE49-F238E27FC236}">
                <a16:creationId xmlns:a16="http://schemas.microsoft.com/office/drawing/2014/main" id="{A21E5D37-428B-2E67-F4E6-08740D6B4F86}"/>
              </a:ext>
            </a:extLst>
          </p:cNvPr>
          <p:cNvSpPr txBox="1"/>
          <p:nvPr/>
        </p:nvSpPr>
        <p:spPr>
          <a:xfrm>
            <a:off x="3374485" y="1891093"/>
            <a:ext cx="4044869" cy="1320874"/>
          </a:xfrm>
          <a:prstGeom prst="rect">
            <a:avLst/>
          </a:prstGeom>
        </p:spPr>
        <p:txBody>
          <a:bodyPr vert="horz" wrap="square" lIns="0" tIns="12700" rIns="0" bIns="0" rtlCol="0" anchor="t">
            <a:spAutoFit/>
          </a:bodyPr>
          <a:lstStyle>
            <a:defPPr>
              <a:defRPr lang="en-US"/>
            </a:defPPr>
            <a:lvl1pPr marR="0" lvl="0" indent="0" defTabSz="584200" fontAlgn="auto" hangingPunct="0">
              <a:lnSpc>
                <a:spcPct val="100000"/>
              </a:lnSpc>
              <a:spcBef>
                <a:spcPts val="0"/>
              </a:spcBef>
              <a:spcAft>
                <a:spcPts val="0"/>
              </a:spcAft>
              <a:buClrTx/>
              <a:buSzTx/>
              <a:buFontTx/>
              <a:buNone/>
              <a:tabLst/>
              <a:defRPr sz="1000">
                <a:solidFill>
                  <a:srgbClr val="212B40"/>
                </a:solidFill>
                <a:latin typeface="Roboto"/>
                <a:cs typeface="Roboto"/>
              </a:defRPr>
            </a:lvl1pPr>
          </a:lstStyle>
          <a:p>
            <a:r>
              <a:rPr lang="en-AU" sz="850" dirty="0"/>
              <a:t>Crown, a prominent organisation with presence in Melbourne, Sydney, and Perth, had each entity operating its own HR system resulting in siloed data. This fragmentation made it nearly impossible for Crown to accurately harness their data for proactive analytics or have a reliable, single view of their workforce. Additionally, this led to compliance issues and significant data integrity challenges.</a:t>
            </a:r>
            <a:endParaRPr lang="en-AU" sz="850">
              <a:ea typeface="Roboto"/>
            </a:endParaRPr>
          </a:p>
          <a:p>
            <a:endParaRPr lang="en-AU" sz="850" dirty="0">
              <a:ea typeface="Roboto"/>
            </a:endParaRPr>
          </a:p>
          <a:p>
            <a:r>
              <a:rPr lang="en-AU" sz="850" dirty="0">
                <a:ea typeface="Roboto"/>
              </a:rPr>
              <a:t>Recognising the need for a unified HR system, Crown aimed to consolidate their disparate systems into a single, cohesive platform. Recognising their lack of internal capacity and capability to achieve this, Crown engaged </a:t>
            </a:r>
            <a:r>
              <a:rPr lang="en-AU" sz="850" dirty="0" err="1">
                <a:ea typeface="Roboto"/>
              </a:rPr>
              <a:t>intelia's</a:t>
            </a:r>
            <a:r>
              <a:rPr lang="en-AU" sz="850" dirty="0">
                <a:ea typeface="Roboto"/>
              </a:rPr>
              <a:t> expertise to realise Crown's goal of a single, efficient and compliant HR system.</a:t>
            </a:r>
            <a:endParaRPr lang="en-AU" sz="850">
              <a:ea typeface="Roboto"/>
            </a:endParaRPr>
          </a:p>
        </p:txBody>
      </p:sp>
      <p:sp>
        <p:nvSpPr>
          <p:cNvPr id="24" name="object 31">
            <a:extLst>
              <a:ext uri="{FF2B5EF4-FFF2-40B4-BE49-F238E27FC236}">
                <a16:creationId xmlns:a16="http://schemas.microsoft.com/office/drawing/2014/main" id="{54188DC0-D0FE-EA63-1873-8482ADFFEAF5}"/>
              </a:ext>
            </a:extLst>
          </p:cNvPr>
          <p:cNvSpPr txBox="1"/>
          <p:nvPr/>
        </p:nvSpPr>
        <p:spPr>
          <a:xfrm>
            <a:off x="3371639" y="3861888"/>
            <a:ext cx="4049425" cy="1451679"/>
          </a:xfrm>
          <a:prstGeom prst="rect">
            <a:avLst/>
          </a:prstGeom>
        </p:spPr>
        <p:txBody>
          <a:bodyPr vert="horz" wrap="square" lIns="0" tIns="12700" rIns="0" bIns="0" rtlCol="0" anchor="t">
            <a:spAutoFit/>
          </a:bodyPr>
          <a:lstStyle/>
          <a:p>
            <a:pPr defTabSz="584200">
              <a:defRPr/>
            </a:pPr>
            <a:r>
              <a:rPr lang="en-AU" sz="850" dirty="0" err="1">
                <a:solidFill>
                  <a:srgbClr val="212B40"/>
                </a:solidFill>
                <a:latin typeface="Roboto"/>
                <a:ea typeface="+mn-lt"/>
                <a:cs typeface="+mn-lt"/>
                <a:sym typeface="Helvetica Neue Medium"/>
              </a:rPr>
              <a:t>intelia's</a:t>
            </a:r>
            <a:r>
              <a:rPr lang="en-AU" sz="850" dirty="0">
                <a:solidFill>
                  <a:srgbClr val="212B40"/>
                </a:solidFill>
                <a:latin typeface="Roboto"/>
                <a:ea typeface="+mn-lt"/>
                <a:cs typeface="+mn-lt"/>
                <a:sym typeface="Helvetica Neue Medium"/>
              </a:rPr>
              <a:t> team of business analysts and data engineers collaborated closely with key Crown stakeholders to understand their existing data landscape and the target system's requirements. The team functioned in an Agile manner and throughout the engagement, intelia maintained open communication, guiding Crown through the migration process, data integrity issues and suggested actions for resolution.</a:t>
            </a:r>
            <a:endParaRPr lang="en-AU" sz="850" dirty="0">
              <a:latin typeface="Roboto"/>
              <a:ea typeface="+mn-lt"/>
              <a:cs typeface="+mn-lt"/>
            </a:endParaRPr>
          </a:p>
          <a:p>
            <a:pPr defTabSz="584200">
              <a:defRPr/>
            </a:pPr>
            <a:endParaRPr lang="en-AU" sz="850" dirty="0">
              <a:solidFill>
                <a:srgbClr val="212B40"/>
              </a:solidFill>
              <a:latin typeface="Roboto"/>
              <a:ea typeface="+mn-lt"/>
              <a:cs typeface="+mn-lt"/>
            </a:endParaRPr>
          </a:p>
          <a:p>
            <a:pPr defTabSz="584200">
              <a:defRPr/>
            </a:pPr>
            <a:r>
              <a:rPr lang="en-AU" sz="850" dirty="0" err="1">
                <a:solidFill>
                  <a:srgbClr val="212B40"/>
                </a:solidFill>
                <a:latin typeface="Roboto"/>
                <a:ea typeface="+mn-lt"/>
                <a:cs typeface="+mn-lt"/>
              </a:rPr>
              <a:t>intelia</a:t>
            </a:r>
            <a:r>
              <a:rPr lang="en-AU" sz="850" dirty="0">
                <a:solidFill>
                  <a:srgbClr val="212B40"/>
                </a:solidFill>
                <a:latin typeface="Roboto"/>
                <a:ea typeface="+mn-lt"/>
                <a:cs typeface="+mn-lt"/>
              </a:rPr>
              <a:t> not only</a:t>
            </a:r>
            <a:r>
              <a:rPr lang="en-AU" sz="850" dirty="0">
                <a:solidFill>
                  <a:srgbClr val="212B40"/>
                </a:solidFill>
                <a:latin typeface="Roboto"/>
                <a:ea typeface="+mn-lt"/>
                <a:cs typeface="+mn-lt"/>
                <a:sym typeface="Helvetica Neue Medium"/>
              </a:rPr>
              <a:t> delivered an outcome that met Crown's immediate needs, we provided a comprehensive solution beyond what was requested at face-value, through implementing additional integrity steps such as data cleansing and reconciliation reporting. This created space for Crown to focus on their core business, trusting the data migration was in capable hands with </a:t>
            </a:r>
            <a:r>
              <a:rPr lang="en-AU" sz="850" dirty="0" err="1">
                <a:solidFill>
                  <a:srgbClr val="212B40"/>
                </a:solidFill>
                <a:latin typeface="Roboto"/>
                <a:ea typeface="+mn-lt"/>
                <a:cs typeface="+mn-lt"/>
                <a:sym typeface="Helvetica Neue Medium"/>
              </a:rPr>
              <a:t>intelia</a:t>
            </a:r>
            <a:r>
              <a:rPr lang="en-AU" sz="850" dirty="0">
                <a:solidFill>
                  <a:srgbClr val="212B40"/>
                </a:solidFill>
                <a:latin typeface="Roboto"/>
                <a:ea typeface="+mn-lt"/>
                <a:cs typeface="+mn-lt"/>
                <a:sym typeface="Helvetica Neue Medium"/>
              </a:rPr>
              <a:t>.</a:t>
            </a:r>
            <a:endParaRPr lang="en-AU" sz="850" dirty="0">
              <a:solidFill>
                <a:srgbClr val="212B40"/>
              </a:solidFill>
              <a:latin typeface="Roboto"/>
              <a:ea typeface="+mn-lt"/>
              <a:cs typeface="+mn-lt"/>
            </a:endParaRPr>
          </a:p>
        </p:txBody>
      </p:sp>
      <p:sp>
        <p:nvSpPr>
          <p:cNvPr id="25" name="object 34">
            <a:extLst>
              <a:ext uri="{FF2B5EF4-FFF2-40B4-BE49-F238E27FC236}">
                <a16:creationId xmlns:a16="http://schemas.microsoft.com/office/drawing/2014/main" id="{EA7C1E8D-2B3C-F2D1-E212-1AF5BADCD60C}"/>
              </a:ext>
            </a:extLst>
          </p:cNvPr>
          <p:cNvSpPr txBox="1"/>
          <p:nvPr/>
        </p:nvSpPr>
        <p:spPr>
          <a:xfrm>
            <a:off x="252559" y="4439274"/>
            <a:ext cx="2116944" cy="1315745"/>
          </a:xfrm>
          <a:prstGeom prst="rect">
            <a:avLst/>
          </a:prstGeom>
        </p:spPr>
        <p:txBody>
          <a:bodyPr vert="horz" wrap="square" lIns="0" tIns="12700" rIns="0" bIns="0" rtlCol="0" anchor="t">
            <a:spAutoFit/>
          </a:bodyPr>
          <a:lstStyle/>
          <a:p>
            <a:pPr marL="12700">
              <a:spcBef>
                <a:spcPts val="100"/>
              </a:spcBef>
            </a:pPr>
            <a:r>
              <a:rPr lang="en-AU" sz="1500" b="1" spc="-10" dirty="0">
                <a:solidFill>
                  <a:srgbClr val="FFFFFF"/>
                </a:solidFill>
                <a:latin typeface="Roboto"/>
                <a:cs typeface="Roboto"/>
              </a:rPr>
              <a:t>Crown Resorts</a:t>
            </a:r>
          </a:p>
          <a:p>
            <a:pPr marL="12700">
              <a:lnSpc>
                <a:spcPct val="100000"/>
              </a:lnSpc>
              <a:spcBef>
                <a:spcPts val="100"/>
              </a:spcBef>
            </a:pPr>
            <a:endParaRPr lang="en-AU" sz="800" dirty="0">
              <a:latin typeface="Roboto"/>
              <a:cs typeface="Roboto"/>
            </a:endParaRPr>
          </a:p>
          <a:p>
            <a:pPr marL="12700">
              <a:spcBef>
                <a:spcPts val="100"/>
              </a:spcBef>
            </a:pPr>
            <a:r>
              <a:rPr lang="en-AU" sz="1200" dirty="0">
                <a:solidFill>
                  <a:schemeClr val="bg1"/>
                </a:solidFill>
                <a:latin typeface="Roboto"/>
                <a:cs typeface="Roboto"/>
              </a:rPr>
              <a:t>Crown is one of Australia's largest entertainment groups with its core businesses and investments in the integrated resorts sector.</a:t>
            </a:r>
            <a:endParaRPr lang="en-AU" sz="1200" dirty="0">
              <a:solidFill>
                <a:schemeClr val="bg1"/>
              </a:solidFill>
              <a:latin typeface="Roboto"/>
              <a:ea typeface="Roboto"/>
              <a:cs typeface="Roboto"/>
            </a:endParaRPr>
          </a:p>
        </p:txBody>
      </p:sp>
      <p:sp>
        <p:nvSpPr>
          <p:cNvPr id="26" name="object 38">
            <a:extLst>
              <a:ext uri="{FF2B5EF4-FFF2-40B4-BE49-F238E27FC236}">
                <a16:creationId xmlns:a16="http://schemas.microsoft.com/office/drawing/2014/main" id="{C66AC46E-2735-98D6-F6F0-4163DEF07545}"/>
              </a:ext>
            </a:extLst>
          </p:cNvPr>
          <p:cNvSpPr txBox="1"/>
          <p:nvPr/>
        </p:nvSpPr>
        <p:spPr>
          <a:xfrm>
            <a:off x="278698" y="1524109"/>
            <a:ext cx="2406887" cy="2641749"/>
          </a:xfrm>
          <a:prstGeom prst="rect">
            <a:avLst/>
          </a:prstGeom>
          <a:ln w="19050" cmpd="sng">
            <a:noFill/>
            <a:prstDash val="solid"/>
          </a:ln>
        </p:spPr>
        <p:txBody>
          <a:bodyPr vert="horz" wrap="square" lIns="0" tIns="12700" rIns="0" bIns="0" rtlCol="0" anchor="t">
            <a:spAutoFit/>
          </a:bodyPr>
          <a:lstStyle/>
          <a:p>
            <a:pPr marL="12700">
              <a:spcBef>
                <a:spcPts val="100"/>
              </a:spcBef>
            </a:pPr>
            <a:r>
              <a:rPr lang="en-AU" sz="1600" b="1" dirty="0">
                <a:solidFill>
                  <a:srgbClr val="0E2A3F"/>
                </a:solidFill>
                <a:latin typeface="Roboto"/>
                <a:cs typeface="Roboto"/>
              </a:rPr>
              <a:t>Data Transformation</a:t>
            </a:r>
          </a:p>
          <a:p>
            <a:pPr marL="201295" indent="-182880">
              <a:spcBef>
                <a:spcPts val="100"/>
              </a:spcBef>
              <a:buClr>
                <a:srgbClr val="00AA7F"/>
              </a:buClr>
              <a:buFont typeface="Arial"/>
              <a:buChar char="•"/>
            </a:pPr>
            <a:r>
              <a:rPr lang="en-AU" sz="1100" dirty="0">
                <a:solidFill>
                  <a:srgbClr val="0E2A3F"/>
                </a:solidFill>
                <a:latin typeface="Roboto"/>
                <a:ea typeface="Roboto"/>
                <a:cs typeface="Roboto"/>
              </a:rPr>
              <a:t>Defining data requirements: input &amp; output schemas, and transformation logic</a:t>
            </a:r>
          </a:p>
          <a:p>
            <a:pPr marL="201295" indent="-182880">
              <a:spcBef>
                <a:spcPts val="100"/>
              </a:spcBef>
              <a:buClr>
                <a:srgbClr val="00AA7F"/>
              </a:buClr>
              <a:buFont typeface="Arial"/>
              <a:buChar char="•"/>
            </a:pPr>
            <a:r>
              <a:rPr lang="en-AU" sz="1100" dirty="0">
                <a:solidFill>
                  <a:srgbClr val="0E2A3F"/>
                </a:solidFill>
                <a:latin typeface="Roboto"/>
                <a:ea typeface="Roboto"/>
                <a:cs typeface="Roboto"/>
              </a:rPr>
              <a:t>Data extraction from Oracle database and integration to Azure</a:t>
            </a:r>
            <a:endParaRPr lang="en-AU" sz="1100">
              <a:solidFill>
                <a:srgbClr val="000000"/>
              </a:solidFill>
              <a:latin typeface="Roboto"/>
              <a:ea typeface="Calibri"/>
              <a:cs typeface="Calibri"/>
            </a:endParaRPr>
          </a:p>
          <a:p>
            <a:pPr marL="201295" indent="-182880">
              <a:spcBef>
                <a:spcPts val="100"/>
              </a:spcBef>
              <a:buClr>
                <a:srgbClr val="00AA7F"/>
              </a:buClr>
              <a:buFont typeface="Arial"/>
              <a:buChar char="•"/>
            </a:pPr>
            <a:r>
              <a:rPr lang="en-AU" sz="1100" dirty="0">
                <a:solidFill>
                  <a:srgbClr val="0E2A3F"/>
                </a:solidFill>
                <a:latin typeface="Roboto"/>
                <a:ea typeface="Roboto"/>
                <a:cs typeface="Roboto"/>
              </a:rPr>
              <a:t>Data transformation pipelines in Azure Data Factory (ADF)</a:t>
            </a:r>
          </a:p>
          <a:p>
            <a:pPr marL="298450" indent="-285750">
              <a:spcBef>
                <a:spcPts val="100"/>
              </a:spcBef>
              <a:buFont typeface="Arial"/>
              <a:buChar char="•"/>
            </a:pPr>
            <a:endParaRPr lang="en-AU" sz="1200" dirty="0">
              <a:solidFill>
                <a:srgbClr val="0E2A3F"/>
              </a:solidFill>
              <a:latin typeface="Roboto"/>
              <a:ea typeface="Roboto"/>
              <a:cs typeface="Roboto"/>
            </a:endParaRPr>
          </a:p>
          <a:p>
            <a:pPr marL="12700">
              <a:spcBef>
                <a:spcPts val="100"/>
              </a:spcBef>
            </a:pPr>
            <a:r>
              <a:rPr lang="en-AU" sz="1600" b="1" dirty="0">
                <a:solidFill>
                  <a:srgbClr val="0E2A3F"/>
                </a:solidFill>
                <a:latin typeface="Roboto"/>
                <a:cs typeface="Roboto"/>
              </a:rPr>
              <a:t>Data Management</a:t>
            </a:r>
            <a:endParaRPr lang="en-AU" sz="1600" b="1" dirty="0">
              <a:solidFill>
                <a:srgbClr val="0E2A3F"/>
              </a:solidFill>
              <a:latin typeface="Roboto"/>
              <a:ea typeface="Roboto"/>
              <a:cs typeface="Roboto"/>
            </a:endParaRPr>
          </a:p>
          <a:p>
            <a:pPr marL="201295" indent="-182880">
              <a:spcBef>
                <a:spcPts val="100"/>
              </a:spcBef>
              <a:buClr>
                <a:srgbClr val="00AA7F"/>
              </a:buClr>
              <a:buFont typeface="Arial"/>
              <a:buChar char="•"/>
            </a:pPr>
            <a:r>
              <a:rPr lang="en-AU" sz="1100" dirty="0">
                <a:solidFill>
                  <a:srgbClr val="0E2A3F"/>
                </a:solidFill>
                <a:latin typeface="Roboto"/>
                <a:ea typeface="Roboto"/>
                <a:cs typeface="Roboto"/>
              </a:rPr>
              <a:t>Reporting to reconcile number of records in VS records out</a:t>
            </a:r>
          </a:p>
          <a:p>
            <a:pPr marL="201295" indent="-182880">
              <a:spcBef>
                <a:spcPts val="100"/>
              </a:spcBef>
              <a:buClr>
                <a:srgbClr val="00AA7F"/>
              </a:buClr>
              <a:buFont typeface="Arial"/>
              <a:buChar char="•"/>
            </a:pPr>
            <a:r>
              <a:rPr lang="en-AU" sz="1100" dirty="0">
                <a:solidFill>
                  <a:srgbClr val="0E2A3F"/>
                </a:solidFill>
                <a:latin typeface="Roboto"/>
                <a:ea typeface="Roboto"/>
                <a:cs typeface="Roboto"/>
              </a:rPr>
              <a:t>Mitigation plan of data quality issues</a:t>
            </a:r>
          </a:p>
        </p:txBody>
      </p:sp>
      <p:sp>
        <p:nvSpPr>
          <p:cNvPr id="28" name="object 31">
            <a:extLst>
              <a:ext uri="{FF2B5EF4-FFF2-40B4-BE49-F238E27FC236}">
                <a16:creationId xmlns:a16="http://schemas.microsoft.com/office/drawing/2014/main" id="{1762D708-DDFE-CFAB-4EBA-820BC48A4944}"/>
              </a:ext>
            </a:extLst>
          </p:cNvPr>
          <p:cNvSpPr txBox="1"/>
          <p:nvPr/>
        </p:nvSpPr>
        <p:spPr>
          <a:xfrm>
            <a:off x="8098467" y="1902609"/>
            <a:ext cx="3899545" cy="2105705"/>
          </a:xfrm>
          <a:prstGeom prst="rect">
            <a:avLst/>
          </a:prstGeom>
        </p:spPr>
        <p:txBody>
          <a:bodyPr vert="horz" wrap="square" lIns="0" tIns="12700" rIns="0" bIns="0" rtlCol="0" anchor="t">
            <a:spAutoFit/>
          </a:bodyPr>
          <a:lstStyle/>
          <a:p>
            <a:pPr defTabSz="584200">
              <a:defRPr/>
            </a:pPr>
            <a:r>
              <a:rPr lang="en-AU" sz="850" dirty="0">
                <a:solidFill>
                  <a:srgbClr val="212B40"/>
                </a:solidFill>
                <a:latin typeface="Roboto"/>
                <a:ea typeface="+mn-lt"/>
                <a:cs typeface="+mn-lt"/>
              </a:rPr>
              <a:t>To underpin our end-to-end solution, </a:t>
            </a:r>
            <a:r>
              <a:rPr lang="en-AU" sz="850" dirty="0" err="1">
                <a:solidFill>
                  <a:srgbClr val="212B40"/>
                </a:solidFill>
                <a:latin typeface="Roboto"/>
                <a:ea typeface="Roboto"/>
                <a:cs typeface="Roboto"/>
              </a:rPr>
              <a:t>intelia</a:t>
            </a:r>
            <a:r>
              <a:rPr lang="en-AU" sz="850" dirty="0">
                <a:solidFill>
                  <a:srgbClr val="212B40"/>
                </a:solidFill>
                <a:latin typeface="Roboto"/>
                <a:ea typeface="Roboto"/>
                <a:cs typeface="Roboto"/>
              </a:rPr>
              <a:t> sought to understand the requirements &amp; constraints of the target platform and used this as a basis to </a:t>
            </a:r>
            <a:r>
              <a:rPr lang="en-AU" sz="850">
                <a:solidFill>
                  <a:srgbClr val="212B40"/>
                </a:solidFill>
                <a:latin typeface="Roboto"/>
                <a:ea typeface="Roboto"/>
                <a:cs typeface="Roboto"/>
              </a:rPr>
              <a:t>drive an extensive data mapping exercise to manage significant structural </a:t>
            </a:r>
            <a:r>
              <a:rPr lang="en-AU" sz="850" dirty="0">
                <a:solidFill>
                  <a:srgbClr val="212B40"/>
                </a:solidFill>
                <a:latin typeface="Roboto"/>
                <a:ea typeface="Roboto"/>
                <a:cs typeface="Roboto"/>
              </a:rPr>
              <a:t>differences between the legacy systems and the new platform.</a:t>
            </a:r>
          </a:p>
          <a:p>
            <a:pPr defTabSz="584200">
              <a:defRPr/>
            </a:pPr>
            <a:endParaRPr lang="en-AU" sz="850" dirty="0">
              <a:solidFill>
                <a:srgbClr val="212B40"/>
              </a:solidFill>
              <a:latin typeface="Roboto"/>
              <a:ea typeface="Roboto"/>
              <a:cs typeface="Roboto"/>
            </a:endParaRPr>
          </a:p>
          <a:p>
            <a:pPr defTabSz="584200">
              <a:defRPr/>
            </a:pPr>
            <a:r>
              <a:rPr lang="en-AU" sz="850" err="1">
                <a:solidFill>
                  <a:srgbClr val="212B40"/>
                </a:solidFill>
                <a:latin typeface="Roboto"/>
                <a:ea typeface="+mn-lt"/>
                <a:cs typeface="+mn-lt"/>
              </a:rPr>
              <a:t>intelia</a:t>
            </a:r>
            <a:r>
              <a:rPr lang="en-AU" sz="850" dirty="0">
                <a:solidFill>
                  <a:srgbClr val="212B40"/>
                </a:solidFill>
                <a:latin typeface="Roboto"/>
                <a:ea typeface="+mn-lt"/>
                <a:cs typeface="+mn-lt"/>
              </a:rPr>
              <a:t> implemented robust transformation pipelines using Azure Data Factory that were designed to seamlessly convert the disparate data requirements to achieve a 98% target of successfully migrated records. Given the poor state of the existing data, we applied extensive data cleansing as much as practical to achieve this high success rate.</a:t>
            </a:r>
            <a:endParaRPr lang="en-AU" sz="850">
              <a:latin typeface="Roboto"/>
              <a:ea typeface="+mn-lt"/>
              <a:cs typeface="+mn-lt"/>
            </a:endParaRPr>
          </a:p>
          <a:p>
            <a:pPr defTabSz="584200">
              <a:defRPr/>
            </a:pPr>
            <a:endParaRPr lang="en-AU" sz="850" dirty="0">
              <a:solidFill>
                <a:srgbClr val="212B40"/>
              </a:solidFill>
              <a:latin typeface="Roboto"/>
              <a:ea typeface="+mn-lt"/>
              <a:cs typeface="+mn-lt"/>
            </a:endParaRPr>
          </a:p>
          <a:p>
            <a:pPr defTabSz="584200">
              <a:defRPr/>
            </a:pPr>
            <a:r>
              <a:rPr lang="en-AU" sz="850" dirty="0">
                <a:solidFill>
                  <a:srgbClr val="212B40"/>
                </a:solidFill>
                <a:latin typeface="Roboto"/>
                <a:ea typeface="+mn-lt"/>
                <a:cs typeface="+mn-lt"/>
              </a:rPr>
              <a:t>The remaining 2% of ‘fallout’ records identified during </a:t>
            </a:r>
            <a:r>
              <a:rPr lang="en-AU" sz="850" dirty="0" err="1">
                <a:solidFill>
                  <a:srgbClr val="212B40"/>
                </a:solidFill>
                <a:latin typeface="Roboto"/>
                <a:ea typeface="+mn-lt"/>
                <a:cs typeface="+mn-lt"/>
              </a:rPr>
              <a:t>intelia’s</a:t>
            </a:r>
            <a:r>
              <a:rPr lang="en-AU" sz="850" dirty="0">
                <a:solidFill>
                  <a:srgbClr val="212B40"/>
                </a:solidFill>
                <a:latin typeface="Roboto"/>
                <a:ea typeface="+mn-lt"/>
                <a:cs typeface="+mn-lt"/>
              </a:rPr>
              <a:t> data mapping and iterative testing cycles were tracked as data quality issues. To manage these data issues, </a:t>
            </a:r>
            <a:r>
              <a:rPr lang="en-AU" sz="850" dirty="0" err="1">
                <a:solidFill>
                  <a:srgbClr val="212B40"/>
                </a:solidFill>
                <a:latin typeface="Roboto"/>
                <a:ea typeface="+mn-lt"/>
                <a:cs typeface="+mn-lt"/>
              </a:rPr>
              <a:t>intelia</a:t>
            </a:r>
            <a:r>
              <a:rPr lang="en-AU" sz="850" dirty="0">
                <a:solidFill>
                  <a:srgbClr val="212B40"/>
                </a:solidFill>
                <a:latin typeface="Roboto"/>
                <a:ea typeface="+mn-lt"/>
                <a:cs typeface="+mn-lt"/>
              </a:rPr>
              <a:t> documented the root cause of the issues and developed comprehensive plans to address them, ensuring Crown had a way forward to resolve their data challenges (beyond the remit of the project).</a:t>
            </a:r>
            <a:endParaRPr lang="en-AU" sz="850">
              <a:latin typeface="Roboto"/>
              <a:ea typeface="Calibri" panose="020F0502020204030204"/>
              <a:cs typeface="Calibri" panose="020F0502020204030204"/>
            </a:endParaRPr>
          </a:p>
        </p:txBody>
      </p:sp>
      <p:sp>
        <p:nvSpPr>
          <p:cNvPr id="29" name="Freeform 30">
            <a:extLst>
              <a:ext uri="{FF2B5EF4-FFF2-40B4-BE49-F238E27FC236}">
                <a16:creationId xmlns:a16="http://schemas.microsoft.com/office/drawing/2014/main" id="{1F995815-1FE3-293D-DC1F-AAEB999DF020}"/>
              </a:ext>
            </a:extLst>
          </p:cNvPr>
          <p:cNvSpPr>
            <a:spLocks/>
          </p:cNvSpPr>
          <p:nvPr/>
        </p:nvSpPr>
        <p:spPr bwMode="auto">
          <a:xfrm>
            <a:off x="5354487" y="1573917"/>
            <a:ext cx="391078" cy="261545"/>
          </a:xfrm>
          <a:custGeom>
            <a:avLst/>
            <a:gdLst>
              <a:gd name="T0" fmla="*/ 193 w 264"/>
              <a:gd name="T1" fmla="*/ 176 h 176"/>
              <a:gd name="T2" fmla="*/ 184 w 264"/>
              <a:gd name="T3" fmla="*/ 167 h 176"/>
              <a:gd name="T4" fmla="*/ 193 w 264"/>
              <a:gd name="T5" fmla="*/ 159 h 176"/>
              <a:gd name="T6" fmla="*/ 211 w 264"/>
              <a:gd name="T7" fmla="*/ 158 h 176"/>
              <a:gd name="T8" fmla="*/ 212 w 264"/>
              <a:gd name="T9" fmla="*/ 158 h 176"/>
              <a:gd name="T10" fmla="*/ 212 w 264"/>
              <a:gd name="T11" fmla="*/ 158 h 176"/>
              <a:gd name="T12" fmla="*/ 246 w 264"/>
              <a:gd name="T13" fmla="*/ 123 h 176"/>
              <a:gd name="T14" fmla="*/ 211 w 264"/>
              <a:gd name="T15" fmla="*/ 88 h 176"/>
              <a:gd name="T16" fmla="*/ 203 w 264"/>
              <a:gd name="T17" fmla="*/ 89 h 176"/>
              <a:gd name="T18" fmla="*/ 195 w 264"/>
              <a:gd name="T19" fmla="*/ 87 h 176"/>
              <a:gd name="T20" fmla="*/ 193 w 264"/>
              <a:gd name="T21" fmla="*/ 79 h 176"/>
              <a:gd name="T22" fmla="*/ 194 w 264"/>
              <a:gd name="T23" fmla="*/ 70 h 176"/>
              <a:gd name="T24" fmla="*/ 141 w 264"/>
              <a:gd name="T25" fmla="*/ 18 h 176"/>
              <a:gd name="T26" fmla="*/ 88 w 264"/>
              <a:gd name="T27" fmla="*/ 66 h 176"/>
              <a:gd name="T28" fmla="*/ 84 w 264"/>
              <a:gd name="T29" fmla="*/ 72 h 176"/>
              <a:gd name="T30" fmla="*/ 77 w 264"/>
              <a:gd name="T31" fmla="*/ 73 h 176"/>
              <a:gd name="T32" fmla="*/ 62 w 264"/>
              <a:gd name="T33" fmla="*/ 70 h 176"/>
              <a:gd name="T34" fmla="*/ 18 w 264"/>
              <a:gd name="T35" fmla="*/ 114 h 176"/>
              <a:gd name="T36" fmla="*/ 60 w 264"/>
              <a:gd name="T37" fmla="*/ 158 h 176"/>
              <a:gd name="T38" fmla="*/ 61 w 264"/>
              <a:gd name="T39" fmla="*/ 158 h 176"/>
              <a:gd name="T40" fmla="*/ 65 w 264"/>
              <a:gd name="T41" fmla="*/ 159 h 176"/>
              <a:gd name="T42" fmla="*/ 80 w 264"/>
              <a:gd name="T43" fmla="*/ 159 h 176"/>
              <a:gd name="T44" fmla="*/ 88 w 264"/>
              <a:gd name="T45" fmla="*/ 167 h 176"/>
              <a:gd name="T46" fmla="*/ 80 w 264"/>
              <a:gd name="T47" fmla="*/ 176 h 176"/>
              <a:gd name="T48" fmla="*/ 63 w 264"/>
              <a:gd name="T49" fmla="*/ 176 h 176"/>
              <a:gd name="T50" fmla="*/ 62 w 264"/>
              <a:gd name="T51" fmla="*/ 176 h 176"/>
              <a:gd name="T52" fmla="*/ 0 w 264"/>
              <a:gd name="T53" fmla="*/ 114 h 176"/>
              <a:gd name="T54" fmla="*/ 62 w 264"/>
              <a:gd name="T55" fmla="*/ 53 h 176"/>
              <a:gd name="T56" fmla="*/ 73 w 264"/>
              <a:gd name="T57" fmla="*/ 54 h 176"/>
              <a:gd name="T58" fmla="*/ 141 w 264"/>
              <a:gd name="T59" fmla="*/ 0 h 176"/>
              <a:gd name="T60" fmla="*/ 211 w 264"/>
              <a:gd name="T61" fmla="*/ 70 h 176"/>
              <a:gd name="T62" fmla="*/ 211 w 264"/>
              <a:gd name="T63" fmla="*/ 70 h 176"/>
              <a:gd name="T64" fmla="*/ 211 w 264"/>
              <a:gd name="T65" fmla="*/ 70 h 176"/>
              <a:gd name="T66" fmla="*/ 264 w 264"/>
              <a:gd name="T67" fmla="*/ 123 h 176"/>
              <a:gd name="T68" fmla="*/ 211 w 264"/>
              <a:gd name="T69" fmla="*/ 176 h 176"/>
              <a:gd name="T70" fmla="*/ 210 w 264"/>
              <a:gd name="T71" fmla="*/ 176 h 176"/>
              <a:gd name="T72" fmla="*/ 193 w 264"/>
              <a:gd name="T73"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176">
                <a:moveTo>
                  <a:pt x="193" y="176"/>
                </a:moveTo>
                <a:cubicBezTo>
                  <a:pt x="188" y="176"/>
                  <a:pt x="184" y="172"/>
                  <a:pt x="184" y="167"/>
                </a:cubicBezTo>
                <a:cubicBezTo>
                  <a:pt x="184" y="162"/>
                  <a:pt x="188" y="159"/>
                  <a:pt x="193" y="159"/>
                </a:cubicBezTo>
                <a:cubicBezTo>
                  <a:pt x="211" y="158"/>
                  <a:pt x="211" y="158"/>
                  <a:pt x="211" y="158"/>
                </a:cubicBezTo>
                <a:cubicBezTo>
                  <a:pt x="211" y="158"/>
                  <a:pt x="212" y="158"/>
                  <a:pt x="212" y="158"/>
                </a:cubicBezTo>
                <a:cubicBezTo>
                  <a:pt x="212" y="158"/>
                  <a:pt x="212" y="158"/>
                  <a:pt x="212" y="158"/>
                </a:cubicBezTo>
                <a:cubicBezTo>
                  <a:pt x="231" y="158"/>
                  <a:pt x="246" y="142"/>
                  <a:pt x="246" y="123"/>
                </a:cubicBezTo>
                <a:cubicBezTo>
                  <a:pt x="246" y="104"/>
                  <a:pt x="231" y="88"/>
                  <a:pt x="211" y="88"/>
                </a:cubicBezTo>
                <a:cubicBezTo>
                  <a:pt x="209" y="88"/>
                  <a:pt x="206" y="88"/>
                  <a:pt x="203" y="89"/>
                </a:cubicBezTo>
                <a:cubicBezTo>
                  <a:pt x="201" y="90"/>
                  <a:pt x="198" y="89"/>
                  <a:pt x="195" y="87"/>
                </a:cubicBezTo>
                <a:cubicBezTo>
                  <a:pt x="193" y="85"/>
                  <a:pt x="192" y="82"/>
                  <a:pt x="193" y="79"/>
                </a:cubicBezTo>
                <a:cubicBezTo>
                  <a:pt x="193" y="76"/>
                  <a:pt x="194" y="73"/>
                  <a:pt x="194" y="70"/>
                </a:cubicBezTo>
                <a:cubicBezTo>
                  <a:pt x="194" y="41"/>
                  <a:pt x="170" y="18"/>
                  <a:pt x="141" y="18"/>
                </a:cubicBezTo>
                <a:cubicBezTo>
                  <a:pt x="113" y="18"/>
                  <a:pt x="91" y="38"/>
                  <a:pt x="88" y="66"/>
                </a:cubicBezTo>
                <a:cubicBezTo>
                  <a:pt x="88" y="68"/>
                  <a:pt x="87" y="71"/>
                  <a:pt x="84" y="72"/>
                </a:cubicBezTo>
                <a:cubicBezTo>
                  <a:pt x="82" y="74"/>
                  <a:pt x="79" y="74"/>
                  <a:pt x="77" y="73"/>
                </a:cubicBezTo>
                <a:cubicBezTo>
                  <a:pt x="71" y="71"/>
                  <a:pt x="67" y="70"/>
                  <a:pt x="62" y="70"/>
                </a:cubicBezTo>
                <a:cubicBezTo>
                  <a:pt x="37" y="70"/>
                  <a:pt x="18" y="90"/>
                  <a:pt x="18" y="114"/>
                </a:cubicBezTo>
                <a:cubicBezTo>
                  <a:pt x="18" y="138"/>
                  <a:pt x="37" y="158"/>
                  <a:pt x="60" y="158"/>
                </a:cubicBezTo>
                <a:cubicBezTo>
                  <a:pt x="61" y="158"/>
                  <a:pt x="61" y="158"/>
                  <a:pt x="61" y="158"/>
                </a:cubicBezTo>
                <a:cubicBezTo>
                  <a:pt x="65" y="159"/>
                  <a:pt x="65" y="159"/>
                  <a:pt x="65" y="159"/>
                </a:cubicBezTo>
                <a:cubicBezTo>
                  <a:pt x="80" y="159"/>
                  <a:pt x="80" y="159"/>
                  <a:pt x="80" y="159"/>
                </a:cubicBezTo>
                <a:cubicBezTo>
                  <a:pt x="85" y="159"/>
                  <a:pt x="88" y="162"/>
                  <a:pt x="88" y="167"/>
                </a:cubicBezTo>
                <a:cubicBezTo>
                  <a:pt x="88" y="172"/>
                  <a:pt x="85" y="176"/>
                  <a:pt x="80" y="176"/>
                </a:cubicBezTo>
                <a:cubicBezTo>
                  <a:pt x="63" y="176"/>
                  <a:pt x="63" y="176"/>
                  <a:pt x="63" y="176"/>
                </a:cubicBezTo>
                <a:cubicBezTo>
                  <a:pt x="62" y="176"/>
                  <a:pt x="62" y="176"/>
                  <a:pt x="62" y="176"/>
                </a:cubicBezTo>
                <a:cubicBezTo>
                  <a:pt x="28" y="176"/>
                  <a:pt x="0" y="148"/>
                  <a:pt x="0" y="114"/>
                </a:cubicBezTo>
                <a:cubicBezTo>
                  <a:pt x="0" y="80"/>
                  <a:pt x="28" y="53"/>
                  <a:pt x="62" y="53"/>
                </a:cubicBezTo>
                <a:cubicBezTo>
                  <a:pt x="65" y="53"/>
                  <a:pt x="69" y="53"/>
                  <a:pt x="73" y="54"/>
                </a:cubicBezTo>
                <a:cubicBezTo>
                  <a:pt x="80" y="23"/>
                  <a:pt x="108" y="0"/>
                  <a:pt x="141" y="0"/>
                </a:cubicBezTo>
                <a:cubicBezTo>
                  <a:pt x="180" y="0"/>
                  <a:pt x="211" y="32"/>
                  <a:pt x="211" y="70"/>
                </a:cubicBezTo>
                <a:cubicBezTo>
                  <a:pt x="211" y="70"/>
                  <a:pt x="211" y="70"/>
                  <a:pt x="211" y="70"/>
                </a:cubicBezTo>
                <a:cubicBezTo>
                  <a:pt x="211" y="70"/>
                  <a:pt x="211" y="70"/>
                  <a:pt x="211" y="70"/>
                </a:cubicBezTo>
                <a:cubicBezTo>
                  <a:pt x="240" y="70"/>
                  <a:pt x="264" y="94"/>
                  <a:pt x="264" y="123"/>
                </a:cubicBezTo>
                <a:cubicBezTo>
                  <a:pt x="264" y="152"/>
                  <a:pt x="240" y="176"/>
                  <a:pt x="211" y="176"/>
                </a:cubicBezTo>
                <a:cubicBezTo>
                  <a:pt x="211" y="176"/>
                  <a:pt x="211" y="176"/>
                  <a:pt x="210" y="176"/>
                </a:cubicBezTo>
                <a:lnTo>
                  <a:pt x="193" y="176"/>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id-ID" b="0">
              <a:solidFill>
                <a:prstClr val="black"/>
              </a:solidFill>
              <a:latin typeface="Lato Light"/>
              <a:ea typeface="Helvetica Neue"/>
              <a:cs typeface="Helvetica Neue"/>
              <a:sym typeface="Helvetica Neue Medium"/>
            </a:endParaRPr>
          </a:p>
        </p:txBody>
      </p:sp>
      <p:sp>
        <p:nvSpPr>
          <p:cNvPr id="30" name="Freeform 31">
            <a:extLst>
              <a:ext uri="{FF2B5EF4-FFF2-40B4-BE49-F238E27FC236}">
                <a16:creationId xmlns:a16="http://schemas.microsoft.com/office/drawing/2014/main" id="{C18F2289-1AA9-8CA2-79F2-700DDCEDBB63}"/>
              </a:ext>
            </a:extLst>
          </p:cNvPr>
          <p:cNvSpPr>
            <a:spLocks/>
          </p:cNvSpPr>
          <p:nvPr/>
        </p:nvSpPr>
        <p:spPr bwMode="auto">
          <a:xfrm>
            <a:off x="5497655" y="1666264"/>
            <a:ext cx="130772" cy="220640"/>
          </a:xfrm>
          <a:custGeom>
            <a:avLst/>
            <a:gdLst>
              <a:gd name="T0" fmla="*/ 211 w 211"/>
              <a:gd name="T1" fmla="*/ 146 h 356"/>
              <a:gd name="T2" fmla="*/ 127 w 211"/>
              <a:gd name="T3" fmla="*/ 146 h 356"/>
              <a:gd name="T4" fmla="*/ 127 w 211"/>
              <a:gd name="T5" fmla="*/ 0 h 356"/>
              <a:gd name="T6" fmla="*/ 0 w 211"/>
              <a:gd name="T7" fmla="*/ 210 h 356"/>
              <a:gd name="T8" fmla="*/ 84 w 211"/>
              <a:gd name="T9" fmla="*/ 210 h 356"/>
              <a:gd name="T10" fmla="*/ 84 w 211"/>
              <a:gd name="T11" fmla="*/ 356 h 356"/>
              <a:gd name="T12" fmla="*/ 211 w 211"/>
              <a:gd name="T13" fmla="*/ 146 h 356"/>
            </a:gdLst>
            <a:ahLst/>
            <a:cxnLst>
              <a:cxn ang="0">
                <a:pos x="T0" y="T1"/>
              </a:cxn>
              <a:cxn ang="0">
                <a:pos x="T2" y="T3"/>
              </a:cxn>
              <a:cxn ang="0">
                <a:pos x="T4" y="T5"/>
              </a:cxn>
              <a:cxn ang="0">
                <a:pos x="T6" y="T7"/>
              </a:cxn>
              <a:cxn ang="0">
                <a:pos x="T8" y="T9"/>
              </a:cxn>
              <a:cxn ang="0">
                <a:pos x="T10" y="T11"/>
              </a:cxn>
              <a:cxn ang="0">
                <a:pos x="T12" y="T13"/>
              </a:cxn>
            </a:cxnLst>
            <a:rect l="0" t="0" r="r" b="b"/>
            <a:pathLst>
              <a:path w="211" h="356">
                <a:moveTo>
                  <a:pt x="211" y="146"/>
                </a:moveTo>
                <a:lnTo>
                  <a:pt x="127" y="146"/>
                </a:lnTo>
                <a:lnTo>
                  <a:pt x="127" y="0"/>
                </a:lnTo>
                <a:lnTo>
                  <a:pt x="0" y="210"/>
                </a:lnTo>
                <a:lnTo>
                  <a:pt x="84" y="210"/>
                </a:lnTo>
                <a:lnTo>
                  <a:pt x="84" y="356"/>
                </a:lnTo>
                <a:lnTo>
                  <a:pt x="211" y="146"/>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id-ID" b="0">
              <a:solidFill>
                <a:prstClr val="black"/>
              </a:solidFill>
              <a:latin typeface="Lato Light"/>
              <a:ea typeface="Helvetica Neue"/>
              <a:cs typeface="Helvetica Neue"/>
              <a:sym typeface="Helvetica Neue Medium"/>
            </a:endParaRPr>
          </a:p>
        </p:txBody>
      </p:sp>
      <p:grpSp>
        <p:nvGrpSpPr>
          <p:cNvPr id="31" name="Group 30">
            <a:extLst>
              <a:ext uri="{FF2B5EF4-FFF2-40B4-BE49-F238E27FC236}">
                <a16:creationId xmlns:a16="http://schemas.microsoft.com/office/drawing/2014/main" id="{EFDBFCB3-F3ED-B667-53B1-2F85A1D95499}"/>
              </a:ext>
            </a:extLst>
          </p:cNvPr>
          <p:cNvGrpSpPr/>
          <p:nvPr/>
        </p:nvGrpSpPr>
        <p:grpSpPr>
          <a:xfrm>
            <a:off x="2693003" y="3492690"/>
            <a:ext cx="4540498" cy="590288"/>
            <a:chOff x="2825502" y="4393418"/>
            <a:chExt cx="4540498" cy="590288"/>
          </a:xfrm>
        </p:grpSpPr>
        <p:sp>
          <p:nvSpPr>
            <p:cNvPr id="32" name="object 6">
              <a:extLst>
                <a:ext uri="{FF2B5EF4-FFF2-40B4-BE49-F238E27FC236}">
                  <a16:creationId xmlns:a16="http://schemas.microsoft.com/office/drawing/2014/main" id="{551197A2-F607-E6BD-ADFF-3451399F376E}"/>
                </a:ext>
              </a:extLst>
            </p:cNvPr>
            <p:cNvSpPr/>
            <p:nvPr/>
          </p:nvSpPr>
          <p:spPr>
            <a:xfrm flipV="1">
              <a:off x="3350807" y="4653704"/>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endParaRPr/>
            </a:p>
          </p:txBody>
        </p:sp>
        <p:pic>
          <p:nvPicPr>
            <p:cNvPr id="33" name="object 23">
              <a:extLst>
                <a:ext uri="{FF2B5EF4-FFF2-40B4-BE49-F238E27FC236}">
                  <a16:creationId xmlns:a16="http://schemas.microsoft.com/office/drawing/2014/main" id="{134B9576-5C77-18EF-390C-0443EB6C6672}"/>
                </a:ext>
              </a:extLst>
            </p:cNvPr>
            <p:cNvPicPr/>
            <p:nvPr/>
          </p:nvPicPr>
          <p:blipFill>
            <a:blip r:embed="rId5" cstate="print"/>
            <a:stretch>
              <a:fillRect/>
            </a:stretch>
          </p:blipFill>
          <p:spPr>
            <a:xfrm>
              <a:off x="7156293" y="4473100"/>
              <a:ext cx="162060" cy="103902"/>
            </a:xfrm>
            <a:prstGeom prst="rect">
              <a:avLst/>
            </a:prstGeom>
          </p:spPr>
        </p:pic>
        <p:sp>
          <p:nvSpPr>
            <p:cNvPr id="34" name="object 32">
              <a:extLst>
                <a:ext uri="{FF2B5EF4-FFF2-40B4-BE49-F238E27FC236}">
                  <a16:creationId xmlns:a16="http://schemas.microsoft.com/office/drawing/2014/main" id="{32371B57-4C21-0400-EF5B-D687E89FCAC4}"/>
                </a:ext>
              </a:extLst>
            </p:cNvPr>
            <p:cNvSpPr txBox="1"/>
            <p:nvPr/>
          </p:nvSpPr>
          <p:spPr>
            <a:xfrm>
              <a:off x="3498831" y="4393418"/>
              <a:ext cx="2033903" cy="259045"/>
            </a:xfrm>
            <a:prstGeom prst="rect">
              <a:avLst/>
            </a:prstGeom>
          </p:spPr>
          <p:txBody>
            <a:bodyPr vert="horz" wrap="square" lIns="0" tIns="12700" rIns="0" bIns="0" rtlCol="0">
              <a:spAutoFit/>
            </a:bodyPr>
            <a:lstStyle/>
            <a:p>
              <a:pPr marL="12700">
                <a:lnSpc>
                  <a:spcPct val="100000"/>
                </a:lnSpc>
                <a:spcBef>
                  <a:spcPts val="100"/>
                </a:spcBef>
              </a:pPr>
              <a:r>
                <a:rPr lang="en-AU" sz="1600" b="1">
                  <a:solidFill>
                    <a:srgbClr val="0E2A3F"/>
                  </a:solidFill>
                  <a:latin typeface="Roboto"/>
                  <a:cs typeface="Roboto"/>
                </a:rPr>
                <a:t>intelia’s Approach</a:t>
              </a:r>
              <a:endParaRPr sz="1600">
                <a:solidFill>
                  <a:srgbClr val="0E2A3F"/>
                </a:solidFill>
                <a:latin typeface="Roboto"/>
                <a:cs typeface="Roboto"/>
              </a:endParaRPr>
            </a:p>
          </p:txBody>
        </p:sp>
        <p:grpSp>
          <p:nvGrpSpPr>
            <p:cNvPr id="35" name="Group 34">
              <a:extLst>
                <a:ext uri="{FF2B5EF4-FFF2-40B4-BE49-F238E27FC236}">
                  <a16:creationId xmlns:a16="http://schemas.microsoft.com/office/drawing/2014/main" id="{BDCAFD0A-22F5-6D89-8BA5-4F040D4BE9C7}"/>
                </a:ext>
              </a:extLst>
            </p:cNvPr>
            <p:cNvGrpSpPr/>
            <p:nvPr/>
          </p:nvGrpSpPr>
          <p:grpSpPr>
            <a:xfrm>
              <a:off x="2825502" y="4466181"/>
              <a:ext cx="565150" cy="517525"/>
              <a:chOff x="2880896" y="4105275"/>
              <a:chExt cx="565150" cy="517525"/>
            </a:xfrm>
          </p:grpSpPr>
          <p:sp>
            <p:nvSpPr>
              <p:cNvPr id="36" name="Oval 35">
                <a:extLst>
                  <a:ext uri="{FF2B5EF4-FFF2-40B4-BE49-F238E27FC236}">
                    <a16:creationId xmlns:a16="http://schemas.microsoft.com/office/drawing/2014/main" id="{D08FA88A-18FD-8FDF-6283-1A3B8A0276BD}"/>
                  </a:ext>
                </a:extLst>
              </p:cNvPr>
              <p:cNvSpPr/>
              <p:nvPr/>
            </p:nvSpPr>
            <p:spPr>
              <a:xfrm>
                <a:off x="2880896" y="4105275"/>
                <a:ext cx="565150" cy="517525"/>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sp>
            <p:nvSpPr>
              <p:cNvPr id="37" name="Freeform 30">
                <a:extLst>
                  <a:ext uri="{FF2B5EF4-FFF2-40B4-BE49-F238E27FC236}">
                    <a16:creationId xmlns:a16="http://schemas.microsoft.com/office/drawing/2014/main" id="{92224B68-3FBD-5EE3-74E8-59D8E35A15E1}"/>
                  </a:ext>
                </a:extLst>
              </p:cNvPr>
              <p:cNvSpPr>
                <a:spLocks noEditPoints="1"/>
              </p:cNvSpPr>
              <p:nvPr/>
            </p:nvSpPr>
            <p:spPr bwMode="auto">
              <a:xfrm rot="2700000">
                <a:off x="3029023" y="4139633"/>
                <a:ext cx="261322" cy="435932"/>
              </a:xfrm>
              <a:custGeom>
                <a:avLst/>
                <a:gdLst>
                  <a:gd name="T0" fmla="*/ 50 w 184"/>
                  <a:gd name="T1" fmla="*/ 310 h 310"/>
                  <a:gd name="T2" fmla="*/ 32 w 184"/>
                  <a:gd name="T3" fmla="*/ 282 h 310"/>
                  <a:gd name="T4" fmla="*/ 10 w 184"/>
                  <a:gd name="T5" fmla="*/ 199 h 310"/>
                  <a:gd name="T6" fmla="*/ 39 w 184"/>
                  <a:gd name="T7" fmla="*/ 171 h 310"/>
                  <a:gd name="T8" fmla="*/ 30 w 184"/>
                  <a:gd name="T9" fmla="*/ 116 h 310"/>
                  <a:gd name="T10" fmla="*/ 36 w 184"/>
                  <a:gd name="T11" fmla="*/ 73 h 310"/>
                  <a:gd name="T12" fmla="*/ 36 w 184"/>
                  <a:gd name="T13" fmla="*/ 72 h 310"/>
                  <a:gd name="T14" fmla="*/ 92 w 184"/>
                  <a:gd name="T15" fmla="*/ 0 h 310"/>
                  <a:gd name="T16" fmla="*/ 148 w 184"/>
                  <a:gd name="T17" fmla="*/ 72 h 310"/>
                  <a:gd name="T18" fmla="*/ 148 w 184"/>
                  <a:gd name="T19" fmla="*/ 73 h 310"/>
                  <a:gd name="T20" fmla="*/ 155 w 184"/>
                  <a:gd name="T21" fmla="*/ 116 h 310"/>
                  <a:gd name="T22" fmla="*/ 145 w 184"/>
                  <a:gd name="T23" fmla="*/ 171 h 310"/>
                  <a:gd name="T24" fmla="*/ 174 w 184"/>
                  <a:gd name="T25" fmla="*/ 199 h 310"/>
                  <a:gd name="T26" fmla="*/ 153 w 184"/>
                  <a:gd name="T27" fmla="*/ 282 h 310"/>
                  <a:gd name="T28" fmla="*/ 134 w 184"/>
                  <a:gd name="T29" fmla="*/ 310 h 310"/>
                  <a:gd name="T30" fmla="*/ 134 w 184"/>
                  <a:gd name="T31" fmla="*/ 276 h 310"/>
                  <a:gd name="T32" fmla="*/ 118 w 184"/>
                  <a:gd name="T33" fmla="*/ 239 h 310"/>
                  <a:gd name="T34" fmla="*/ 118 w 184"/>
                  <a:gd name="T35" fmla="*/ 240 h 310"/>
                  <a:gd name="T36" fmla="*/ 115 w 184"/>
                  <a:gd name="T37" fmla="*/ 246 h 310"/>
                  <a:gd name="T38" fmla="*/ 108 w 184"/>
                  <a:gd name="T39" fmla="*/ 245 h 310"/>
                  <a:gd name="T40" fmla="*/ 76 w 184"/>
                  <a:gd name="T41" fmla="*/ 245 h 310"/>
                  <a:gd name="T42" fmla="*/ 69 w 184"/>
                  <a:gd name="T43" fmla="*/ 246 h 310"/>
                  <a:gd name="T44" fmla="*/ 66 w 184"/>
                  <a:gd name="T45" fmla="*/ 240 h 310"/>
                  <a:gd name="T46" fmla="*/ 66 w 184"/>
                  <a:gd name="T47" fmla="*/ 239 h 310"/>
                  <a:gd name="T48" fmla="*/ 50 w 184"/>
                  <a:gd name="T49" fmla="*/ 276 h 310"/>
                  <a:gd name="T50" fmla="*/ 50 w 184"/>
                  <a:gd name="T51" fmla="*/ 310 h 310"/>
                  <a:gd name="T52" fmla="*/ 55 w 184"/>
                  <a:gd name="T53" fmla="*/ 79 h 310"/>
                  <a:gd name="T54" fmla="*/ 50 w 184"/>
                  <a:gd name="T55" fmla="*/ 116 h 310"/>
                  <a:gd name="T56" fmla="*/ 61 w 184"/>
                  <a:gd name="T57" fmla="*/ 174 h 310"/>
                  <a:gd name="T58" fmla="*/ 64 w 184"/>
                  <a:gd name="T59" fmla="*/ 184 h 310"/>
                  <a:gd name="T60" fmla="*/ 54 w 184"/>
                  <a:gd name="T61" fmla="*/ 187 h 310"/>
                  <a:gd name="T62" fmla="*/ 29 w 184"/>
                  <a:gd name="T63" fmla="*/ 205 h 310"/>
                  <a:gd name="T64" fmla="*/ 36 w 184"/>
                  <a:gd name="T65" fmla="*/ 247 h 310"/>
                  <a:gd name="T66" fmla="*/ 65 w 184"/>
                  <a:gd name="T67" fmla="*/ 215 h 310"/>
                  <a:gd name="T68" fmla="*/ 74 w 184"/>
                  <a:gd name="T69" fmla="*/ 209 h 310"/>
                  <a:gd name="T70" fmla="*/ 79 w 184"/>
                  <a:gd name="T71" fmla="*/ 219 h 310"/>
                  <a:gd name="T72" fmla="*/ 82 w 184"/>
                  <a:gd name="T73" fmla="*/ 225 h 310"/>
                  <a:gd name="T74" fmla="*/ 103 w 184"/>
                  <a:gd name="T75" fmla="*/ 225 h 310"/>
                  <a:gd name="T76" fmla="*/ 105 w 184"/>
                  <a:gd name="T77" fmla="*/ 219 h 310"/>
                  <a:gd name="T78" fmla="*/ 110 w 184"/>
                  <a:gd name="T79" fmla="*/ 209 h 310"/>
                  <a:gd name="T80" fmla="*/ 120 w 184"/>
                  <a:gd name="T81" fmla="*/ 215 h 310"/>
                  <a:gd name="T82" fmla="*/ 148 w 184"/>
                  <a:gd name="T83" fmla="*/ 247 h 310"/>
                  <a:gd name="T84" fmla="*/ 155 w 184"/>
                  <a:gd name="T85" fmla="*/ 205 h 310"/>
                  <a:gd name="T86" fmla="*/ 130 w 184"/>
                  <a:gd name="T87" fmla="*/ 187 h 310"/>
                  <a:gd name="T88" fmla="*/ 120 w 184"/>
                  <a:gd name="T89" fmla="*/ 184 h 310"/>
                  <a:gd name="T90" fmla="*/ 123 w 184"/>
                  <a:gd name="T91" fmla="*/ 174 h 310"/>
                  <a:gd name="T92" fmla="*/ 135 w 184"/>
                  <a:gd name="T93" fmla="*/ 116 h 310"/>
                  <a:gd name="T94" fmla="*/ 129 w 184"/>
                  <a:gd name="T95" fmla="*/ 79 h 310"/>
                  <a:gd name="T96" fmla="*/ 92 w 184"/>
                  <a:gd name="T97" fmla="*/ 21 h 310"/>
                  <a:gd name="T98" fmla="*/ 55 w 184"/>
                  <a:gd name="T99" fmla="*/ 79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4" h="310">
                    <a:moveTo>
                      <a:pt x="50" y="310"/>
                    </a:moveTo>
                    <a:cubicBezTo>
                      <a:pt x="32" y="282"/>
                      <a:pt x="32" y="282"/>
                      <a:pt x="32" y="282"/>
                    </a:cubicBezTo>
                    <a:cubicBezTo>
                      <a:pt x="28" y="276"/>
                      <a:pt x="0" y="230"/>
                      <a:pt x="10" y="199"/>
                    </a:cubicBezTo>
                    <a:cubicBezTo>
                      <a:pt x="14" y="187"/>
                      <a:pt x="24" y="178"/>
                      <a:pt x="39" y="171"/>
                    </a:cubicBezTo>
                    <a:cubicBezTo>
                      <a:pt x="33" y="151"/>
                      <a:pt x="30" y="132"/>
                      <a:pt x="30" y="116"/>
                    </a:cubicBezTo>
                    <a:cubicBezTo>
                      <a:pt x="30" y="102"/>
                      <a:pt x="32" y="87"/>
                      <a:pt x="36" y="73"/>
                    </a:cubicBezTo>
                    <a:cubicBezTo>
                      <a:pt x="36" y="72"/>
                      <a:pt x="36" y="72"/>
                      <a:pt x="36" y="72"/>
                    </a:cubicBezTo>
                    <a:cubicBezTo>
                      <a:pt x="50" y="35"/>
                      <a:pt x="77" y="0"/>
                      <a:pt x="92" y="0"/>
                    </a:cubicBezTo>
                    <a:cubicBezTo>
                      <a:pt x="107" y="0"/>
                      <a:pt x="134" y="35"/>
                      <a:pt x="148" y="72"/>
                    </a:cubicBezTo>
                    <a:cubicBezTo>
                      <a:pt x="148" y="73"/>
                      <a:pt x="148" y="73"/>
                      <a:pt x="148" y="73"/>
                    </a:cubicBezTo>
                    <a:cubicBezTo>
                      <a:pt x="152" y="87"/>
                      <a:pt x="155" y="102"/>
                      <a:pt x="155" y="116"/>
                    </a:cubicBezTo>
                    <a:cubicBezTo>
                      <a:pt x="155" y="132"/>
                      <a:pt x="152" y="151"/>
                      <a:pt x="145" y="171"/>
                    </a:cubicBezTo>
                    <a:cubicBezTo>
                      <a:pt x="160" y="178"/>
                      <a:pt x="170" y="187"/>
                      <a:pt x="174" y="199"/>
                    </a:cubicBezTo>
                    <a:cubicBezTo>
                      <a:pt x="184" y="230"/>
                      <a:pt x="156" y="276"/>
                      <a:pt x="153" y="282"/>
                    </a:cubicBezTo>
                    <a:cubicBezTo>
                      <a:pt x="134" y="310"/>
                      <a:pt x="134" y="310"/>
                      <a:pt x="134" y="310"/>
                    </a:cubicBezTo>
                    <a:cubicBezTo>
                      <a:pt x="134" y="276"/>
                      <a:pt x="134" y="276"/>
                      <a:pt x="134" y="276"/>
                    </a:cubicBezTo>
                    <a:cubicBezTo>
                      <a:pt x="134" y="262"/>
                      <a:pt x="128" y="248"/>
                      <a:pt x="118" y="239"/>
                    </a:cubicBezTo>
                    <a:cubicBezTo>
                      <a:pt x="118" y="239"/>
                      <a:pt x="118" y="239"/>
                      <a:pt x="118" y="240"/>
                    </a:cubicBezTo>
                    <a:cubicBezTo>
                      <a:pt x="115" y="246"/>
                      <a:pt x="115" y="246"/>
                      <a:pt x="115" y="246"/>
                    </a:cubicBezTo>
                    <a:cubicBezTo>
                      <a:pt x="108" y="245"/>
                      <a:pt x="108" y="245"/>
                      <a:pt x="108" y="245"/>
                    </a:cubicBezTo>
                    <a:cubicBezTo>
                      <a:pt x="98" y="245"/>
                      <a:pt x="87" y="245"/>
                      <a:pt x="76" y="245"/>
                    </a:cubicBezTo>
                    <a:cubicBezTo>
                      <a:pt x="69" y="246"/>
                      <a:pt x="69" y="246"/>
                      <a:pt x="69" y="246"/>
                    </a:cubicBezTo>
                    <a:cubicBezTo>
                      <a:pt x="66" y="240"/>
                      <a:pt x="66" y="240"/>
                      <a:pt x="66" y="240"/>
                    </a:cubicBezTo>
                    <a:cubicBezTo>
                      <a:pt x="66" y="239"/>
                      <a:pt x="66" y="239"/>
                      <a:pt x="66" y="239"/>
                    </a:cubicBezTo>
                    <a:cubicBezTo>
                      <a:pt x="56" y="249"/>
                      <a:pt x="50" y="262"/>
                      <a:pt x="50" y="276"/>
                    </a:cubicBezTo>
                    <a:lnTo>
                      <a:pt x="50" y="310"/>
                    </a:lnTo>
                    <a:close/>
                    <a:moveTo>
                      <a:pt x="55" y="79"/>
                    </a:moveTo>
                    <a:cubicBezTo>
                      <a:pt x="52" y="91"/>
                      <a:pt x="50" y="104"/>
                      <a:pt x="50" y="116"/>
                    </a:cubicBezTo>
                    <a:cubicBezTo>
                      <a:pt x="50" y="132"/>
                      <a:pt x="53" y="152"/>
                      <a:pt x="61" y="174"/>
                    </a:cubicBezTo>
                    <a:cubicBezTo>
                      <a:pt x="64" y="184"/>
                      <a:pt x="64" y="184"/>
                      <a:pt x="64" y="184"/>
                    </a:cubicBezTo>
                    <a:cubicBezTo>
                      <a:pt x="54" y="187"/>
                      <a:pt x="54" y="187"/>
                      <a:pt x="54" y="187"/>
                    </a:cubicBezTo>
                    <a:cubicBezTo>
                      <a:pt x="45" y="190"/>
                      <a:pt x="33" y="196"/>
                      <a:pt x="29" y="205"/>
                    </a:cubicBezTo>
                    <a:cubicBezTo>
                      <a:pt x="26" y="216"/>
                      <a:pt x="30" y="233"/>
                      <a:pt x="36" y="247"/>
                    </a:cubicBezTo>
                    <a:cubicBezTo>
                      <a:pt x="42" y="234"/>
                      <a:pt x="52" y="223"/>
                      <a:pt x="65" y="215"/>
                    </a:cubicBezTo>
                    <a:cubicBezTo>
                      <a:pt x="74" y="209"/>
                      <a:pt x="74" y="209"/>
                      <a:pt x="74" y="209"/>
                    </a:cubicBezTo>
                    <a:cubicBezTo>
                      <a:pt x="79" y="219"/>
                      <a:pt x="79" y="219"/>
                      <a:pt x="79" y="219"/>
                    </a:cubicBezTo>
                    <a:cubicBezTo>
                      <a:pt x="80" y="221"/>
                      <a:pt x="81" y="223"/>
                      <a:pt x="82" y="225"/>
                    </a:cubicBezTo>
                    <a:cubicBezTo>
                      <a:pt x="89" y="225"/>
                      <a:pt x="96" y="225"/>
                      <a:pt x="103" y="225"/>
                    </a:cubicBezTo>
                    <a:cubicBezTo>
                      <a:pt x="104" y="223"/>
                      <a:pt x="105" y="221"/>
                      <a:pt x="105" y="219"/>
                    </a:cubicBezTo>
                    <a:cubicBezTo>
                      <a:pt x="110" y="209"/>
                      <a:pt x="110" y="209"/>
                      <a:pt x="110" y="209"/>
                    </a:cubicBezTo>
                    <a:cubicBezTo>
                      <a:pt x="120" y="215"/>
                      <a:pt x="120" y="215"/>
                      <a:pt x="120" y="215"/>
                    </a:cubicBezTo>
                    <a:cubicBezTo>
                      <a:pt x="133" y="223"/>
                      <a:pt x="142" y="234"/>
                      <a:pt x="148" y="247"/>
                    </a:cubicBezTo>
                    <a:cubicBezTo>
                      <a:pt x="154" y="233"/>
                      <a:pt x="159" y="216"/>
                      <a:pt x="155" y="205"/>
                    </a:cubicBezTo>
                    <a:cubicBezTo>
                      <a:pt x="152" y="196"/>
                      <a:pt x="140" y="190"/>
                      <a:pt x="130" y="187"/>
                    </a:cubicBezTo>
                    <a:cubicBezTo>
                      <a:pt x="120" y="184"/>
                      <a:pt x="120" y="184"/>
                      <a:pt x="120" y="184"/>
                    </a:cubicBezTo>
                    <a:cubicBezTo>
                      <a:pt x="123" y="174"/>
                      <a:pt x="123" y="174"/>
                      <a:pt x="123" y="174"/>
                    </a:cubicBezTo>
                    <a:cubicBezTo>
                      <a:pt x="131" y="152"/>
                      <a:pt x="135" y="132"/>
                      <a:pt x="135" y="116"/>
                    </a:cubicBezTo>
                    <a:cubicBezTo>
                      <a:pt x="135" y="104"/>
                      <a:pt x="133" y="91"/>
                      <a:pt x="129" y="79"/>
                    </a:cubicBezTo>
                    <a:cubicBezTo>
                      <a:pt x="117" y="47"/>
                      <a:pt x="99" y="26"/>
                      <a:pt x="92" y="21"/>
                    </a:cubicBezTo>
                    <a:cubicBezTo>
                      <a:pt x="85" y="26"/>
                      <a:pt x="67" y="47"/>
                      <a:pt x="55" y="79"/>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38" name="Freeform 32">
                <a:extLst>
                  <a:ext uri="{FF2B5EF4-FFF2-40B4-BE49-F238E27FC236}">
                    <a16:creationId xmlns:a16="http://schemas.microsoft.com/office/drawing/2014/main" id="{21D8F4D2-8B53-8BDF-B4F3-F11CD1DCA96D}"/>
                  </a:ext>
                </a:extLst>
              </p:cNvPr>
              <p:cNvSpPr>
                <a:spLocks noEditPoints="1"/>
              </p:cNvSpPr>
              <p:nvPr/>
            </p:nvSpPr>
            <p:spPr bwMode="auto">
              <a:xfrm rot="2700000">
                <a:off x="3014273" y="4394936"/>
                <a:ext cx="83765" cy="133316"/>
              </a:xfrm>
              <a:custGeom>
                <a:avLst/>
                <a:gdLst>
                  <a:gd name="T0" fmla="*/ 29 w 59"/>
                  <a:gd name="T1" fmla="*/ 95 h 95"/>
                  <a:gd name="T2" fmla="*/ 24 w 59"/>
                  <a:gd name="T3" fmla="*/ 85 h 95"/>
                  <a:gd name="T4" fmla="*/ 0 w 59"/>
                  <a:gd name="T5" fmla="*/ 26 h 95"/>
                  <a:gd name="T6" fmla="*/ 29 w 59"/>
                  <a:gd name="T7" fmla="*/ 0 h 95"/>
                  <a:gd name="T8" fmla="*/ 59 w 59"/>
                  <a:gd name="T9" fmla="*/ 26 h 95"/>
                  <a:gd name="T10" fmla="*/ 34 w 59"/>
                  <a:gd name="T11" fmla="*/ 85 h 95"/>
                  <a:gd name="T12" fmla="*/ 29 w 59"/>
                  <a:gd name="T13" fmla="*/ 95 h 95"/>
                  <a:gd name="T14" fmla="*/ 29 w 59"/>
                  <a:gd name="T15" fmla="*/ 12 h 95"/>
                  <a:gd name="T16" fmla="*/ 12 w 59"/>
                  <a:gd name="T17" fmla="*/ 26 h 95"/>
                  <a:gd name="T18" fmla="*/ 29 w 59"/>
                  <a:gd name="T19" fmla="*/ 69 h 95"/>
                  <a:gd name="T20" fmla="*/ 47 w 59"/>
                  <a:gd name="T21" fmla="*/ 26 h 95"/>
                  <a:gd name="T22" fmla="*/ 29 w 59"/>
                  <a:gd name="T23" fmla="*/ 12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 h="95">
                    <a:moveTo>
                      <a:pt x="29" y="95"/>
                    </a:moveTo>
                    <a:cubicBezTo>
                      <a:pt x="24" y="85"/>
                      <a:pt x="24" y="85"/>
                      <a:pt x="24" y="85"/>
                    </a:cubicBezTo>
                    <a:cubicBezTo>
                      <a:pt x="20" y="77"/>
                      <a:pt x="0" y="38"/>
                      <a:pt x="0" y="26"/>
                    </a:cubicBezTo>
                    <a:cubicBezTo>
                      <a:pt x="0" y="12"/>
                      <a:pt x="13" y="0"/>
                      <a:pt x="29" y="0"/>
                    </a:cubicBezTo>
                    <a:cubicBezTo>
                      <a:pt x="45" y="0"/>
                      <a:pt x="59" y="12"/>
                      <a:pt x="59" y="26"/>
                    </a:cubicBezTo>
                    <a:cubicBezTo>
                      <a:pt x="59" y="38"/>
                      <a:pt x="39" y="77"/>
                      <a:pt x="34" y="85"/>
                    </a:cubicBezTo>
                    <a:lnTo>
                      <a:pt x="29" y="95"/>
                    </a:lnTo>
                    <a:close/>
                    <a:moveTo>
                      <a:pt x="29" y="12"/>
                    </a:moveTo>
                    <a:cubicBezTo>
                      <a:pt x="19" y="12"/>
                      <a:pt x="12" y="18"/>
                      <a:pt x="12" y="26"/>
                    </a:cubicBezTo>
                    <a:cubicBezTo>
                      <a:pt x="12" y="31"/>
                      <a:pt x="20" y="50"/>
                      <a:pt x="29" y="69"/>
                    </a:cubicBezTo>
                    <a:cubicBezTo>
                      <a:pt x="38" y="50"/>
                      <a:pt x="47" y="31"/>
                      <a:pt x="47" y="26"/>
                    </a:cubicBezTo>
                    <a:cubicBezTo>
                      <a:pt x="47" y="18"/>
                      <a:pt x="39" y="12"/>
                      <a:pt x="29" y="12"/>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grpSp>
      <p:sp>
        <p:nvSpPr>
          <p:cNvPr id="39" name="object 31">
            <a:extLst>
              <a:ext uri="{FF2B5EF4-FFF2-40B4-BE49-F238E27FC236}">
                <a16:creationId xmlns:a16="http://schemas.microsoft.com/office/drawing/2014/main" id="{B0A14E16-6211-D3B5-C236-8D6E6A379CB9}"/>
              </a:ext>
            </a:extLst>
          </p:cNvPr>
          <p:cNvSpPr txBox="1"/>
          <p:nvPr/>
        </p:nvSpPr>
        <p:spPr>
          <a:xfrm>
            <a:off x="8107864" y="4585794"/>
            <a:ext cx="3902849" cy="1844095"/>
          </a:xfrm>
          <a:prstGeom prst="rect">
            <a:avLst/>
          </a:prstGeom>
        </p:spPr>
        <p:txBody>
          <a:bodyPr vert="horz" wrap="square" lIns="0" tIns="12700" rIns="0" bIns="0" rtlCol="0" anchor="t">
            <a:spAutoFit/>
          </a:bodyPr>
          <a:lstStyle/>
          <a:p>
            <a:pPr defTabSz="584200">
              <a:defRPr/>
            </a:pPr>
            <a:r>
              <a:rPr lang="en-AU" sz="850" dirty="0">
                <a:solidFill>
                  <a:srgbClr val="212B40"/>
                </a:solidFill>
                <a:latin typeface="Roboto"/>
                <a:ea typeface="+mn-lt"/>
                <a:cs typeface="+mn-lt"/>
              </a:rPr>
              <a:t>The success of the data migration project gave Crown comfort knowing they can meet compliance obligations with the assurance of data accuracy and completeness.</a:t>
            </a:r>
            <a:endParaRPr lang="en-US" sz="850" dirty="0">
              <a:latin typeface="Roboto"/>
              <a:ea typeface="Calibri" panose="020F0502020204030204"/>
              <a:cs typeface="Calibri" panose="020F0502020204030204"/>
            </a:endParaRPr>
          </a:p>
          <a:p>
            <a:pPr defTabSz="584200">
              <a:defRPr/>
            </a:pPr>
            <a:endParaRPr lang="en-AU" sz="850" dirty="0">
              <a:solidFill>
                <a:srgbClr val="212B40"/>
              </a:solidFill>
              <a:latin typeface="Roboto"/>
              <a:ea typeface="+mn-lt"/>
              <a:cs typeface="+mn-lt"/>
            </a:endParaRPr>
          </a:p>
          <a:p>
            <a:pPr defTabSz="584200">
              <a:defRPr/>
            </a:pPr>
            <a:r>
              <a:rPr lang="en-AU" sz="850" dirty="0">
                <a:solidFill>
                  <a:srgbClr val="212B40"/>
                </a:solidFill>
                <a:latin typeface="Roboto"/>
                <a:ea typeface="+mn-lt"/>
                <a:cs typeface="+mn-lt"/>
              </a:rPr>
              <a:t>The project provided a significant opportunity for Crown to view their entire workforce under a consolidated platform, which paves the way for advanced data analytics, enabling Crown to leverage workforce insights for more informed decision-making and AI for intelligent workforce scheduling.</a:t>
            </a:r>
            <a:endParaRPr lang="en-AU" sz="850" dirty="0">
              <a:latin typeface="Roboto"/>
              <a:ea typeface="Calibri"/>
              <a:cs typeface="Calibri"/>
            </a:endParaRPr>
          </a:p>
          <a:p>
            <a:pPr defTabSz="584200">
              <a:defRPr/>
            </a:pPr>
            <a:endParaRPr lang="en-AU" sz="850" dirty="0">
              <a:solidFill>
                <a:srgbClr val="212B40"/>
              </a:solidFill>
              <a:latin typeface="Roboto"/>
              <a:ea typeface="+mn-lt"/>
              <a:cs typeface="+mn-lt"/>
            </a:endParaRPr>
          </a:p>
          <a:p>
            <a:pPr defTabSz="584200">
              <a:defRPr/>
            </a:pPr>
            <a:r>
              <a:rPr lang="en-AU" sz="850" dirty="0">
                <a:solidFill>
                  <a:srgbClr val="212B40"/>
                </a:solidFill>
                <a:latin typeface="Roboto"/>
                <a:ea typeface="+mn-lt"/>
                <a:cs typeface="+mn-lt"/>
              </a:rPr>
              <a:t>Moreover, the project underscored the importance of a comprehensive data governance program. The insights gained from this initiative provided empirical evidence of Crown's data quality issues, giving concrete reasons for the business to prioritise investments in their data. The ability to use their data proactively better positions Crown for further growth and future innovation. </a:t>
            </a:r>
            <a:endParaRPr lang="en-AU" sz="850" dirty="0">
              <a:latin typeface="Roboto"/>
              <a:ea typeface="Calibri"/>
              <a:cs typeface="Calibri"/>
            </a:endParaRPr>
          </a:p>
        </p:txBody>
      </p:sp>
      <p:grpSp>
        <p:nvGrpSpPr>
          <p:cNvPr id="40" name="Group 39">
            <a:extLst>
              <a:ext uri="{FF2B5EF4-FFF2-40B4-BE49-F238E27FC236}">
                <a16:creationId xmlns:a16="http://schemas.microsoft.com/office/drawing/2014/main" id="{8E5AC439-79DA-E440-79C8-A9EDED65B305}"/>
              </a:ext>
            </a:extLst>
          </p:cNvPr>
          <p:cNvGrpSpPr/>
          <p:nvPr/>
        </p:nvGrpSpPr>
        <p:grpSpPr>
          <a:xfrm>
            <a:off x="7414347" y="4171263"/>
            <a:ext cx="4533074" cy="558587"/>
            <a:chOff x="2832926" y="8434440"/>
            <a:chExt cx="4533074" cy="558587"/>
          </a:xfrm>
        </p:grpSpPr>
        <p:sp>
          <p:nvSpPr>
            <p:cNvPr id="41" name="object 6">
              <a:extLst>
                <a:ext uri="{FF2B5EF4-FFF2-40B4-BE49-F238E27FC236}">
                  <a16:creationId xmlns:a16="http://schemas.microsoft.com/office/drawing/2014/main" id="{F0660766-C7E2-198A-510D-FB47BA3785BD}"/>
                </a:ext>
              </a:extLst>
            </p:cNvPr>
            <p:cNvSpPr/>
            <p:nvPr/>
          </p:nvSpPr>
          <p:spPr>
            <a:xfrm flipV="1">
              <a:off x="3371321" y="8691162"/>
              <a:ext cx="3994679" cy="45719"/>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endParaRPr/>
            </a:p>
          </p:txBody>
        </p:sp>
        <p:pic>
          <p:nvPicPr>
            <p:cNvPr id="42" name="object 23">
              <a:extLst>
                <a:ext uri="{FF2B5EF4-FFF2-40B4-BE49-F238E27FC236}">
                  <a16:creationId xmlns:a16="http://schemas.microsoft.com/office/drawing/2014/main" id="{4AE8F55D-6743-1891-D55D-B8CA1A744126}"/>
                </a:ext>
              </a:extLst>
            </p:cNvPr>
            <p:cNvPicPr/>
            <p:nvPr/>
          </p:nvPicPr>
          <p:blipFill>
            <a:blip r:embed="rId5" cstate="print"/>
            <a:stretch>
              <a:fillRect/>
            </a:stretch>
          </p:blipFill>
          <p:spPr>
            <a:xfrm>
              <a:off x="7105493" y="8539106"/>
              <a:ext cx="162060" cy="103902"/>
            </a:xfrm>
            <a:prstGeom prst="rect">
              <a:avLst/>
            </a:prstGeom>
          </p:spPr>
        </p:pic>
        <p:sp>
          <p:nvSpPr>
            <p:cNvPr id="43" name="object 32">
              <a:extLst>
                <a:ext uri="{FF2B5EF4-FFF2-40B4-BE49-F238E27FC236}">
                  <a16:creationId xmlns:a16="http://schemas.microsoft.com/office/drawing/2014/main" id="{209DAB07-BC1C-9636-6150-68D736197C39}"/>
                </a:ext>
              </a:extLst>
            </p:cNvPr>
            <p:cNvSpPr txBox="1"/>
            <p:nvPr/>
          </p:nvSpPr>
          <p:spPr>
            <a:xfrm>
              <a:off x="3513951" y="8434440"/>
              <a:ext cx="2033903" cy="259045"/>
            </a:xfrm>
            <a:prstGeom prst="rect">
              <a:avLst/>
            </a:prstGeom>
          </p:spPr>
          <p:txBody>
            <a:bodyPr vert="horz" wrap="square" lIns="0" tIns="12700" rIns="0" bIns="0" rtlCol="0">
              <a:spAutoFit/>
            </a:bodyPr>
            <a:lstStyle/>
            <a:p>
              <a:pPr marL="12700">
                <a:lnSpc>
                  <a:spcPct val="100000"/>
                </a:lnSpc>
                <a:spcBef>
                  <a:spcPts val="100"/>
                </a:spcBef>
              </a:pPr>
              <a:r>
                <a:rPr lang="en-AU" sz="1600" b="1">
                  <a:solidFill>
                    <a:srgbClr val="0E2A3F"/>
                  </a:solidFill>
                  <a:latin typeface="Roboto"/>
                  <a:cs typeface="Roboto"/>
                </a:rPr>
                <a:t>Outcome </a:t>
              </a:r>
              <a:endParaRPr sz="1600">
                <a:solidFill>
                  <a:srgbClr val="0E2A3F"/>
                </a:solidFill>
                <a:latin typeface="Roboto"/>
                <a:cs typeface="Roboto"/>
              </a:endParaRPr>
            </a:p>
          </p:txBody>
        </p:sp>
        <p:grpSp>
          <p:nvGrpSpPr>
            <p:cNvPr id="44" name="Group 43">
              <a:extLst>
                <a:ext uri="{FF2B5EF4-FFF2-40B4-BE49-F238E27FC236}">
                  <a16:creationId xmlns:a16="http://schemas.microsoft.com/office/drawing/2014/main" id="{A94BFE55-B71C-8458-1CDA-C5CDF5D0C2BC}"/>
                </a:ext>
              </a:extLst>
            </p:cNvPr>
            <p:cNvGrpSpPr/>
            <p:nvPr/>
          </p:nvGrpSpPr>
          <p:grpSpPr>
            <a:xfrm>
              <a:off x="2832926" y="8475039"/>
              <a:ext cx="574768" cy="517988"/>
              <a:chOff x="2910256" y="7805799"/>
              <a:chExt cx="574768" cy="517988"/>
            </a:xfrm>
          </p:grpSpPr>
          <p:sp>
            <p:nvSpPr>
              <p:cNvPr id="45" name="Oval 44">
                <a:extLst>
                  <a:ext uri="{FF2B5EF4-FFF2-40B4-BE49-F238E27FC236}">
                    <a16:creationId xmlns:a16="http://schemas.microsoft.com/office/drawing/2014/main" id="{A0B375ED-5B17-C556-17A5-4D9467D58521}"/>
                  </a:ext>
                </a:extLst>
              </p:cNvPr>
              <p:cNvSpPr/>
              <p:nvPr/>
            </p:nvSpPr>
            <p:spPr>
              <a:xfrm>
                <a:off x="2910256" y="7805799"/>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pic>
            <p:nvPicPr>
              <p:cNvPr id="46" name="Picture 2" descr="Handshake - Free hands and gestures icons">
                <a:extLst>
                  <a:ext uri="{FF2B5EF4-FFF2-40B4-BE49-F238E27FC236}">
                    <a16:creationId xmlns:a16="http://schemas.microsoft.com/office/drawing/2014/main" id="{53D9A795-AAEB-18A8-48D1-9A8B412C708B}"/>
                  </a:ext>
                </a:extLst>
              </p:cNvPr>
              <p:cNvPicPr>
                <a:picLocks noChangeAspect="1" noChangeArrowheads="1"/>
              </p:cNvPicPr>
              <p:nvPr/>
            </p:nvPicPr>
            <p:blipFill>
              <a:blip r:embed="rId6" cstate="print">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3003967" y="7884155"/>
                <a:ext cx="407854" cy="407854"/>
              </a:xfrm>
              <a:prstGeom prst="rect">
                <a:avLst/>
              </a:prstGeom>
              <a:noFill/>
              <a:extLst>
                <a:ext uri="{909E8E84-426E-40dd-AFC4-6F175D3DCCD1}">
                  <a14:hiddenFill xmlns:a14="http://schemas.microsoft.com/office/drawing/2010/main" xmlns="">
                    <a:solidFill>
                      <a:srgbClr val="FFFFFF"/>
                    </a:solidFill>
                  </a14:hiddenFill>
                </a:ext>
              </a:extLst>
            </p:spPr>
          </p:pic>
        </p:grpSp>
      </p:grpSp>
      <p:sp>
        <p:nvSpPr>
          <p:cNvPr id="53" name="TextBox 52">
            <a:extLst>
              <a:ext uri="{FF2B5EF4-FFF2-40B4-BE49-F238E27FC236}">
                <a16:creationId xmlns:a16="http://schemas.microsoft.com/office/drawing/2014/main" id="{6E4EAC1C-0A9E-A326-9FAC-F0EE18A9117D}"/>
              </a:ext>
            </a:extLst>
          </p:cNvPr>
          <p:cNvSpPr txBox="1"/>
          <p:nvPr/>
        </p:nvSpPr>
        <p:spPr>
          <a:xfrm>
            <a:off x="7731835" y="6512256"/>
            <a:ext cx="4624370" cy="329321"/>
          </a:xfrm>
          <a:prstGeom prst="rect">
            <a:avLst/>
          </a:prstGeom>
          <a:noFill/>
        </p:spPr>
        <p:txBody>
          <a:bodyPr wrap="square" lIns="91440" tIns="45720" rIns="91440" bIns="45720" rtlCol="0" anchor="t">
            <a:spAutoFit/>
          </a:bodyPr>
          <a:lstStyle/>
          <a:p>
            <a:r>
              <a:rPr lang="en-US" sz="750" dirty="0">
                <a:latin typeface="Roboto Light"/>
                <a:ea typeface="Roboto Light"/>
                <a:cs typeface="Roboto Light"/>
              </a:rPr>
              <a:t>With offices in Melbourne and Sydney, </a:t>
            </a:r>
            <a:r>
              <a:rPr lang="en-US" sz="750" dirty="0" err="1">
                <a:latin typeface="Roboto Light"/>
                <a:ea typeface="Roboto Light"/>
                <a:cs typeface="Roboto Light"/>
              </a:rPr>
              <a:t>intelia</a:t>
            </a:r>
            <a:r>
              <a:rPr lang="en-US" sz="750" dirty="0">
                <a:latin typeface="Roboto Light"/>
                <a:ea typeface="Roboto Light"/>
                <a:cs typeface="Roboto Light"/>
              </a:rPr>
              <a:t> is a technology consultancy </a:t>
            </a:r>
            <a:r>
              <a:rPr lang="en-US" sz="750" dirty="0" err="1">
                <a:latin typeface="Roboto Light"/>
                <a:ea typeface="Roboto Light"/>
                <a:cs typeface="Roboto Light"/>
              </a:rPr>
              <a:t>specialising</a:t>
            </a:r>
            <a:r>
              <a:rPr lang="en-US" sz="750" dirty="0">
                <a:latin typeface="Roboto Light"/>
                <a:ea typeface="Roboto Light"/>
                <a:cs typeface="Roboto Light"/>
              </a:rPr>
              <a:t> in all things data (strategy, architecture, governance, analytics, modern cloud data platforms and intelligent automation)</a:t>
            </a:r>
            <a:endParaRPr lang="en-AU" sz="750" dirty="0">
              <a:latin typeface="Roboto Light"/>
              <a:ea typeface="Roboto Light"/>
              <a:cs typeface="Roboto Light"/>
            </a:endParaRPr>
          </a:p>
        </p:txBody>
      </p:sp>
      <p:grpSp>
        <p:nvGrpSpPr>
          <p:cNvPr id="54" name="Group 53">
            <a:extLst>
              <a:ext uri="{FF2B5EF4-FFF2-40B4-BE49-F238E27FC236}">
                <a16:creationId xmlns:a16="http://schemas.microsoft.com/office/drawing/2014/main" id="{62FA0344-63B8-FA85-9673-CAE06602E31E}"/>
              </a:ext>
            </a:extLst>
          </p:cNvPr>
          <p:cNvGrpSpPr/>
          <p:nvPr/>
        </p:nvGrpSpPr>
        <p:grpSpPr>
          <a:xfrm>
            <a:off x="2707022" y="1530507"/>
            <a:ext cx="4579709" cy="598811"/>
            <a:chOff x="2811691" y="2319359"/>
            <a:chExt cx="4579709" cy="598811"/>
          </a:xfrm>
        </p:grpSpPr>
        <p:pic>
          <p:nvPicPr>
            <p:cNvPr id="55" name="object 22">
              <a:extLst>
                <a:ext uri="{FF2B5EF4-FFF2-40B4-BE49-F238E27FC236}">
                  <a16:creationId xmlns:a16="http://schemas.microsoft.com/office/drawing/2014/main" id="{7C441AE6-669F-489C-6CA8-575B3418D532}"/>
                </a:ext>
              </a:extLst>
            </p:cNvPr>
            <p:cNvPicPr/>
            <p:nvPr/>
          </p:nvPicPr>
          <p:blipFill>
            <a:blip r:embed="rId8" cstate="print"/>
            <a:stretch>
              <a:fillRect/>
            </a:stretch>
          </p:blipFill>
          <p:spPr>
            <a:xfrm>
              <a:off x="7168993" y="2372549"/>
              <a:ext cx="162060" cy="103902"/>
            </a:xfrm>
            <a:prstGeom prst="rect">
              <a:avLst/>
            </a:prstGeom>
          </p:spPr>
        </p:pic>
        <p:sp>
          <p:nvSpPr>
            <p:cNvPr id="56" name="object 30">
              <a:extLst>
                <a:ext uri="{FF2B5EF4-FFF2-40B4-BE49-F238E27FC236}">
                  <a16:creationId xmlns:a16="http://schemas.microsoft.com/office/drawing/2014/main" id="{EB93F986-1D5D-4B85-38B2-589E3EF0BE8C}"/>
                </a:ext>
              </a:extLst>
            </p:cNvPr>
            <p:cNvSpPr txBox="1"/>
            <p:nvPr/>
          </p:nvSpPr>
          <p:spPr>
            <a:xfrm>
              <a:off x="3489852" y="2319359"/>
              <a:ext cx="2237103" cy="259045"/>
            </a:xfrm>
            <a:prstGeom prst="rect">
              <a:avLst/>
            </a:prstGeom>
          </p:spPr>
          <p:txBody>
            <a:bodyPr vert="horz" wrap="square" lIns="0" tIns="12700" rIns="0" bIns="0" rtlCol="0">
              <a:spAutoFit/>
            </a:bodyPr>
            <a:lstStyle/>
            <a:p>
              <a:pPr marL="12700">
                <a:lnSpc>
                  <a:spcPct val="100000"/>
                </a:lnSpc>
                <a:spcBef>
                  <a:spcPts val="100"/>
                </a:spcBef>
              </a:pPr>
              <a:r>
                <a:rPr lang="en-AU" sz="1600" b="1">
                  <a:solidFill>
                    <a:srgbClr val="0E2A3F"/>
                  </a:solidFill>
                  <a:latin typeface="Roboto"/>
                  <a:cs typeface="Roboto"/>
                </a:rPr>
                <a:t>Problem </a:t>
              </a:r>
              <a:endParaRPr sz="1600">
                <a:solidFill>
                  <a:srgbClr val="0E2A3F"/>
                </a:solidFill>
                <a:latin typeface="Roboto"/>
                <a:cs typeface="Roboto"/>
              </a:endParaRPr>
            </a:p>
          </p:txBody>
        </p:sp>
        <p:grpSp>
          <p:nvGrpSpPr>
            <p:cNvPr id="57" name="Group 56">
              <a:extLst>
                <a:ext uri="{FF2B5EF4-FFF2-40B4-BE49-F238E27FC236}">
                  <a16:creationId xmlns:a16="http://schemas.microsoft.com/office/drawing/2014/main" id="{82782396-1318-3797-A305-CA956384A3F3}"/>
                </a:ext>
              </a:extLst>
            </p:cNvPr>
            <p:cNvGrpSpPr/>
            <p:nvPr/>
          </p:nvGrpSpPr>
          <p:grpSpPr>
            <a:xfrm>
              <a:off x="2811691" y="2400182"/>
              <a:ext cx="574768" cy="517988"/>
              <a:chOff x="2947478" y="2453812"/>
              <a:chExt cx="574768" cy="517988"/>
            </a:xfrm>
          </p:grpSpPr>
          <p:sp>
            <p:nvSpPr>
              <p:cNvPr id="59" name="Oval 58">
                <a:extLst>
                  <a:ext uri="{FF2B5EF4-FFF2-40B4-BE49-F238E27FC236}">
                    <a16:creationId xmlns:a16="http://schemas.microsoft.com/office/drawing/2014/main" id="{A76EA8AC-FBE4-A906-6DD2-A62A137B55AA}"/>
                  </a:ext>
                </a:extLst>
              </p:cNvPr>
              <p:cNvSpPr/>
              <p:nvPr/>
            </p:nvSpPr>
            <p:spPr>
              <a:xfrm>
                <a:off x="2947478" y="2453812"/>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sp>
            <p:nvSpPr>
              <p:cNvPr id="60" name="Freeform 30">
                <a:extLst>
                  <a:ext uri="{FF2B5EF4-FFF2-40B4-BE49-F238E27FC236}">
                    <a16:creationId xmlns:a16="http://schemas.microsoft.com/office/drawing/2014/main" id="{305E174D-2C0E-5C48-ACC3-0161C36BF988}"/>
                  </a:ext>
                </a:extLst>
              </p:cNvPr>
              <p:cNvSpPr>
                <a:spLocks/>
              </p:cNvSpPr>
              <p:nvPr/>
            </p:nvSpPr>
            <p:spPr bwMode="auto">
              <a:xfrm>
                <a:off x="3023845" y="2543825"/>
                <a:ext cx="391078" cy="261545"/>
              </a:xfrm>
              <a:custGeom>
                <a:avLst/>
                <a:gdLst>
                  <a:gd name="T0" fmla="*/ 193 w 264"/>
                  <a:gd name="T1" fmla="*/ 176 h 176"/>
                  <a:gd name="T2" fmla="*/ 184 w 264"/>
                  <a:gd name="T3" fmla="*/ 167 h 176"/>
                  <a:gd name="T4" fmla="*/ 193 w 264"/>
                  <a:gd name="T5" fmla="*/ 159 h 176"/>
                  <a:gd name="T6" fmla="*/ 211 w 264"/>
                  <a:gd name="T7" fmla="*/ 158 h 176"/>
                  <a:gd name="T8" fmla="*/ 212 w 264"/>
                  <a:gd name="T9" fmla="*/ 158 h 176"/>
                  <a:gd name="T10" fmla="*/ 212 w 264"/>
                  <a:gd name="T11" fmla="*/ 158 h 176"/>
                  <a:gd name="T12" fmla="*/ 246 w 264"/>
                  <a:gd name="T13" fmla="*/ 123 h 176"/>
                  <a:gd name="T14" fmla="*/ 211 w 264"/>
                  <a:gd name="T15" fmla="*/ 88 h 176"/>
                  <a:gd name="T16" fmla="*/ 203 w 264"/>
                  <a:gd name="T17" fmla="*/ 89 h 176"/>
                  <a:gd name="T18" fmla="*/ 195 w 264"/>
                  <a:gd name="T19" fmla="*/ 87 h 176"/>
                  <a:gd name="T20" fmla="*/ 193 w 264"/>
                  <a:gd name="T21" fmla="*/ 79 h 176"/>
                  <a:gd name="T22" fmla="*/ 194 w 264"/>
                  <a:gd name="T23" fmla="*/ 70 h 176"/>
                  <a:gd name="T24" fmla="*/ 141 w 264"/>
                  <a:gd name="T25" fmla="*/ 18 h 176"/>
                  <a:gd name="T26" fmla="*/ 88 w 264"/>
                  <a:gd name="T27" fmla="*/ 66 h 176"/>
                  <a:gd name="T28" fmla="*/ 84 w 264"/>
                  <a:gd name="T29" fmla="*/ 72 h 176"/>
                  <a:gd name="T30" fmla="*/ 77 w 264"/>
                  <a:gd name="T31" fmla="*/ 73 h 176"/>
                  <a:gd name="T32" fmla="*/ 62 w 264"/>
                  <a:gd name="T33" fmla="*/ 70 h 176"/>
                  <a:gd name="T34" fmla="*/ 18 w 264"/>
                  <a:gd name="T35" fmla="*/ 114 h 176"/>
                  <a:gd name="T36" fmla="*/ 60 w 264"/>
                  <a:gd name="T37" fmla="*/ 158 h 176"/>
                  <a:gd name="T38" fmla="*/ 61 w 264"/>
                  <a:gd name="T39" fmla="*/ 158 h 176"/>
                  <a:gd name="T40" fmla="*/ 65 w 264"/>
                  <a:gd name="T41" fmla="*/ 159 h 176"/>
                  <a:gd name="T42" fmla="*/ 80 w 264"/>
                  <a:gd name="T43" fmla="*/ 159 h 176"/>
                  <a:gd name="T44" fmla="*/ 88 w 264"/>
                  <a:gd name="T45" fmla="*/ 167 h 176"/>
                  <a:gd name="T46" fmla="*/ 80 w 264"/>
                  <a:gd name="T47" fmla="*/ 176 h 176"/>
                  <a:gd name="T48" fmla="*/ 63 w 264"/>
                  <a:gd name="T49" fmla="*/ 176 h 176"/>
                  <a:gd name="T50" fmla="*/ 62 w 264"/>
                  <a:gd name="T51" fmla="*/ 176 h 176"/>
                  <a:gd name="T52" fmla="*/ 0 w 264"/>
                  <a:gd name="T53" fmla="*/ 114 h 176"/>
                  <a:gd name="T54" fmla="*/ 62 w 264"/>
                  <a:gd name="T55" fmla="*/ 53 h 176"/>
                  <a:gd name="T56" fmla="*/ 73 w 264"/>
                  <a:gd name="T57" fmla="*/ 54 h 176"/>
                  <a:gd name="T58" fmla="*/ 141 w 264"/>
                  <a:gd name="T59" fmla="*/ 0 h 176"/>
                  <a:gd name="T60" fmla="*/ 211 w 264"/>
                  <a:gd name="T61" fmla="*/ 70 h 176"/>
                  <a:gd name="T62" fmla="*/ 211 w 264"/>
                  <a:gd name="T63" fmla="*/ 70 h 176"/>
                  <a:gd name="T64" fmla="*/ 211 w 264"/>
                  <a:gd name="T65" fmla="*/ 70 h 176"/>
                  <a:gd name="T66" fmla="*/ 264 w 264"/>
                  <a:gd name="T67" fmla="*/ 123 h 176"/>
                  <a:gd name="T68" fmla="*/ 211 w 264"/>
                  <a:gd name="T69" fmla="*/ 176 h 176"/>
                  <a:gd name="T70" fmla="*/ 210 w 264"/>
                  <a:gd name="T71" fmla="*/ 176 h 176"/>
                  <a:gd name="T72" fmla="*/ 193 w 264"/>
                  <a:gd name="T73"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176">
                    <a:moveTo>
                      <a:pt x="193" y="176"/>
                    </a:moveTo>
                    <a:cubicBezTo>
                      <a:pt x="188" y="176"/>
                      <a:pt x="184" y="172"/>
                      <a:pt x="184" y="167"/>
                    </a:cubicBezTo>
                    <a:cubicBezTo>
                      <a:pt x="184" y="162"/>
                      <a:pt x="188" y="159"/>
                      <a:pt x="193" y="159"/>
                    </a:cubicBezTo>
                    <a:cubicBezTo>
                      <a:pt x="211" y="158"/>
                      <a:pt x="211" y="158"/>
                      <a:pt x="211" y="158"/>
                    </a:cubicBezTo>
                    <a:cubicBezTo>
                      <a:pt x="211" y="158"/>
                      <a:pt x="212" y="158"/>
                      <a:pt x="212" y="158"/>
                    </a:cubicBezTo>
                    <a:cubicBezTo>
                      <a:pt x="212" y="158"/>
                      <a:pt x="212" y="158"/>
                      <a:pt x="212" y="158"/>
                    </a:cubicBezTo>
                    <a:cubicBezTo>
                      <a:pt x="231" y="158"/>
                      <a:pt x="246" y="142"/>
                      <a:pt x="246" y="123"/>
                    </a:cubicBezTo>
                    <a:cubicBezTo>
                      <a:pt x="246" y="104"/>
                      <a:pt x="231" y="88"/>
                      <a:pt x="211" y="88"/>
                    </a:cubicBezTo>
                    <a:cubicBezTo>
                      <a:pt x="209" y="88"/>
                      <a:pt x="206" y="88"/>
                      <a:pt x="203" y="89"/>
                    </a:cubicBezTo>
                    <a:cubicBezTo>
                      <a:pt x="201" y="90"/>
                      <a:pt x="198" y="89"/>
                      <a:pt x="195" y="87"/>
                    </a:cubicBezTo>
                    <a:cubicBezTo>
                      <a:pt x="193" y="85"/>
                      <a:pt x="192" y="82"/>
                      <a:pt x="193" y="79"/>
                    </a:cubicBezTo>
                    <a:cubicBezTo>
                      <a:pt x="193" y="76"/>
                      <a:pt x="194" y="73"/>
                      <a:pt x="194" y="70"/>
                    </a:cubicBezTo>
                    <a:cubicBezTo>
                      <a:pt x="194" y="41"/>
                      <a:pt x="170" y="18"/>
                      <a:pt x="141" y="18"/>
                    </a:cubicBezTo>
                    <a:cubicBezTo>
                      <a:pt x="113" y="18"/>
                      <a:pt x="91" y="38"/>
                      <a:pt x="88" y="66"/>
                    </a:cubicBezTo>
                    <a:cubicBezTo>
                      <a:pt x="88" y="68"/>
                      <a:pt x="87" y="71"/>
                      <a:pt x="84" y="72"/>
                    </a:cubicBezTo>
                    <a:cubicBezTo>
                      <a:pt x="82" y="74"/>
                      <a:pt x="79" y="74"/>
                      <a:pt x="77" y="73"/>
                    </a:cubicBezTo>
                    <a:cubicBezTo>
                      <a:pt x="71" y="71"/>
                      <a:pt x="67" y="70"/>
                      <a:pt x="62" y="70"/>
                    </a:cubicBezTo>
                    <a:cubicBezTo>
                      <a:pt x="37" y="70"/>
                      <a:pt x="18" y="90"/>
                      <a:pt x="18" y="114"/>
                    </a:cubicBezTo>
                    <a:cubicBezTo>
                      <a:pt x="18" y="138"/>
                      <a:pt x="37" y="158"/>
                      <a:pt x="60" y="158"/>
                    </a:cubicBezTo>
                    <a:cubicBezTo>
                      <a:pt x="61" y="158"/>
                      <a:pt x="61" y="158"/>
                      <a:pt x="61" y="158"/>
                    </a:cubicBezTo>
                    <a:cubicBezTo>
                      <a:pt x="65" y="159"/>
                      <a:pt x="65" y="159"/>
                      <a:pt x="65" y="159"/>
                    </a:cubicBezTo>
                    <a:cubicBezTo>
                      <a:pt x="80" y="159"/>
                      <a:pt x="80" y="159"/>
                      <a:pt x="80" y="159"/>
                    </a:cubicBezTo>
                    <a:cubicBezTo>
                      <a:pt x="85" y="159"/>
                      <a:pt x="88" y="162"/>
                      <a:pt x="88" y="167"/>
                    </a:cubicBezTo>
                    <a:cubicBezTo>
                      <a:pt x="88" y="172"/>
                      <a:pt x="85" y="176"/>
                      <a:pt x="80" y="176"/>
                    </a:cubicBezTo>
                    <a:cubicBezTo>
                      <a:pt x="63" y="176"/>
                      <a:pt x="63" y="176"/>
                      <a:pt x="63" y="176"/>
                    </a:cubicBezTo>
                    <a:cubicBezTo>
                      <a:pt x="62" y="176"/>
                      <a:pt x="62" y="176"/>
                      <a:pt x="62" y="176"/>
                    </a:cubicBezTo>
                    <a:cubicBezTo>
                      <a:pt x="28" y="176"/>
                      <a:pt x="0" y="148"/>
                      <a:pt x="0" y="114"/>
                    </a:cubicBezTo>
                    <a:cubicBezTo>
                      <a:pt x="0" y="80"/>
                      <a:pt x="28" y="53"/>
                      <a:pt x="62" y="53"/>
                    </a:cubicBezTo>
                    <a:cubicBezTo>
                      <a:pt x="65" y="53"/>
                      <a:pt x="69" y="53"/>
                      <a:pt x="73" y="54"/>
                    </a:cubicBezTo>
                    <a:cubicBezTo>
                      <a:pt x="80" y="23"/>
                      <a:pt x="108" y="0"/>
                      <a:pt x="141" y="0"/>
                    </a:cubicBezTo>
                    <a:cubicBezTo>
                      <a:pt x="180" y="0"/>
                      <a:pt x="211" y="32"/>
                      <a:pt x="211" y="70"/>
                    </a:cubicBezTo>
                    <a:cubicBezTo>
                      <a:pt x="211" y="70"/>
                      <a:pt x="211" y="70"/>
                      <a:pt x="211" y="70"/>
                    </a:cubicBezTo>
                    <a:cubicBezTo>
                      <a:pt x="211" y="70"/>
                      <a:pt x="211" y="70"/>
                      <a:pt x="211" y="70"/>
                    </a:cubicBezTo>
                    <a:cubicBezTo>
                      <a:pt x="240" y="70"/>
                      <a:pt x="264" y="94"/>
                      <a:pt x="264" y="123"/>
                    </a:cubicBezTo>
                    <a:cubicBezTo>
                      <a:pt x="264" y="152"/>
                      <a:pt x="240" y="176"/>
                      <a:pt x="211" y="176"/>
                    </a:cubicBezTo>
                    <a:cubicBezTo>
                      <a:pt x="211" y="176"/>
                      <a:pt x="211" y="176"/>
                      <a:pt x="210" y="176"/>
                    </a:cubicBezTo>
                    <a:lnTo>
                      <a:pt x="193" y="176"/>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1" name="Freeform 31">
                <a:extLst>
                  <a:ext uri="{FF2B5EF4-FFF2-40B4-BE49-F238E27FC236}">
                    <a16:creationId xmlns:a16="http://schemas.microsoft.com/office/drawing/2014/main" id="{0936550C-5551-F20D-516B-4026E912ECB8}"/>
                  </a:ext>
                </a:extLst>
              </p:cNvPr>
              <p:cNvSpPr>
                <a:spLocks/>
              </p:cNvSpPr>
              <p:nvPr/>
            </p:nvSpPr>
            <p:spPr bwMode="auto">
              <a:xfrm>
                <a:off x="3167013" y="2610772"/>
                <a:ext cx="130772" cy="220640"/>
              </a:xfrm>
              <a:custGeom>
                <a:avLst/>
                <a:gdLst>
                  <a:gd name="T0" fmla="*/ 211 w 211"/>
                  <a:gd name="T1" fmla="*/ 146 h 356"/>
                  <a:gd name="T2" fmla="*/ 127 w 211"/>
                  <a:gd name="T3" fmla="*/ 146 h 356"/>
                  <a:gd name="T4" fmla="*/ 127 w 211"/>
                  <a:gd name="T5" fmla="*/ 0 h 356"/>
                  <a:gd name="T6" fmla="*/ 0 w 211"/>
                  <a:gd name="T7" fmla="*/ 210 h 356"/>
                  <a:gd name="T8" fmla="*/ 84 w 211"/>
                  <a:gd name="T9" fmla="*/ 210 h 356"/>
                  <a:gd name="T10" fmla="*/ 84 w 211"/>
                  <a:gd name="T11" fmla="*/ 356 h 356"/>
                  <a:gd name="T12" fmla="*/ 211 w 211"/>
                  <a:gd name="T13" fmla="*/ 146 h 356"/>
                </a:gdLst>
                <a:ahLst/>
                <a:cxnLst>
                  <a:cxn ang="0">
                    <a:pos x="T0" y="T1"/>
                  </a:cxn>
                  <a:cxn ang="0">
                    <a:pos x="T2" y="T3"/>
                  </a:cxn>
                  <a:cxn ang="0">
                    <a:pos x="T4" y="T5"/>
                  </a:cxn>
                  <a:cxn ang="0">
                    <a:pos x="T6" y="T7"/>
                  </a:cxn>
                  <a:cxn ang="0">
                    <a:pos x="T8" y="T9"/>
                  </a:cxn>
                  <a:cxn ang="0">
                    <a:pos x="T10" y="T11"/>
                  </a:cxn>
                  <a:cxn ang="0">
                    <a:pos x="T12" y="T13"/>
                  </a:cxn>
                </a:cxnLst>
                <a:rect l="0" t="0" r="r" b="b"/>
                <a:pathLst>
                  <a:path w="211" h="356">
                    <a:moveTo>
                      <a:pt x="211" y="146"/>
                    </a:moveTo>
                    <a:lnTo>
                      <a:pt x="127" y="146"/>
                    </a:lnTo>
                    <a:lnTo>
                      <a:pt x="127" y="0"/>
                    </a:lnTo>
                    <a:lnTo>
                      <a:pt x="0" y="210"/>
                    </a:lnTo>
                    <a:lnTo>
                      <a:pt x="84" y="210"/>
                    </a:lnTo>
                    <a:lnTo>
                      <a:pt x="84" y="356"/>
                    </a:lnTo>
                    <a:lnTo>
                      <a:pt x="211" y="146"/>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sp>
          <p:nvSpPr>
            <p:cNvPr id="58" name="object 6">
              <a:extLst>
                <a:ext uri="{FF2B5EF4-FFF2-40B4-BE49-F238E27FC236}">
                  <a16:creationId xmlns:a16="http://schemas.microsoft.com/office/drawing/2014/main" id="{66080398-0508-3EEB-5FD4-19C7476A78B8}"/>
                </a:ext>
              </a:extLst>
            </p:cNvPr>
            <p:cNvSpPr/>
            <p:nvPr/>
          </p:nvSpPr>
          <p:spPr>
            <a:xfrm flipV="1">
              <a:off x="3376207" y="2570904"/>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endParaRPr/>
            </a:p>
          </p:txBody>
        </p:sp>
      </p:grpSp>
      <p:grpSp>
        <p:nvGrpSpPr>
          <p:cNvPr id="62" name="Group 61">
            <a:extLst>
              <a:ext uri="{FF2B5EF4-FFF2-40B4-BE49-F238E27FC236}">
                <a16:creationId xmlns:a16="http://schemas.microsoft.com/office/drawing/2014/main" id="{B7648D23-386E-773E-A17A-37C34272BAE7}"/>
              </a:ext>
            </a:extLst>
          </p:cNvPr>
          <p:cNvGrpSpPr/>
          <p:nvPr/>
        </p:nvGrpSpPr>
        <p:grpSpPr>
          <a:xfrm>
            <a:off x="7509048" y="1573917"/>
            <a:ext cx="4501665" cy="424565"/>
            <a:chOff x="2915135" y="6239199"/>
            <a:chExt cx="4501665" cy="424565"/>
          </a:xfrm>
        </p:grpSpPr>
        <p:pic>
          <p:nvPicPr>
            <p:cNvPr id="63" name="object 23">
              <a:extLst>
                <a:ext uri="{FF2B5EF4-FFF2-40B4-BE49-F238E27FC236}">
                  <a16:creationId xmlns:a16="http://schemas.microsoft.com/office/drawing/2014/main" id="{BCFE86E4-2D92-39FF-F2AD-A1D9974EE878}"/>
                </a:ext>
              </a:extLst>
            </p:cNvPr>
            <p:cNvPicPr/>
            <p:nvPr/>
          </p:nvPicPr>
          <p:blipFill>
            <a:blip r:embed="rId5" cstate="print"/>
            <a:stretch>
              <a:fillRect/>
            </a:stretch>
          </p:blipFill>
          <p:spPr>
            <a:xfrm>
              <a:off x="7168993" y="6318644"/>
              <a:ext cx="162060" cy="103902"/>
            </a:xfrm>
            <a:prstGeom prst="rect">
              <a:avLst/>
            </a:prstGeom>
          </p:spPr>
        </p:pic>
        <p:sp>
          <p:nvSpPr>
            <p:cNvPr id="64" name="object 32">
              <a:extLst>
                <a:ext uri="{FF2B5EF4-FFF2-40B4-BE49-F238E27FC236}">
                  <a16:creationId xmlns:a16="http://schemas.microsoft.com/office/drawing/2014/main" id="{2B4844E5-96CE-0FD0-3809-592B5EC28501}"/>
                </a:ext>
              </a:extLst>
            </p:cNvPr>
            <p:cNvSpPr txBox="1"/>
            <p:nvPr/>
          </p:nvSpPr>
          <p:spPr>
            <a:xfrm>
              <a:off x="3498830" y="6239199"/>
              <a:ext cx="2033903" cy="259045"/>
            </a:xfrm>
            <a:prstGeom prst="rect">
              <a:avLst/>
            </a:prstGeom>
          </p:spPr>
          <p:txBody>
            <a:bodyPr vert="horz" wrap="square" lIns="0" tIns="12700" rIns="0" bIns="0" rtlCol="0">
              <a:spAutoFit/>
            </a:bodyPr>
            <a:lstStyle/>
            <a:p>
              <a:pPr marL="12700">
                <a:lnSpc>
                  <a:spcPct val="100000"/>
                </a:lnSpc>
                <a:spcBef>
                  <a:spcPts val="100"/>
                </a:spcBef>
              </a:pPr>
              <a:r>
                <a:rPr lang="en-AU" sz="1600" b="1">
                  <a:solidFill>
                    <a:srgbClr val="0E2A3F"/>
                  </a:solidFill>
                  <a:latin typeface="Roboto"/>
                  <a:cs typeface="Roboto"/>
                </a:rPr>
                <a:t>Solution</a:t>
              </a:r>
              <a:endParaRPr sz="1600">
                <a:solidFill>
                  <a:srgbClr val="0E2A3F"/>
                </a:solidFill>
                <a:latin typeface="Roboto"/>
                <a:cs typeface="Roboto"/>
              </a:endParaRPr>
            </a:p>
          </p:txBody>
        </p:sp>
        <p:grpSp>
          <p:nvGrpSpPr>
            <p:cNvPr id="65" name="Group 64">
              <a:extLst>
                <a:ext uri="{FF2B5EF4-FFF2-40B4-BE49-F238E27FC236}">
                  <a16:creationId xmlns:a16="http://schemas.microsoft.com/office/drawing/2014/main" id="{DD53A769-EEF1-BF1C-F502-3A9935413C86}"/>
                </a:ext>
              </a:extLst>
            </p:cNvPr>
            <p:cNvGrpSpPr/>
            <p:nvPr/>
          </p:nvGrpSpPr>
          <p:grpSpPr>
            <a:xfrm>
              <a:off x="2915135" y="6368440"/>
              <a:ext cx="404366" cy="295324"/>
              <a:chOff x="2943269" y="5969255"/>
              <a:chExt cx="404366" cy="295324"/>
            </a:xfrm>
          </p:grpSpPr>
          <p:sp>
            <p:nvSpPr>
              <p:cNvPr id="67" name="Freeform 11">
                <a:extLst>
                  <a:ext uri="{FF2B5EF4-FFF2-40B4-BE49-F238E27FC236}">
                    <a16:creationId xmlns:a16="http://schemas.microsoft.com/office/drawing/2014/main" id="{E3C68016-9401-4746-15CC-6C4AD1139919}"/>
                  </a:ext>
                </a:extLst>
              </p:cNvPr>
              <p:cNvSpPr>
                <a:spLocks noEditPoints="1"/>
              </p:cNvSpPr>
              <p:nvPr/>
            </p:nvSpPr>
            <p:spPr bwMode="auto">
              <a:xfrm rot="21036247">
                <a:off x="3009452" y="6097694"/>
                <a:ext cx="101444" cy="101444"/>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28 w 56"/>
                  <a:gd name="T11" fmla="*/ 53 h 56"/>
                  <a:gd name="T12" fmla="*/ 4 w 56"/>
                  <a:gd name="T13" fmla="*/ 28 h 56"/>
                  <a:gd name="T14" fmla="*/ 28 w 56"/>
                  <a:gd name="T15" fmla="*/ 4 h 56"/>
                  <a:gd name="T16" fmla="*/ 53 w 56"/>
                  <a:gd name="T17" fmla="*/ 28 h 56"/>
                  <a:gd name="T18" fmla="*/ 28 w 56"/>
                  <a:gd name="T19" fmla="*/ 5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0"/>
                    </a:moveTo>
                    <a:cubicBezTo>
                      <a:pt x="13" y="0"/>
                      <a:pt x="0" y="13"/>
                      <a:pt x="0" y="28"/>
                    </a:cubicBezTo>
                    <a:cubicBezTo>
                      <a:pt x="0" y="43"/>
                      <a:pt x="13" y="56"/>
                      <a:pt x="28" y="56"/>
                    </a:cubicBezTo>
                    <a:cubicBezTo>
                      <a:pt x="43" y="56"/>
                      <a:pt x="56" y="43"/>
                      <a:pt x="56" y="28"/>
                    </a:cubicBezTo>
                    <a:cubicBezTo>
                      <a:pt x="56" y="13"/>
                      <a:pt x="43" y="0"/>
                      <a:pt x="28" y="0"/>
                    </a:cubicBezTo>
                    <a:close/>
                    <a:moveTo>
                      <a:pt x="28" y="53"/>
                    </a:moveTo>
                    <a:cubicBezTo>
                      <a:pt x="14" y="53"/>
                      <a:pt x="4" y="42"/>
                      <a:pt x="4" y="28"/>
                    </a:cubicBezTo>
                    <a:cubicBezTo>
                      <a:pt x="4" y="14"/>
                      <a:pt x="14" y="4"/>
                      <a:pt x="28" y="4"/>
                    </a:cubicBezTo>
                    <a:cubicBezTo>
                      <a:pt x="42" y="4"/>
                      <a:pt x="53" y="14"/>
                      <a:pt x="53" y="28"/>
                    </a:cubicBezTo>
                    <a:cubicBezTo>
                      <a:pt x="53" y="42"/>
                      <a:pt x="42" y="53"/>
                      <a:pt x="28" y="53"/>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8" name="Freeform 10">
                <a:extLst>
                  <a:ext uri="{FF2B5EF4-FFF2-40B4-BE49-F238E27FC236}">
                    <a16:creationId xmlns:a16="http://schemas.microsoft.com/office/drawing/2014/main" id="{E8F660A5-D8A3-7B0F-47BD-6C8ABC2317D7}"/>
                  </a:ext>
                </a:extLst>
              </p:cNvPr>
              <p:cNvSpPr>
                <a:spLocks noEditPoints="1"/>
              </p:cNvSpPr>
              <p:nvPr/>
            </p:nvSpPr>
            <p:spPr bwMode="auto">
              <a:xfrm rot="21036247">
                <a:off x="3152527" y="5969255"/>
                <a:ext cx="195108" cy="195107"/>
              </a:xfrm>
              <a:custGeom>
                <a:avLst/>
                <a:gdLst>
                  <a:gd name="T0" fmla="*/ 109 w 128"/>
                  <a:gd name="T1" fmla="*/ 48 h 128"/>
                  <a:gd name="T2" fmla="*/ 114 w 128"/>
                  <a:gd name="T3" fmla="*/ 33 h 128"/>
                  <a:gd name="T4" fmla="*/ 105 w 128"/>
                  <a:gd name="T5" fmla="*/ 15 h 128"/>
                  <a:gd name="T6" fmla="*/ 95 w 128"/>
                  <a:gd name="T7" fmla="*/ 14 h 128"/>
                  <a:gd name="T8" fmla="*/ 80 w 128"/>
                  <a:gd name="T9" fmla="*/ 19 h 128"/>
                  <a:gd name="T10" fmla="*/ 69 w 128"/>
                  <a:gd name="T11" fmla="*/ 0 h 128"/>
                  <a:gd name="T12" fmla="*/ 51 w 128"/>
                  <a:gd name="T13" fmla="*/ 6 h 128"/>
                  <a:gd name="T14" fmla="*/ 43 w 128"/>
                  <a:gd name="T15" fmla="*/ 21 h 128"/>
                  <a:gd name="T16" fmla="*/ 28 w 128"/>
                  <a:gd name="T17" fmla="*/ 13 h 128"/>
                  <a:gd name="T18" fmla="*/ 15 w 128"/>
                  <a:gd name="T19" fmla="*/ 23 h 128"/>
                  <a:gd name="T20" fmla="*/ 21 w 128"/>
                  <a:gd name="T21" fmla="*/ 43 h 128"/>
                  <a:gd name="T22" fmla="*/ 6 w 128"/>
                  <a:gd name="T23" fmla="*/ 51 h 128"/>
                  <a:gd name="T24" fmla="*/ 0 w 128"/>
                  <a:gd name="T25" fmla="*/ 69 h 128"/>
                  <a:gd name="T26" fmla="*/ 19 w 128"/>
                  <a:gd name="T27" fmla="*/ 80 h 128"/>
                  <a:gd name="T28" fmla="*/ 14 w 128"/>
                  <a:gd name="T29" fmla="*/ 95 h 128"/>
                  <a:gd name="T30" fmla="*/ 23 w 128"/>
                  <a:gd name="T31" fmla="*/ 113 h 128"/>
                  <a:gd name="T32" fmla="*/ 33 w 128"/>
                  <a:gd name="T33" fmla="*/ 114 h 128"/>
                  <a:gd name="T34" fmla="*/ 48 w 128"/>
                  <a:gd name="T35" fmla="*/ 109 h 128"/>
                  <a:gd name="T36" fmla="*/ 59 w 128"/>
                  <a:gd name="T37" fmla="*/ 128 h 128"/>
                  <a:gd name="T38" fmla="*/ 77 w 128"/>
                  <a:gd name="T39" fmla="*/ 122 h 128"/>
                  <a:gd name="T40" fmla="*/ 85 w 128"/>
                  <a:gd name="T41" fmla="*/ 107 h 128"/>
                  <a:gd name="T42" fmla="*/ 100 w 128"/>
                  <a:gd name="T43" fmla="*/ 115 h 128"/>
                  <a:gd name="T44" fmla="*/ 113 w 128"/>
                  <a:gd name="T45" fmla="*/ 105 h 128"/>
                  <a:gd name="T46" fmla="*/ 107 w 128"/>
                  <a:gd name="T47" fmla="*/ 85 h 128"/>
                  <a:gd name="T48" fmla="*/ 122 w 128"/>
                  <a:gd name="T49" fmla="*/ 77 h 128"/>
                  <a:gd name="T50" fmla="*/ 128 w 128"/>
                  <a:gd name="T51" fmla="*/ 59 h 128"/>
                  <a:gd name="T52" fmla="*/ 108 w 128"/>
                  <a:gd name="T53" fmla="*/ 72 h 128"/>
                  <a:gd name="T54" fmla="*/ 100 w 128"/>
                  <a:gd name="T55" fmla="*/ 81 h 128"/>
                  <a:gd name="T56" fmla="*/ 107 w 128"/>
                  <a:gd name="T57" fmla="*/ 100 h 128"/>
                  <a:gd name="T58" fmla="*/ 89 w 128"/>
                  <a:gd name="T59" fmla="*/ 101 h 128"/>
                  <a:gd name="T60" fmla="*/ 81 w 128"/>
                  <a:gd name="T61" fmla="*/ 100 h 128"/>
                  <a:gd name="T62" fmla="*/ 72 w 128"/>
                  <a:gd name="T63" fmla="*/ 108 h 128"/>
                  <a:gd name="T64" fmla="*/ 59 w 128"/>
                  <a:gd name="T65" fmla="*/ 120 h 128"/>
                  <a:gd name="T66" fmla="*/ 51 w 128"/>
                  <a:gd name="T67" fmla="*/ 102 h 128"/>
                  <a:gd name="T68" fmla="*/ 43 w 128"/>
                  <a:gd name="T69" fmla="*/ 99 h 128"/>
                  <a:gd name="T70" fmla="*/ 28 w 128"/>
                  <a:gd name="T71" fmla="*/ 107 h 128"/>
                  <a:gd name="T72" fmla="*/ 27 w 128"/>
                  <a:gd name="T73" fmla="*/ 89 h 128"/>
                  <a:gd name="T74" fmla="*/ 26 w 128"/>
                  <a:gd name="T75" fmla="*/ 77 h 128"/>
                  <a:gd name="T76" fmla="*/ 8 w 128"/>
                  <a:gd name="T77" fmla="*/ 69 h 128"/>
                  <a:gd name="T78" fmla="*/ 20 w 128"/>
                  <a:gd name="T79" fmla="*/ 56 h 128"/>
                  <a:gd name="T80" fmla="*/ 28 w 128"/>
                  <a:gd name="T81" fmla="*/ 47 h 128"/>
                  <a:gd name="T82" fmla="*/ 21 w 128"/>
                  <a:gd name="T83" fmla="*/ 28 h 128"/>
                  <a:gd name="T84" fmla="*/ 39 w 128"/>
                  <a:gd name="T85" fmla="*/ 27 h 128"/>
                  <a:gd name="T86" fmla="*/ 47 w 128"/>
                  <a:gd name="T87" fmla="*/ 28 h 128"/>
                  <a:gd name="T88" fmla="*/ 56 w 128"/>
                  <a:gd name="T89" fmla="*/ 20 h 128"/>
                  <a:gd name="T90" fmla="*/ 69 w 128"/>
                  <a:gd name="T91" fmla="*/ 8 h 128"/>
                  <a:gd name="T92" fmla="*/ 77 w 128"/>
                  <a:gd name="T93" fmla="*/ 26 h 128"/>
                  <a:gd name="T94" fmla="*/ 85 w 128"/>
                  <a:gd name="T95" fmla="*/ 29 h 128"/>
                  <a:gd name="T96" fmla="*/ 100 w 128"/>
                  <a:gd name="T97" fmla="*/ 21 h 128"/>
                  <a:gd name="T98" fmla="*/ 101 w 128"/>
                  <a:gd name="T99" fmla="*/ 39 h 128"/>
                  <a:gd name="T100" fmla="*/ 102 w 128"/>
                  <a:gd name="T101" fmla="*/ 51 h 128"/>
                  <a:gd name="T102" fmla="*/ 120 w 128"/>
                  <a:gd name="T103" fmla="*/ 59 h 128"/>
                  <a:gd name="T104" fmla="*/ 108 w 128"/>
                  <a:gd name="T105"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8" h="128">
                    <a:moveTo>
                      <a:pt x="122" y="51"/>
                    </a:moveTo>
                    <a:cubicBezTo>
                      <a:pt x="109" y="48"/>
                      <a:pt x="109" y="48"/>
                      <a:pt x="109" y="48"/>
                    </a:cubicBezTo>
                    <a:cubicBezTo>
                      <a:pt x="109" y="46"/>
                      <a:pt x="108" y="45"/>
                      <a:pt x="107" y="43"/>
                    </a:cubicBezTo>
                    <a:cubicBezTo>
                      <a:pt x="114" y="33"/>
                      <a:pt x="114" y="33"/>
                      <a:pt x="114" y="33"/>
                    </a:cubicBezTo>
                    <a:cubicBezTo>
                      <a:pt x="116" y="30"/>
                      <a:pt x="116" y="25"/>
                      <a:pt x="113" y="23"/>
                    </a:cubicBezTo>
                    <a:cubicBezTo>
                      <a:pt x="105" y="15"/>
                      <a:pt x="105" y="15"/>
                      <a:pt x="105" y="15"/>
                    </a:cubicBezTo>
                    <a:cubicBezTo>
                      <a:pt x="104" y="13"/>
                      <a:pt x="102" y="13"/>
                      <a:pt x="100" y="13"/>
                    </a:cubicBezTo>
                    <a:cubicBezTo>
                      <a:pt x="98" y="13"/>
                      <a:pt x="97" y="13"/>
                      <a:pt x="95" y="14"/>
                    </a:cubicBezTo>
                    <a:cubicBezTo>
                      <a:pt x="85" y="21"/>
                      <a:pt x="85" y="21"/>
                      <a:pt x="85" y="21"/>
                    </a:cubicBezTo>
                    <a:cubicBezTo>
                      <a:pt x="83" y="20"/>
                      <a:pt x="82" y="19"/>
                      <a:pt x="80" y="19"/>
                    </a:cubicBezTo>
                    <a:cubicBezTo>
                      <a:pt x="77" y="6"/>
                      <a:pt x="77" y="6"/>
                      <a:pt x="77" y="6"/>
                    </a:cubicBezTo>
                    <a:cubicBezTo>
                      <a:pt x="77" y="3"/>
                      <a:pt x="73" y="0"/>
                      <a:pt x="69" y="0"/>
                    </a:cubicBezTo>
                    <a:cubicBezTo>
                      <a:pt x="59" y="0"/>
                      <a:pt x="59" y="0"/>
                      <a:pt x="59" y="0"/>
                    </a:cubicBezTo>
                    <a:cubicBezTo>
                      <a:pt x="55" y="0"/>
                      <a:pt x="51" y="3"/>
                      <a:pt x="51" y="6"/>
                    </a:cubicBezTo>
                    <a:cubicBezTo>
                      <a:pt x="48" y="19"/>
                      <a:pt x="48" y="19"/>
                      <a:pt x="48" y="19"/>
                    </a:cubicBezTo>
                    <a:cubicBezTo>
                      <a:pt x="46" y="19"/>
                      <a:pt x="45" y="20"/>
                      <a:pt x="43" y="21"/>
                    </a:cubicBezTo>
                    <a:cubicBezTo>
                      <a:pt x="33" y="14"/>
                      <a:pt x="33" y="14"/>
                      <a:pt x="33" y="14"/>
                    </a:cubicBezTo>
                    <a:cubicBezTo>
                      <a:pt x="31" y="13"/>
                      <a:pt x="30" y="13"/>
                      <a:pt x="28" y="13"/>
                    </a:cubicBezTo>
                    <a:cubicBezTo>
                      <a:pt x="26" y="13"/>
                      <a:pt x="24" y="13"/>
                      <a:pt x="23" y="15"/>
                    </a:cubicBezTo>
                    <a:cubicBezTo>
                      <a:pt x="15" y="23"/>
                      <a:pt x="15" y="23"/>
                      <a:pt x="15" y="23"/>
                    </a:cubicBezTo>
                    <a:cubicBezTo>
                      <a:pt x="12" y="25"/>
                      <a:pt x="12" y="30"/>
                      <a:pt x="14" y="33"/>
                    </a:cubicBezTo>
                    <a:cubicBezTo>
                      <a:pt x="21" y="43"/>
                      <a:pt x="21" y="43"/>
                      <a:pt x="21" y="43"/>
                    </a:cubicBezTo>
                    <a:cubicBezTo>
                      <a:pt x="20" y="45"/>
                      <a:pt x="19" y="46"/>
                      <a:pt x="19" y="48"/>
                    </a:cubicBezTo>
                    <a:cubicBezTo>
                      <a:pt x="6" y="51"/>
                      <a:pt x="6" y="51"/>
                      <a:pt x="6" y="51"/>
                    </a:cubicBezTo>
                    <a:cubicBezTo>
                      <a:pt x="3" y="51"/>
                      <a:pt x="0" y="55"/>
                      <a:pt x="0" y="59"/>
                    </a:cubicBezTo>
                    <a:cubicBezTo>
                      <a:pt x="0" y="69"/>
                      <a:pt x="0" y="69"/>
                      <a:pt x="0" y="69"/>
                    </a:cubicBezTo>
                    <a:cubicBezTo>
                      <a:pt x="0" y="73"/>
                      <a:pt x="3" y="77"/>
                      <a:pt x="6" y="77"/>
                    </a:cubicBezTo>
                    <a:cubicBezTo>
                      <a:pt x="19" y="80"/>
                      <a:pt x="19" y="80"/>
                      <a:pt x="19" y="80"/>
                    </a:cubicBezTo>
                    <a:cubicBezTo>
                      <a:pt x="19" y="82"/>
                      <a:pt x="20" y="83"/>
                      <a:pt x="21" y="85"/>
                    </a:cubicBezTo>
                    <a:cubicBezTo>
                      <a:pt x="14" y="95"/>
                      <a:pt x="14" y="95"/>
                      <a:pt x="14" y="95"/>
                    </a:cubicBezTo>
                    <a:cubicBezTo>
                      <a:pt x="12" y="98"/>
                      <a:pt x="12" y="103"/>
                      <a:pt x="15" y="105"/>
                    </a:cubicBezTo>
                    <a:cubicBezTo>
                      <a:pt x="23" y="113"/>
                      <a:pt x="23" y="113"/>
                      <a:pt x="23" y="113"/>
                    </a:cubicBezTo>
                    <a:cubicBezTo>
                      <a:pt x="24" y="115"/>
                      <a:pt x="26" y="115"/>
                      <a:pt x="28" y="115"/>
                    </a:cubicBezTo>
                    <a:cubicBezTo>
                      <a:pt x="30" y="115"/>
                      <a:pt x="31" y="115"/>
                      <a:pt x="33" y="114"/>
                    </a:cubicBezTo>
                    <a:cubicBezTo>
                      <a:pt x="43" y="107"/>
                      <a:pt x="43" y="107"/>
                      <a:pt x="43" y="107"/>
                    </a:cubicBezTo>
                    <a:cubicBezTo>
                      <a:pt x="45" y="108"/>
                      <a:pt x="46" y="109"/>
                      <a:pt x="48" y="109"/>
                    </a:cubicBezTo>
                    <a:cubicBezTo>
                      <a:pt x="51" y="122"/>
                      <a:pt x="51" y="122"/>
                      <a:pt x="51" y="122"/>
                    </a:cubicBezTo>
                    <a:cubicBezTo>
                      <a:pt x="51" y="125"/>
                      <a:pt x="55" y="128"/>
                      <a:pt x="59" y="128"/>
                    </a:cubicBezTo>
                    <a:cubicBezTo>
                      <a:pt x="69" y="128"/>
                      <a:pt x="69" y="128"/>
                      <a:pt x="69" y="128"/>
                    </a:cubicBezTo>
                    <a:cubicBezTo>
                      <a:pt x="73" y="128"/>
                      <a:pt x="77" y="125"/>
                      <a:pt x="77" y="122"/>
                    </a:cubicBezTo>
                    <a:cubicBezTo>
                      <a:pt x="80" y="109"/>
                      <a:pt x="80" y="109"/>
                      <a:pt x="80" y="109"/>
                    </a:cubicBezTo>
                    <a:cubicBezTo>
                      <a:pt x="82" y="109"/>
                      <a:pt x="83" y="108"/>
                      <a:pt x="85" y="107"/>
                    </a:cubicBezTo>
                    <a:cubicBezTo>
                      <a:pt x="95" y="114"/>
                      <a:pt x="95" y="114"/>
                      <a:pt x="95" y="114"/>
                    </a:cubicBezTo>
                    <a:cubicBezTo>
                      <a:pt x="97" y="115"/>
                      <a:pt x="98" y="115"/>
                      <a:pt x="100" y="115"/>
                    </a:cubicBezTo>
                    <a:cubicBezTo>
                      <a:pt x="102" y="115"/>
                      <a:pt x="104" y="115"/>
                      <a:pt x="105" y="113"/>
                    </a:cubicBezTo>
                    <a:cubicBezTo>
                      <a:pt x="113" y="105"/>
                      <a:pt x="113" y="105"/>
                      <a:pt x="113" y="105"/>
                    </a:cubicBezTo>
                    <a:cubicBezTo>
                      <a:pt x="116" y="103"/>
                      <a:pt x="116" y="98"/>
                      <a:pt x="114" y="95"/>
                    </a:cubicBezTo>
                    <a:cubicBezTo>
                      <a:pt x="107" y="85"/>
                      <a:pt x="107" y="85"/>
                      <a:pt x="107" y="85"/>
                    </a:cubicBezTo>
                    <a:cubicBezTo>
                      <a:pt x="108" y="83"/>
                      <a:pt x="109" y="82"/>
                      <a:pt x="109" y="80"/>
                    </a:cubicBezTo>
                    <a:cubicBezTo>
                      <a:pt x="122" y="77"/>
                      <a:pt x="122" y="77"/>
                      <a:pt x="122" y="77"/>
                    </a:cubicBezTo>
                    <a:cubicBezTo>
                      <a:pt x="125" y="77"/>
                      <a:pt x="128" y="73"/>
                      <a:pt x="128" y="69"/>
                    </a:cubicBezTo>
                    <a:cubicBezTo>
                      <a:pt x="128" y="59"/>
                      <a:pt x="128" y="59"/>
                      <a:pt x="128" y="59"/>
                    </a:cubicBezTo>
                    <a:cubicBezTo>
                      <a:pt x="128" y="55"/>
                      <a:pt x="125" y="51"/>
                      <a:pt x="122" y="51"/>
                    </a:cubicBezTo>
                    <a:close/>
                    <a:moveTo>
                      <a:pt x="108" y="72"/>
                    </a:moveTo>
                    <a:cubicBezTo>
                      <a:pt x="105" y="72"/>
                      <a:pt x="103" y="74"/>
                      <a:pt x="102" y="77"/>
                    </a:cubicBezTo>
                    <a:cubicBezTo>
                      <a:pt x="101" y="79"/>
                      <a:pt x="101" y="80"/>
                      <a:pt x="100" y="81"/>
                    </a:cubicBezTo>
                    <a:cubicBezTo>
                      <a:pt x="99" y="84"/>
                      <a:pt x="99" y="87"/>
                      <a:pt x="101" y="89"/>
                    </a:cubicBezTo>
                    <a:cubicBezTo>
                      <a:pt x="107" y="100"/>
                      <a:pt x="107" y="100"/>
                      <a:pt x="107" y="100"/>
                    </a:cubicBezTo>
                    <a:cubicBezTo>
                      <a:pt x="100" y="107"/>
                      <a:pt x="100" y="107"/>
                      <a:pt x="100" y="107"/>
                    </a:cubicBezTo>
                    <a:cubicBezTo>
                      <a:pt x="89" y="101"/>
                      <a:pt x="89" y="101"/>
                      <a:pt x="89" y="101"/>
                    </a:cubicBezTo>
                    <a:cubicBezTo>
                      <a:pt x="88" y="100"/>
                      <a:pt x="86" y="99"/>
                      <a:pt x="85" y="99"/>
                    </a:cubicBezTo>
                    <a:cubicBezTo>
                      <a:pt x="84" y="99"/>
                      <a:pt x="83" y="99"/>
                      <a:pt x="81" y="100"/>
                    </a:cubicBezTo>
                    <a:cubicBezTo>
                      <a:pt x="80" y="101"/>
                      <a:pt x="79" y="101"/>
                      <a:pt x="77" y="102"/>
                    </a:cubicBezTo>
                    <a:cubicBezTo>
                      <a:pt x="74" y="103"/>
                      <a:pt x="72" y="105"/>
                      <a:pt x="72" y="108"/>
                    </a:cubicBezTo>
                    <a:cubicBezTo>
                      <a:pt x="69" y="120"/>
                      <a:pt x="69" y="120"/>
                      <a:pt x="69" y="120"/>
                    </a:cubicBezTo>
                    <a:cubicBezTo>
                      <a:pt x="59" y="120"/>
                      <a:pt x="59" y="120"/>
                      <a:pt x="59" y="120"/>
                    </a:cubicBezTo>
                    <a:cubicBezTo>
                      <a:pt x="56" y="108"/>
                      <a:pt x="56" y="108"/>
                      <a:pt x="56" y="108"/>
                    </a:cubicBezTo>
                    <a:cubicBezTo>
                      <a:pt x="56" y="105"/>
                      <a:pt x="54" y="103"/>
                      <a:pt x="51" y="102"/>
                    </a:cubicBezTo>
                    <a:cubicBezTo>
                      <a:pt x="49" y="101"/>
                      <a:pt x="48" y="101"/>
                      <a:pt x="47" y="100"/>
                    </a:cubicBezTo>
                    <a:cubicBezTo>
                      <a:pt x="45" y="99"/>
                      <a:pt x="44" y="99"/>
                      <a:pt x="43" y="99"/>
                    </a:cubicBezTo>
                    <a:cubicBezTo>
                      <a:pt x="42" y="99"/>
                      <a:pt x="40" y="100"/>
                      <a:pt x="39" y="101"/>
                    </a:cubicBezTo>
                    <a:cubicBezTo>
                      <a:pt x="28" y="107"/>
                      <a:pt x="28" y="107"/>
                      <a:pt x="28" y="107"/>
                    </a:cubicBezTo>
                    <a:cubicBezTo>
                      <a:pt x="21" y="100"/>
                      <a:pt x="21" y="100"/>
                      <a:pt x="21" y="100"/>
                    </a:cubicBezTo>
                    <a:cubicBezTo>
                      <a:pt x="27" y="89"/>
                      <a:pt x="27" y="89"/>
                      <a:pt x="27" y="89"/>
                    </a:cubicBezTo>
                    <a:cubicBezTo>
                      <a:pt x="29" y="87"/>
                      <a:pt x="29" y="84"/>
                      <a:pt x="28" y="81"/>
                    </a:cubicBezTo>
                    <a:cubicBezTo>
                      <a:pt x="27" y="80"/>
                      <a:pt x="27" y="79"/>
                      <a:pt x="26" y="77"/>
                    </a:cubicBezTo>
                    <a:cubicBezTo>
                      <a:pt x="25" y="74"/>
                      <a:pt x="23" y="72"/>
                      <a:pt x="20" y="72"/>
                    </a:cubicBezTo>
                    <a:cubicBezTo>
                      <a:pt x="8" y="69"/>
                      <a:pt x="8" y="69"/>
                      <a:pt x="8" y="69"/>
                    </a:cubicBezTo>
                    <a:cubicBezTo>
                      <a:pt x="8" y="59"/>
                      <a:pt x="8" y="59"/>
                      <a:pt x="8" y="59"/>
                    </a:cubicBezTo>
                    <a:cubicBezTo>
                      <a:pt x="20" y="56"/>
                      <a:pt x="20" y="56"/>
                      <a:pt x="20" y="56"/>
                    </a:cubicBezTo>
                    <a:cubicBezTo>
                      <a:pt x="23" y="56"/>
                      <a:pt x="25" y="54"/>
                      <a:pt x="26" y="51"/>
                    </a:cubicBezTo>
                    <a:cubicBezTo>
                      <a:pt x="27" y="49"/>
                      <a:pt x="27" y="48"/>
                      <a:pt x="28" y="47"/>
                    </a:cubicBezTo>
                    <a:cubicBezTo>
                      <a:pt x="29" y="44"/>
                      <a:pt x="29" y="41"/>
                      <a:pt x="27" y="39"/>
                    </a:cubicBezTo>
                    <a:cubicBezTo>
                      <a:pt x="21" y="28"/>
                      <a:pt x="21" y="28"/>
                      <a:pt x="21" y="28"/>
                    </a:cubicBezTo>
                    <a:cubicBezTo>
                      <a:pt x="28" y="21"/>
                      <a:pt x="28" y="21"/>
                      <a:pt x="28" y="21"/>
                    </a:cubicBezTo>
                    <a:cubicBezTo>
                      <a:pt x="39" y="27"/>
                      <a:pt x="39" y="27"/>
                      <a:pt x="39" y="27"/>
                    </a:cubicBezTo>
                    <a:cubicBezTo>
                      <a:pt x="40" y="28"/>
                      <a:pt x="42" y="29"/>
                      <a:pt x="43" y="29"/>
                    </a:cubicBezTo>
                    <a:cubicBezTo>
                      <a:pt x="44" y="29"/>
                      <a:pt x="45" y="29"/>
                      <a:pt x="47" y="28"/>
                    </a:cubicBezTo>
                    <a:cubicBezTo>
                      <a:pt x="48" y="27"/>
                      <a:pt x="49" y="27"/>
                      <a:pt x="51" y="26"/>
                    </a:cubicBezTo>
                    <a:cubicBezTo>
                      <a:pt x="54" y="25"/>
                      <a:pt x="56" y="23"/>
                      <a:pt x="56" y="20"/>
                    </a:cubicBezTo>
                    <a:cubicBezTo>
                      <a:pt x="59" y="8"/>
                      <a:pt x="59" y="8"/>
                      <a:pt x="59" y="8"/>
                    </a:cubicBezTo>
                    <a:cubicBezTo>
                      <a:pt x="69" y="8"/>
                      <a:pt x="69" y="8"/>
                      <a:pt x="69" y="8"/>
                    </a:cubicBezTo>
                    <a:cubicBezTo>
                      <a:pt x="72" y="20"/>
                      <a:pt x="72" y="20"/>
                      <a:pt x="72" y="20"/>
                    </a:cubicBezTo>
                    <a:cubicBezTo>
                      <a:pt x="72" y="23"/>
                      <a:pt x="74" y="25"/>
                      <a:pt x="77" y="26"/>
                    </a:cubicBezTo>
                    <a:cubicBezTo>
                      <a:pt x="79" y="27"/>
                      <a:pt x="80" y="27"/>
                      <a:pt x="81" y="28"/>
                    </a:cubicBezTo>
                    <a:cubicBezTo>
                      <a:pt x="83" y="29"/>
                      <a:pt x="84" y="29"/>
                      <a:pt x="85" y="29"/>
                    </a:cubicBezTo>
                    <a:cubicBezTo>
                      <a:pt x="86" y="29"/>
                      <a:pt x="88" y="28"/>
                      <a:pt x="89" y="27"/>
                    </a:cubicBezTo>
                    <a:cubicBezTo>
                      <a:pt x="100" y="21"/>
                      <a:pt x="100" y="21"/>
                      <a:pt x="100" y="21"/>
                    </a:cubicBezTo>
                    <a:cubicBezTo>
                      <a:pt x="107" y="28"/>
                      <a:pt x="107" y="28"/>
                      <a:pt x="107" y="28"/>
                    </a:cubicBezTo>
                    <a:cubicBezTo>
                      <a:pt x="101" y="39"/>
                      <a:pt x="101" y="39"/>
                      <a:pt x="101" y="39"/>
                    </a:cubicBezTo>
                    <a:cubicBezTo>
                      <a:pt x="99" y="41"/>
                      <a:pt x="99" y="44"/>
                      <a:pt x="100" y="47"/>
                    </a:cubicBezTo>
                    <a:cubicBezTo>
                      <a:pt x="101" y="48"/>
                      <a:pt x="101" y="49"/>
                      <a:pt x="102" y="51"/>
                    </a:cubicBezTo>
                    <a:cubicBezTo>
                      <a:pt x="103" y="54"/>
                      <a:pt x="105" y="56"/>
                      <a:pt x="108" y="56"/>
                    </a:cubicBezTo>
                    <a:cubicBezTo>
                      <a:pt x="120" y="59"/>
                      <a:pt x="120" y="59"/>
                      <a:pt x="120" y="59"/>
                    </a:cubicBezTo>
                    <a:cubicBezTo>
                      <a:pt x="120" y="69"/>
                      <a:pt x="120" y="69"/>
                      <a:pt x="120" y="69"/>
                    </a:cubicBezTo>
                    <a:lnTo>
                      <a:pt x="108" y="72"/>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9" name="Freeform 10">
                <a:extLst>
                  <a:ext uri="{FF2B5EF4-FFF2-40B4-BE49-F238E27FC236}">
                    <a16:creationId xmlns:a16="http://schemas.microsoft.com/office/drawing/2014/main" id="{1A516EBD-0EF3-70D3-A667-E94277A0DB91}"/>
                  </a:ext>
                </a:extLst>
              </p:cNvPr>
              <p:cNvSpPr>
                <a:spLocks noEditPoints="1"/>
              </p:cNvSpPr>
              <p:nvPr/>
            </p:nvSpPr>
            <p:spPr bwMode="auto">
              <a:xfrm rot="21036247">
                <a:off x="2943269" y="6031634"/>
                <a:ext cx="232946" cy="232945"/>
              </a:xfrm>
              <a:custGeom>
                <a:avLst/>
                <a:gdLst>
                  <a:gd name="T0" fmla="*/ 109 w 128"/>
                  <a:gd name="T1" fmla="*/ 48 h 128"/>
                  <a:gd name="T2" fmla="*/ 114 w 128"/>
                  <a:gd name="T3" fmla="*/ 33 h 128"/>
                  <a:gd name="T4" fmla="*/ 105 w 128"/>
                  <a:gd name="T5" fmla="*/ 15 h 128"/>
                  <a:gd name="T6" fmla="*/ 95 w 128"/>
                  <a:gd name="T7" fmla="*/ 14 h 128"/>
                  <a:gd name="T8" fmla="*/ 80 w 128"/>
                  <a:gd name="T9" fmla="*/ 19 h 128"/>
                  <a:gd name="T10" fmla="*/ 69 w 128"/>
                  <a:gd name="T11" fmla="*/ 0 h 128"/>
                  <a:gd name="T12" fmla="*/ 51 w 128"/>
                  <a:gd name="T13" fmla="*/ 6 h 128"/>
                  <a:gd name="T14" fmla="*/ 43 w 128"/>
                  <a:gd name="T15" fmla="*/ 21 h 128"/>
                  <a:gd name="T16" fmla="*/ 28 w 128"/>
                  <a:gd name="T17" fmla="*/ 13 h 128"/>
                  <a:gd name="T18" fmla="*/ 15 w 128"/>
                  <a:gd name="T19" fmla="*/ 23 h 128"/>
                  <a:gd name="T20" fmla="*/ 21 w 128"/>
                  <a:gd name="T21" fmla="*/ 43 h 128"/>
                  <a:gd name="T22" fmla="*/ 6 w 128"/>
                  <a:gd name="T23" fmla="*/ 51 h 128"/>
                  <a:gd name="T24" fmla="*/ 0 w 128"/>
                  <a:gd name="T25" fmla="*/ 69 h 128"/>
                  <a:gd name="T26" fmla="*/ 19 w 128"/>
                  <a:gd name="T27" fmla="*/ 80 h 128"/>
                  <a:gd name="T28" fmla="*/ 14 w 128"/>
                  <a:gd name="T29" fmla="*/ 95 h 128"/>
                  <a:gd name="T30" fmla="*/ 23 w 128"/>
                  <a:gd name="T31" fmla="*/ 113 h 128"/>
                  <a:gd name="T32" fmla="*/ 33 w 128"/>
                  <a:gd name="T33" fmla="*/ 114 h 128"/>
                  <a:gd name="T34" fmla="*/ 48 w 128"/>
                  <a:gd name="T35" fmla="*/ 109 h 128"/>
                  <a:gd name="T36" fmla="*/ 59 w 128"/>
                  <a:gd name="T37" fmla="*/ 128 h 128"/>
                  <a:gd name="T38" fmla="*/ 77 w 128"/>
                  <a:gd name="T39" fmla="*/ 122 h 128"/>
                  <a:gd name="T40" fmla="*/ 85 w 128"/>
                  <a:gd name="T41" fmla="*/ 107 h 128"/>
                  <a:gd name="T42" fmla="*/ 100 w 128"/>
                  <a:gd name="T43" fmla="*/ 115 h 128"/>
                  <a:gd name="T44" fmla="*/ 113 w 128"/>
                  <a:gd name="T45" fmla="*/ 105 h 128"/>
                  <a:gd name="T46" fmla="*/ 107 w 128"/>
                  <a:gd name="T47" fmla="*/ 85 h 128"/>
                  <a:gd name="T48" fmla="*/ 122 w 128"/>
                  <a:gd name="T49" fmla="*/ 77 h 128"/>
                  <a:gd name="T50" fmla="*/ 128 w 128"/>
                  <a:gd name="T51" fmla="*/ 59 h 128"/>
                  <a:gd name="T52" fmla="*/ 108 w 128"/>
                  <a:gd name="T53" fmla="*/ 72 h 128"/>
                  <a:gd name="T54" fmla="*/ 100 w 128"/>
                  <a:gd name="T55" fmla="*/ 81 h 128"/>
                  <a:gd name="T56" fmla="*/ 107 w 128"/>
                  <a:gd name="T57" fmla="*/ 100 h 128"/>
                  <a:gd name="T58" fmla="*/ 89 w 128"/>
                  <a:gd name="T59" fmla="*/ 101 h 128"/>
                  <a:gd name="T60" fmla="*/ 81 w 128"/>
                  <a:gd name="T61" fmla="*/ 100 h 128"/>
                  <a:gd name="T62" fmla="*/ 72 w 128"/>
                  <a:gd name="T63" fmla="*/ 108 h 128"/>
                  <a:gd name="T64" fmla="*/ 59 w 128"/>
                  <a:gd name="T65" fmla="*/ 120 h 128"/>
                  <a:gd name="T66" fmla="*/ 51 w 128"/>
                  <a:gd name="T67" fmla="*/ 102 h 128"/>
                  <a:gd name="T68" fmla="*/ 43 w 128"/>
                  <a:gd name="T69" fmla="*/ 99 h 128"/>
                  <a:gd name="T70" fmla="*/ 28 w 128"/>
                  <a:gd name="T71" fmla="*/ 107 h 128"/>
                  <a:gd name="T72" fmla="*/ 27 w 128"/>
                  <a:gd name="T73" fmla="*/ 89 h 128"/>
                  <a:gd name="T74" fmla="*/ 26 w 128"/>
                  <a:gd name="T75" fmla="*/ 77 h 128"/>
                  <a:gd name="T76" fmla="*/ 8 w 128"/>
                  <a:gd name="T77" fmla="*/ 69 h 128"/>
                  <a:gd name="T78" fmla="*/ 20 w 128"/>
                  <a:gd name="T79" fmla="*/ 56 h 128"/>
                  <a:gd name="T80" fmla="*/ 28 w 128"/>
                  <a:gd name="T81" fmla="*/ 47 h 128"/>
                  <a:gd name="T82" fmla="*/ 21 w 128"/>
                  <a:gd name="T83" fmla="*/ 28 h 128"/>
                  <a:gd name="T84" fmla="*/ 39 w 128"/>
                  <a:gd name="T85" fmla="*/ 27 h 128"/>
                  <a:gd name="T86" fmla="*/ 47 w 128"/>
                  <a:gd name="T87" fmla="*/ 28 h 128"/>
                  <a:gd name="T88" fmla="*/ 56 w 128"/>
                  <a:gd name="T89" fmla="*/ 20 h 128"/>
                  <a:gd name="T90" fmla="*/ 69 w 128"/>
                  <a:gd name="T91" fmla="*/ 8 h 128"/>
                  <a:gd name="T92" fmla="*/ 77 w 128"/>
                  <a:gd name="T93" fmla="*/ 26 h 128"/>
                  <a:gd name="T94" fmla="*/ 85 w 128"/>
                  <a:gd name="T95" fmla="*/ 29 h 128"/>
                  <a:gd name="T96" fmla="*/ 100 w 128"/>
                  <a:gd name="T97" fmla="*/ 21 h 128"/>
                  <a:gd name="T98" fmla="*/ 101 w 128"/>
                  <a:gd name="T99" fmla="*/ 39 h 128"/>
                  <a:gd name="T100" fmla="*/ 102 w 128"/>
                  <a:gd name="T101" fmla="*/ 51 h 128"/>
                  <a:gd name="T102" fmla="*/ 120 w 128"/>
                  <a:gd name="T103" fmla="*/ 59 h 128"/>
                  <a:gd name="T104" fmla="*/ 108 w 128"/>
                  <a:gd name="T105"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8" h="128">
                    <a:moveTo>
                      <a:pt x="122" y="51"/>
                    </a:moveTo>
                    <a:cubicBezTo>
                      <a:pt x="109" y="48"/>
                      <a:pt x="109" y="48"/>
                      <a:pt x="109" y="48"/>
                    </a:cubicBezTo>
                    <a:cubicBezTo>
                      <a:pt x="109" y="46"/>
                      <a:pt x="108" y="45"/>
                      <a:pt x="107" y="43"/>
                    </a:cubicBezTo>
                    <a:cubicBezTo>
                      <a:pt x="114" y="33"/>
                      <a:pt x="114" y="33"/>
                      <a:pt x="114" y="33"/>
                    </a:cubicBezTo>
                    <a:cubicBezTo>
                      <a:pt x="116" y="30"/>
                      <a:pt x="116" y="25"/>
                      <a:pt x="113" y="23"/>
                    </a:cubicBezTo>
                    <a:cubicBezTo>
                      <a:pt x="105" y="15"/>
                      <a:pt x="105" y="15"/>
                      <a:pt x="105" y="15"/>
                    </a:cubicBezTo>
                    <a:cubicBezTo>
                      <a:pt x="104" y="13"/>
                      <a:pt x="102" y="13"/>
                      <a:pt x="100" y="13"/>
                    </a:cubicBezTo>
                    <a:cubicBezTo>
                      <a:pt x="98" y="13"/>
                      <a:pt x="97" y="13"/>
                      <a:pt x="95" y="14"/>
                    </a:cubicBezTo>
                    <a:cubicBezTo>
                      <a:pt x="85" y="21"/>
                      <a:pt x="85" y="21"/>
                      <a:pt x="85" y="21"/>
                    </a:cubicBezTo>
                    <a:cubicBezTo>
                      <a:pt x="83" y="20"/>
                      <a:pt x="82" y="19"/>
                      <a:pt x="80" y="19"/>
                    </a:cubicBezTo>
                    <a:cubicBezTo>
                      <a:pt x="77" y="6"/>
                      <a:pt x="77" y="6"/>
                      <a:pt x="77" y="6"/>
                    </a:cubicBezTo>
                    <a:cubicBezTo>
                      <a:pt x="77" y="3"/>
                      <a:pt x="73" y="0"/>
                      <a:pt x="69" y="0"/>
                    </a:cubicBezTo>
                    <a:cubicBezTo>
                      <a:pt x="59" y="0"/>
                      <a:pt x="59" y="0"/>
                      <a:pt x="59" y="0"/>
                    </a:cubicBezTo>
                    <a:cubicBezTo>
                      <a:pt x="55" y="0"/>
                      <a:pt x="51" y="3"/>
                      <a:pt x="51" y="6"/>
                    </a:cubicBezTo>
                    <a:cubicBezTo>
                      <a:pt x="48" y="19"/>
                      <a:pt x="48" y="19"/>
                      <a:pt x="48" y="19"/>
                    </a:cubicBezTo>
                    <a:cubicBezTo>
                      <a:pt x="46" y="19"/>
                      <a:pt x="45" y="20"/>
                      <a:pt x="43" y="21"/>
                    </a:cubicBezTo>
                    <a:cubicBezTo>
                      <a:pt x="33" y="14"/>
                      <a:pt x="33" y="14"/>
                      <a:pt x="33" y="14"/>
                    </a:cubicBezTo>
                    <a:cubicBezTo>
                      <a:pt x="31" y="13"/>
                      <a:pt x="30" y="13"/>
                      <a:pt x="28" y="13"/>
                    </a:cubicBezTo>
                    <a:cubicBezTo>
                      <a:pt x="26" y="13"/>
                      <a:pt x="24" y="13"/>
                      <a:pt x="23" y="15"/>
                    </a:cubicBezTo>
                    <a:cubicBezTo>
                      <a:pt x="15" y="23"/>
                      <a:pt x="15" y="23"/>
                      <a:pt x="15" y="23"/>
                    </a:cubicBezTo>
                    <a:cubicBezTo>
                      <a:pt x="12" y="25"/>
                      <a:pt x="12" y="30"/>
                      <a:pt x="14" y="33"/>
                    </a:cubicBezTo>
                    <a:cubicBezTo>
                      <a:pt x="21" y="43"/>
                      <a:pt x="21" y="43"/>
                      <a:pt x="21" y="43"/>
                    </a:cubicBezTo>
                    <a:cubicBezTo>
                      <a:pt x="20" y="45"/>
                      <a:pt x="19" y="46"/>
                      <a:pt x="19" y="48"/>
                    </a:cubicBezTo>
                    <a:cubicBezTo>
                      <a:pt x="6" y="51"/>
                      <a:pt x="6" y="51"/>
                      <a:pt x="6" y="51"/>
                    </a:cubicBezTo>
                    <a:cubicBezTo>
                      <a:pt x="3" y="51"/>
                      <a:pt x="0" y="55"/>
                      <a:pt x="0" y="59"/>
                    </a:cubicBezTo>
                    <a:cubicBezTo>
                      <a:pt x="0" y="69"/>
                      <a:pt x="0" y="69"/>
                      <a:pt x="0" y="69"/>
                    </a:cubicBezTo>
                    <a:cubicBezTo>
                      <a:pt x="0" y="73"/>
                      <a:pt x="3" y="77"/>
                      <a:pt x="6" y="77"/>
                    </a:cubicBezTo>
                    <a:cubicBezTo>
                      <a:pt x="19" y="80"/>
                      <a:pt x="19" y="80"/>
                      <a:pt x="19" y="80"/>
                    </a:cubicBezTo>
                    <a:cubicBezTo>
                      <a:pt x="19" y="82"/>
                      <a:pt x="20" y="83"/>
                      <a:pt x="21" y="85"/>
                    </a:cubicBezTo>
                    <a:cubicBezTo>
                      <a:pt x="14" y="95"/>
                      <a:pt x="14" y="95"/>
                      <a:pt x="14" y="95"/>
                    </a:cubicBezTo>
                    <a:cubicBezTo>
                      <a:pt x="12" y="98"/>
                      <a:pt x="12" y="103"/>
                      <a:pt x="15" y="105"/>
                    </a:cubicBezTo>
                    <a:cubicBezTo>
                      <a:pt x="23" y="113"/>
                      <a:pt x="23" y="113"/>
                      <a:pt x="23" y="113"/>
                    </a:cubicBezTo>
                    <a:cubicBezTo>
                      <a:pt x="24" y="115"/>
                      <a:pt x="26" y="115"/>
                      <a:pt x="28" y="115"/>
                    </a:cubicBezTo>
                    <a:cubicBezTo>
                      <a:pt x="30" y="115"/>
                      <a:pt x="31" y="115"/>
                      <a:pt x="33" y="114"/>
                    </a:cubicBezTo>
                    <a:cubicBezTo>
                      <a:pt x="43" y="107"/>
                      <a:pt x="43" y="107"/>
                      <a:pt x="43" y="107"/>
                    </a:cubicBezTo>
                    <a:cubicBezTo>
                      <a:pt x="45" y="108"/>
                      <a:pt x="46" y="109"/>
                      <a:pt x="48" y="109"/>
                    </a:cubicBezTo>
                    <a:cubicBezTo>
                      <a:pt x="51" y="122"/>
                      <a:pt x="51" y="122"/>
                      <a:pt x="51" y="122"/>
                    </a:cubicBezTo>
                    <a:cubicBezTo>
                      <a:pt x="51" y="125"/>
                      <a:pt x="55" y="128"/>
                      <a:pt x="59" y="128"/>
                    </a:cubicBezTo>
                    <a:cubicBezTo>
                      <a:pt x="69" y="128"/>
                      <a:pt x="69" y="128"/>
                      <a:pt x="69" y="128"/>
                    </a:cubicBezTo>
                    <a:cubicBezTo>
                      <a:pt x="73" y="128"/>
                      <a:pt x="77" y="125"/>
                      <a:pt x="77" y="122"/>
                    </a:cubicBezTo>
                    <a:cubicBezTo>
                      <a:pt x="80" y="109"/>
                      <a:pt x="80" y="109"/>
                      <a:pt x="80" y="109"/>
                    </a:cubicBezTo>
                    <a:cubicBezTo>
                      <a:pt x="82" y="109"/>
                      <a:pt x="83" y="108"/>
                      <a:pt x="85" y="107"/>
                    </a:cubicBezTo>
                    <a:cubicBezTo>
                      <a:pt x="95" y="114"/>
                      <a:pt x="95" y="114"/>
                      <a:pt x="95" y="114"/>
                    </a:cubicBezTo>
                    <a:cubicBezTo>
                      <a:pt x="97" y="115"/>
                      <a:pt x="98" y="115"/>
                      <a:pt x="100" y="115"/>
                    </a:cubicBezTo>
                    <a:cubicBezTo>
                      <a:pt x="102" y="115"/>
                      <a:pt x="104" y="115"/>
                      <a:pt x="105" y="113"/>
                    </a:cubicBezTo>
                    <a:cubicBezTo>
                      <a:pt x="113" y="105"/>
                      <a:pt x="113" y="105"/>
                      <a:pt x="113" y="105"/>
                    </a:cubicBezTo>
                    <a:cubicBezTo>
                      <a:pt x="116" y="103"/>
                      <a:pt x="116" y="98"/>
                      <a:pt x="114" y="95"/>
                    </a:cubicBezTo>
                    <a:cubicBezTo>
                      <a:pt x="107" y="85"/>
                      <a:pt x="107" y="85"/>
                      <a:pt x="107" y="85"/>
                    </a:cubicBezTo>
                    <a:cubicBezTo>
                      <a:pt x="108" y="83"/>
                      <a:pt x="109" y="82"/>
                      <a:pt x="109" y="80"/>
                    </a:cubicBezTo>
                    <a:cubicBezTo>
                      <a:pt x="122" y="77"/>
                      <a:pt x="122" y="77"/>
                      <a:pt x="122" y="77"/>
                    </a:cubicBezTo>
                    <a:cubicBezTo>
                      <a:pt x="125" y="77"/>
                      <a:pt x="128" y="73"/>
                      <a:pt x="128" y="69"/>
                    </a:cubicBezTo>
                    <a:cubicBezTo>
                      <a:pt x="128" y="59"/>
                      <a:pt x="128" y="59"/>
                      <a:pt x="128" y="59"/>
                    </a:cubicBezTo>
                    <a:cubicBezTo>
                      <a:pt x="128" y="55"/>
                      <a:pt x="125" y="51"/>
                      <a:pt x="122" y="51"/>
                    </a:cubicBezTo>
                    <a:close/>
                    <a:moveTo>
                      <a:pt x="108" y="72"/>
                    </a:moveTo>
                    <a:cubicBezTo>
                      <a:pt x="105" y="72"/>
                      <a:pt x="103" y="74"/>
                      <a:pt x="102" y="77"/>
                    </a:cubicBezTo>
                    <a:cubicBezTo>
                      <a:pt x="101" y="79"/>
                      <a:pt x="101" y="80"/>
                      <a:pt x="100" y="81"/>
                    </a:cubicBezTo>
                    <a:cubicBezTo>
                      <a:pt x="99" y="84"/>
                      <a:pt x="99" y="87"/>
                      <a:pt x="101" y="89"/>
                    </a:cubicBezTo>
                    <a:cubicBezTo>
                      <a:pt x="107" y="100"/>
                      <a:pt x="107" y="100"/>
                      <a:pt x="107" y="100"/>
                    </a:cubicBezTo>
                    <a:cubicBezTo>
                      <a:pt x="100" y="107"/>
                      <a:pt x="100" y="107"/>
                      <a:pt x="100" y="107"/>
                    </a:cubicBezTo>
                    <a:cubicBezTo>
                      <a:pt x="89" y="101"/>
                      <a:pt x="89" y="101"/>
                      <a:pt x="89" y="101"/>
                    </a:cubicBezTo>
                    <a:cubicBezTo>
                      <a:pt x="88" y="100"/>
                      <a:pt x="86" y="99"/>
                      <a:pt x="85" y="99"/>
                    </a:cubicBezTo>
                    <a:cubicBezTo>
                      <a:pt x="84" y="99"/>
                      <a:pt x="83" y="99"/>
                      <a:pt x="81" y="100"/>
                    </a:cubicBezTo>
                    <a:cubicBezTo>
                      <a:pt x="80" y="101"/>
                      <a:pt x="79" y="101"/>
                      <a:pt x="77" y="102"/>
                    </a:cubicBezTo>
                    <a:cubicBezTo>
                      <a:pt x="74" y="103"/>
                      <a:pt x="72" y="105"/>
                      <a:pt x="72" y="108"/>
                    </a:cubicBezTo>
                    <a:cubicBezTo>
                      <a:pt x="69" y="120"/>
                      <a:pt x="69" y="120"/>
                      <a:pt x="69" y="120"/>
                    </a:cubicBezTo>
                    <a:cubicBezTo>
                      <a:pt x="59" y="120"/>
                      <a:pt x="59" y="120"/>
                      <a:pt x="59" y="120"/>
                    </a:cubicBezTo>
                    <a:cubicBezTo>
                      <a:pt x="56" y="108"/>
                      <a:pt x="56" y="108"/>
                      <a:pt x="56" y="108"/>
                    </a:cubicBezTo>
                    <a:cubicBezTo>
                      <a:pt x="56" y="105"/>
                      <a:pt x="54" y="103"/>
                      <a:pt x="51" y="102"/>
                    </a:cubicBezTo>
                    <a:cubicBezTo>
                      <a:pt x="49" y="101"/>
                      <a:pt x="48" y="101"/>
                      <a:pt x="47" y="100"/>
                    </a:cubicBezTo>
                    <a:cubicBezTo>
                      <a:pt x="45" y="99"/>
                      <a:pt x="44" y="99"/>
                      <a:pt x="43" y="99"/>
                    </a:cubicBezTo>
                    <a:cubicBezTo>
                      <a:pt x="42" y="99"/>
                      <a:pt x="40" y="100"/>
                      <a:pt x="39" y="101"/>
                    </a:cubicBezTo>
                    <a:cubicBezTo>
                      <a:pt x="28" y="107"/>
                      <a:pt x="28" y="107"/>
                      <a:pt x="28" y="107"/>
                    </a:cubicBezTo>
                    <a:cubicBezTo>
                      <a:pt x="21" y="100"/>
                      <a:pt x="21" y="100"/>
                      <a:pt x="21" y="100"/>
                    </a:cubicBezTo>
                    <a:cubicBezTo>
                      <a:pt x="27" y="89"/>
                      <a:pt x="27" y="89"/>
                      <a:pt x="27" y="89"/>
                    </a:cubicBezTo>
                    <a:cubicBezTo>
                      <a:pt x="29" y="87"/>
                      <a:pt x="29" y="84"/>
                      <a:pt x="28" y="81"/>
                    </a:cubicBezTo>
                    <a:cubicBezTo>
                      <a:pt x="27" y="80"/>
                      <a:pt x="27" y="79"/>
                      <a:pt x="26" y="77"/>
                    </a:cubicBezTo>
                    <a:cubicBezTo>
                      <a:pt x="25" y="74"/>
                      <a:pt x="23" y="72"/>
                      <a:pt x="20" y="72"/>
                    </a:cubicBezTo>
                    <a:cubicBezTo>
                      <a:pt x="8" y="69"/>
                      <a:pt x="8" y="69"/>
                      <a:pt x="8" y="69"/>
                    </a:cubicBezTo>
                    <a:cubicBezTo>
                      <a:pt x="8" y="59"/>
                      <a:pt x="8" y="59"/>
                      <a:pt x="8" y="59"/>
                    </a:cubicBezTo>
                    <a:cubicBezTo>
                      <a:pt x="20" y="56"/>
                      <a:pt x="20" y="56"/>
                      <a:pt x="20" y="56"/>
                    </a:cubicBezTo>
                    <a:cubicBezTo>
                      <a:pt x="23" y="56"/>
                      <a:pt x="25" y="54"/>
                      <a:pt x="26" y="51"/>
                    </a:cubicBezTo>
                    <a:cubicBezTo>
                      <a:pt x="27" y="49"/>
                      <a:pt x="27" y="48"/>
                      <a:pt x="28" y="47"/>
                    </a:cubicBezTo>
                    <a:cubicBezTo>
                      <a:pt x="29" y="44"/>
                      <a:pt x="29" y="41"/>
                      <a:pt x="27" y="39"/>
                    </a:cubicBezTo>
                    <a:cubicBezTo>
                      <a:pt x="21" y="28"/>
                      <a:pt x="21" y="28"/>
                      <a:pt x="21" y="28"/>
                    </a:cubicBezTo>
                    <a:cubicBezTo>
                      <a:pt x="28" y="21"/>
                      <a:pt x="28" y="21"/>
                      <a:pt x="28" y="21"/>
                    </a:cubicBezTo>
                    <a:cubicBezTo>
                      <a:pt x="39" y="27"/>
                      <a:pt x="39" y="27"/>
                      <a:pt x="39" y="27"/>
                    </a:cubicBezTo>
                    <a:cubicBezTo>
                      <a:pt x="40" y="28"/>
                      <a:pt x="42" y="29"/>
                      <a:pt x="43" y="29"/>
                    </a:cubicBezTo>
                    <a:cubicBezTo>
                      <a:pt x="44" y="29"/>
                      <a:pt x="45" y="29"/>
                      <a:pt x="47" y="28"/>
                    </a:cubicBezTo>
                    <a:cubicBezTo>
                      <a:pt x="48" y="27"/>
                      <a:pt x="49" y="27"/>
                      <a:pt x="51" y="26"/>
                    </a:cubicBezTo>
                    <a:cubicBezTo>
                      <a:pt x="54" y="25"/>
                      <a:pt x="56" y="23"/>
                      <a:pt x="56" y="20"/>
                    </a:cubicBezTo>
                    <a:cubicBezTo>
                      <a:pt x="59" y="8"/>
                      <a:pt x="59" y="8"/>
                      <a:pt x="59" y="8"/>
                    </a:cubicBezTo>
                    <a:cubicBezTo>
                      <a:pt x="69" y="8"/>
                      <a:pt x="69" y="8"/>
                      <a:pt x="69" y="8"/>
                    </a:cubicBezTo>
                    <a:cubicBezTo>
                      <a:pt x="72" y="20"/>
                      <a:pt x="72" y="20"/>
                      <a:pt x="72" y="20"/>
                    </a:cubicBezTo>
                    <a:cubicBezTo>
                      <a:pt x="72" y="23"/>
                      <a:pt x="74" y="25"/>
                      <a:pt x="77" y="26"/>
                    </a:cubicBezTo>
                    <a:cubicBezTo>
                      <a:pt x="79" y="27"/>
                      <a:pt x="80" y="27"/>
                      <a:pt x="81" y="28"/>
                    </a:cubicBezTo>
                    <a:cubicBezTo>
                      <a:pt x="83" y="29"/>
                      <a:pt x="84" y="29"/>
                      <a:pt x="85" y="29"/>
                    </a:cubicBezTo>
                    <a:cubicBezTo>
                      <a:pt x="86" y="29"/>
                      <a:pt x="88" y="28"/>
                      <a:pt x="89" y="27"/>
                    </a:cubicBezTo>
                    <a:cubicBezTo>
                      <a:pt x="100" y="21"/>
                      <a:pt x="100" y="21"/>
                      <a:pt x="100" y="21"/>
                    </a:cubicBezTo>
                    <a:cubicBezTo>
                      <a:pt x="107" y="28"/>
                      <a:pt x="107" y="28"/>
                      <a:pt x="107" y="28"/>
                    </a:cubicBezTo>
                    <a:cubicBezTo>
                      <a:pt x="101" y="39"/>
                      <a:pt x="101" y="39"/>
                      <a:pt x="101" y="39"/>
                    </a:cubicBezTo>
                    <a:cubicBezTo>
                      <a:pt x="99" y="41"/>
                      <a:pt x="99" y="44"/>
                      <a:pt x="100" y="47"/>
                    </a:cubicBezTo>
                    <a:cubicBezTo>
                      <a:pt x="101" y="48"/>
                      <a:pt x="101" y="49"/>
                      <a:pt x="102" y="51"/>
                    </a:cubicBezTo>
                    <a:cubicBezTo>
                      <a:pt x="103" y="54"/>
                      <a:pt x="105" y="56"/>
                      <a:pt x="108" y="56"/>
                    </a:cubicBezTo>
                    <a:cubicBezTo>
                      <a:pt x="120" y="59"/>
                      <a:pt x="120" y="59"/>
                      <a:pt x="120" y="59"/>
                    </a:cubicBezTo>
                    <a:cubicBezTo>
                      <a:pt x="120" y="69"/>
                      <a:pt x="120" y="69"/>
                      <a:pt x="120" y="69"/>
                    </a:cubicBezTo>
                    <a:lnTo>
                      <a:pt x="108" y="72"/>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id-ID" b="0">
                  <a:solidFill>
                    <a:prstClr val="black"/>
                  </a:solidFill>
                  <a:latin typeface="Lato Light"/>
                  <a:ea typeface="Helvetica Neue"/>
                  <a:cs typeface="Helvetica Neue"/>
                  <a:sym typeface="Helvetica Neue Medium"/>
                </a:endParaRPr>
              </a:p>
            </p:txBody>
          </p:sp>
          <p:sp>
            <p:nvSpPr>
              <p:cNvPr id="70" name="Freeform 12">
                <a:extLst>
                  <a:ext uri="{FF2B5EF4-FFF2-40B4-BE49-F238E27FC236}">
                    <a16:creationId xmlns:a16="http://schemas.microsoft.com/office/drawing/2014/main" id="{CA1E4271-9890-DB99-E13F-028F09934546}"/>
                  </a:ext>
                </a:extLst>
              </p:cNvPr>
              <p:cNvSpPr>
                <a:spLocks noEditPoints="1"/>
              </p:cNvSpPr>
              <p:nvPr/>
            </p:nvSpPr>
            <p:spPr bwMode="auto">
              <a:xfrm rot="21036247">
                <a:off x="3226212" y="6042837"/>
                <a:ext cx="48463" cy="48462"/>
              </a:xfrm>
              <a:custGeom>
                <a:avLst/>
                <a:gdLst>
                  <a:gd name="T0" fmla="*/ 16 w 32"/>
                  <a:gd name="T1" fmla="*/ 0 h 32"/>
                  <a:gd name="T2" fmla="*/ 0 w 32"/>
                  <a:gd name="T3" fmla="*/ 16 h 32"/>
                  <a:gd name="T4" fmla="*/ 16 w 32"/>
                  <a:gd name="T5" fmla="*/ 32 h 32"/>
                  <a:gd name="T6" fmla="*/ 32 w 32"/>
                  <a:gd name="T7" fmla="*/ 16 h 32"/>
                  <a:gd name="T8" fmla="*/ 16 w 32"/>
                  <a:gd name="T9" fmla="*/ 0 h 32"/>
                  <a:gd name="T10" fmla="*/ 16 w 32"/>
                  <a:gd name="T11" fmla="*/ 28 h 32"/>
                  <a:gd name="T12" fmla="*/ 4 w 32"/>
                  <a:gd name="T13" fmla="*/ 16 h 32"/>
                  <a:gd name="T14" fmla="*/ 16 w 32"/>
                  <a:gd name="T15" fmla="*/ 4 h 32"/>
                  <a:gd name="T16" fmla="*/ 28 w 32"/>
                  <a:gd name="T17" fmla="*/ 16 h 32"/>
                  <a:gd name="T18" fmla="*/ 16 w 32"/>
                  <a:gd name="T19" fmla="*/ 2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0"/>
                    </a:moveTo>
                    <a:cubicBezTo>
                      <a:pt x="7" y="0"/>
                      <a:pt x="0" y="7"/>
                      <a:pt x="0" y="16"/>
                    </a:cubicBezTo>
                    <a:cubicBezTo>
                      <a:pt x="0" y="25"/>
                      <a:pt x="7" y="32"/>
                      <a:pt x="16" y="32"/>
                    </a:cubicBezTo>
                    <a:cubicBezTo>
                      <a:pt x="25" y="32"/>
                      <a:pt x="32" y="25"/>
                      <a:pt x="32" y="16"/>
                    </a:cubicBezTo>
                    <a:cubicBezTo>
                      <a:pt x="32" y="7"/>
                      <a:pt x="25" y="0"/>
                      <a:pt x="16" y="0"/>
                    </a:cubicBezTo>
                    <a:close/>
                    <a:moveTo>
                      <a:pt x="16" y="28"/>
                    </a:moveTo>
                    <a:cubicBezTo>
                      <a:pt x="9" y="28"/>
                      <a:pt x="4" y="23"/>
                      <a:pt x="4" y="16"/>
                    </a:cubicBezTo>
                    <a:cubicBezTo>
                      <a:pt x="4" y="9"/>
                      <a:pt x="9" y="4"/>
                      <a:pt x="16" y="4"/>
                    </a:cubicBezTo>
                    <a:cubicBezTo>
                      <a:pt x="23" y="4"/>
                      <a:pt x="28" y="9"/>
                      <a:pt x="28" y="16"/>
                    </a:cubicBezTo>
                    <a:cubicBezTo>
                      <a:pt x="28" y="23"/>
                      <a:pt x="23" y="28"/>
                      <a:pt x="16" y="28"/>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sp>
          <p:nvSpPr>
            <p:cNvPr id="66" name="object 6">
              <a:extLst>
                <a:ext uri="{FF2B5EF4-FFF2-40B4-BE49-F238E27FC236}">
                  <a16:creationId xmlns:a16="http://schemas.microsoft.com/office/drawing/2014/main" id="{BE641147-B751-911C-DE6A-FE9F5C872C70}"/>
                </a:ext>
              </a:extLst>
            </p:cNvPr>
            <p:cNvSpPr/>
            <p:nvPr/>
          </p:nvSpPr>
          <p:spPr>
            <a:xfrm flipV="1">
              <a:off x="3401607" y="6461148"/>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endParaRPr/>
            </a:p>
          </p:txBody>
        </p:sp>
      </p:grpSp>
      <p:grpSp>
        <p:nvGrpSpPr>
          <p:cNvPr id="2" name="Group 1">
            <a:extLst>
              <a:ext uri="{FF2B5EF4-FFF2-40B4-BE49-F238E27FC236}">
                <a16:creationId xmlns:a16="http://schemas.microsoft.com/office/drawing/2014/main" id="{301720E1-A6FB-6BAB-F3C9-E604BD0B9028}"/>
              </a:ext>
            </a:extLst>
          </p:cNvPr>
          <p:cNvGrpSpPr/>
          <p:nvPr/>
        </p:nvGrpSpPr>
        <p:grpSpPr>
          <a:xfrm>
            <a:off x="3614630" y="5395098"/>
            <a:ext cx="566513" cy="301910"/>
            <a:chOff x="3589646" y="5349549"/>
            <a:chExt cx="566513" cy="301910"/>
          </a:xfrm>
        </p:grpSpPr>
        <p:sp>
          <p:nvSpPr>
            <p:cNvPr id="77" name="Rectangle 76">
              <a:extLst>
                <a:ext uri="{FF2B5EF4-FFF2-40B4-BE49-F238E27FC236}">
                  <a16:creationId xmlns:a16="http://schemas.microsoft.com/office/drawing/2014/main" id="{8100690C-8344-747C-7D5C-E56ABEC5E1FC}"/>
                </a:ext>
              </a:extLst>
            </p:cNvPr>
            <p:cNvSpPr/>
            <p:nvPr/>
          </p:nvSpPr>
          <p:spPr>
            <a:xfrm>
              <a:off x="3589646" y="5408000"/>
              <a:ext cx="566513" cy="243459"/>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object 25">
              <a:extLst>
                <a:ext uri="{FF2B5EF4-FFF2-40B4-BE49-F238E27FC236}">
                  <a16:creationId xmlns:a16="http://schemas.microsoft.com/office/drawing/2014/main" id="{DCC902E3-7B91-1A00-84BC-58D7087343B7}"/>
                </a:ext>
              </a:extLst>
            </p:cNvPr>
            <p:cNvSpPr/>
            <p:nvPr/>
          </p:nvSpPr>
          <p:spPr>
            <a:xfrm>
              <a:off x="3675372" y="5349549"/>
              <a:ext cx="391160" cy="276860"/>
            </a:xfrm>
            <a:custGeom>
              <a:avLst/>
              <a:gdLst/>
              <a:ahLst/>
              <a:cxnLst/>
              <a:rect l="l" t="t" r="r" b="b"/>
              <a:pathLst>
                <a:path w="391159" h="276859">
                  <a:moveTo>
                    <a:pt x="105284" y="276359"/>
                  </a:moveTo>
                  <a:lnTo>
                    <a:pt x="64908" y="268424"/>
                  </a:lnTo>
                  <a:lnTo>
                    <a:pt x="31758" y="246740"/>
                  </a:lnTo>
                  <a:lnTo>
                    <a:pt x="9050" y="214493"/>
                  </a:lnTo>
                  <a:lnTo>
                    <a:pt x="0" y="174867"/>
                  </a:lnTo>
                  <a:lnTo>
                    <a:pt x="0" y="169167"/>
                  </a:lnTo>
                  <a:lnTo>
                    <a:pt x="6582" y="123552"/>
                  </a:lnTo>
                  <a:lnTo>
                    <a:pt x="23879" y="82351"/>
                  </a:lnTo>
                  <a:lnTo>
                    <a:pt x="50401" y="47041"/>
                  </a:lnTo>
                  <a:lnTo>
                    <a:pt x="84658" y="19098"/>
                  </a:lnTo>
                  <a:lnTo>
                    <a:pt x="125160" y="0"/>
                  </a:lnTo>
                  <a:lnTo>
                    <a:pt x="115371" y="15620"/>
                  </a:lnTo>
                  <a:lnTo>
                    <a:pt x="107199" y="32238"/>
                  </a:lnTo>
                  <a:lnTo>
                    <a:pt x="100747" y="49751"/>
                  </a:lnTo>
                  <a:lnTo>
                    <a:pt x="96123" y="68056"/>
                  </a:lnTo>
                  <a:lnTo>
                    <a:pt x="108425" y="68056"/>
                  </a:lnTo>
                  <a:lnTo>
                    <a:pt x="130811" y="70765"/>
                  </a:lnTo>
                  <a:lnTo>
                    <a:pt x="174309" y="93234"/>
                  </a:lnTo>
                  <a:lnTo>
                    <a:pt x="199139" y="124667"/>
                  </a:lnTo>
                  <a:lnTo>
                    <a:pt x="210513" y="171067"/>
                  </a:lnTo>
                  <a:lnTo>
                    <a:pt x="210522" y="172967"/>
                  </a:lnTo>
                  <a:lnTo>
                    <a:pt x="209569" y="186587"/>
                  </a:lnTo>
                  <a:lnTo>
                    <a:pt x="195379" y="226034"/>
                  </a:lnTo>
                  <a:lnTo>
                    <a:pt x="157670" y="262555"/>
                  </a:lnTo>
                  <a:lnTo>
                    <a:pt x="123907" y="274732"/>
                  </a:lnTo>
                  <a:lnTo>
                    <a:pt x="105284" y="276359"/>
                  </a:lnTo>
                  <a:close/>
                </a:path>
                <a:path w="391159" h="276859">
                  <a:moveTo>
                    <a:pt x="285494" y="276359"/>
                  </a:moveTo>
                  <a:lnTo>
                    <a:pt x="263566" y="274097"/>
                  </a:lnTo>
                  <a:lnTo>
                    <a:pt x="243216" y="267618"/>
                  </a:lnTo>
                  <a:lnTo>
                    <a:pt x="224911" y="257382"/>
                  </a:lnTo>
                  <a:lnTo>
                    <a:pt x="209119" y="243852"/>
                  </a:lnTo>
                  <a:lnTo>
                    <a:pt x="218880" y="227501"/>
                  </a:lnTo>
                  <a:lnTo>
                    <a:pt x="226019" y="209890"/>
                  </a:lnTo>
                  <a:lnTo>
                    <a:pt x="230402" y="191301"/>
                  </a:lnTo>
                  <a:lnTo>
                    <a:pt x="231820" y="172967"/>
                  </a:lnTo>
                  <a:lnTo>
                    <a:pt x="231804" y="171067"/>
                  </a:lnTo>
                  <a:lnTo>
                    <a:pt x="229726" y="148826"/>
                  </a:lnTo>
                  <a:lnTo>
                    <a:pt x="223484" y="127039"/>
                  </a:lnTo>
                  <a:lnTo>
                    <a:pt x="213559" y="107050"/>
                  </a:lnTo>
                  <a:lnTo>
                    <a:pt x="200342" y="89249"/>
                  </a:lnTo>
                  <a:lnTo>
                    <a:pt x="219492" y="59766"/>
                  </a:lnTo>
                  <a:lnTo>
                    <a:pt x="243880" y="34571"/>
                  </a:lnTo>
                  <a:lnTo>
                    <a:pt x="272762" y="14402"/>
                  </a:lnTo>
                  <a:lnTo>
                    <a:pt x="305393" y="0"/>
                  </a:lnTo>
                  <a:lnTo>
                    <a:pt x="295604" y="15620"/>
                  </a:lnTo>
                  <a:lnTo>
                    <a:pt x="287430" y="32238"/>
                  </a:lnTo>
                  <a:lnTo>
                    <a:pt x="280978" y="49751"/>
                  </a:lnTo>
                  <a:lnTo>
                    <a:pt x="276354" y="68056"/>
                  </a:lnTo>
                  <a:lnTo>
                    <a:pt x="287393" y="68056"/>
                  </a:lnTo>
                  <a:lnTo>
                    <a:pt x="326484" y="75875"/>
                  </a:lnTo>
                  <a:lnTo>
                    <a:pt x="359957" y="98236"/>
                  </a:lnTo>
                  <a:lnTo>
                    <a:pt x="382525" y="131402"/>
                  </a:lnTo>
                  <a:lnTo>
                    <a:pt x="390800" y="172017"/>
                  </a:lnTo>
                  <a:lnTo>
                    <a:pt x="388104" y="195599"/>
                  </a:lnTo>
                  <a:lnTo>
                    <a:pt x="368331" y="236468"/>
                  </a:lnTo>
                  <a:lnTo>
                    <a:pt x="337890" y="262555"/>
                  </a:lnTo>
                  <a:lnTo>
                    <a:pt x="304121" y="274732"/>
                  </a:lnTo>
                  <a:lnTo>
                    <a:pt x="285494" y="276359"/>
                  </a:lnTo>
                  <a:close/>
                </a:path>
                <a:path w="391159" h="276859">
                  <a:moveTo>
                    <a:pt x="108425" y="68056"/>
                  </a:moveTo>
                  <a:lnTo>
                    <a:pt x="96123" y="68056"/>
                  </a:lnTo>
                  <a:lnTo>
                    <a:pt x="99149" y="67801"/>
                  </a:lnTo>
                  <a:lnTo>
                    <a:pt x="102194" y="67676"/>
                  </a:lnTo>
                  <a:lnTo>
                    <a:pt x="105284" y="67676"/>
                  </a:lnTo>
                  <a:lnTo>
                    <a:pt x="108425" y="68056"/>
                  </a:lnTo>
                  <a:close/>
                </a:path>
                <a:path w="391159" h="276859">
                  <a:moveTo>
                    <a:pt x="287393" y="68056"/>
                  </a:moveTo>
                  <a:lnTo>
                    <a:pt x="276354" y="68056"/>
                  </a:lnTo>
                  <a:lnTo>
                    <a:pt x="279360" y="67801"/>
                  </a:lnTo>
                  <a:lnTo>
                    <a:pt x="282427" y="67676"/>
                  </a:lnTo>
                  <a:lnTo>
                    <a:pt x="285494" y="67676"/>
                  </a:lnTo>
                  <a:lnTo>
                    <a:pt x="287393" y="68056"/>
                  </a:lnTo>
                  <a:close/>
                </a:path>
              </a:pathLst>
            </a:custGeom>
            <a:solidFill>
              <a:srgbClr val="00AA7E"/>
            </a:solidFill>
          </p:spPr>
          <p:txBody>
            <a:bodyPr wrap="square" lIns="0" tIns="0" rIns="0" bIns="0" rtlCol="0"/>
            <a:lstStyle/>
            <a:p>
              <a:endParaRPr/>
            </a:p>
          </p:txBody>
        </p:sp>
      </p:grpSp>
      <p:pic>
        <p:nvPicPr>
          <p:cNvPr id="4" name="Picture 3" descr="Crown Resorts (@CrownResorts) / X">
            <a:extLst>
              <a:ext uri="{FF2B5EF4-FFF2-40B4-BE49-F238E27FC236}">
                <a16:creationId xmlns:a16="http://schemas.microsoft.com/office/drawing/2014/main" id="{BC3B0696-4B9B-D1B8-36FD-74D95C404506}"/>
              </a:ext>
            </a:extLst>
          </p:cNvPr>
          <p:cNvPicPr>
            <a:picLocks noChangeAspect="1"/>
          </p:cNvPicPr>
          <p:nvPr/>
        </p:nvPicPr>
        <p:blipFill rotWithShape="1">
          <a:blip r:embed="rId9"/>
          <a:srcRect l="-1212" t="6061" r="837" b="2092"/>
          <a:stretch/>
        </p:blipFill>
        <p:spPr>
          <a:xfrm>
            <a:off x="1536321" y="5867320"/>
            <a:ext cx="834122" cy="763261"/>
          </a:xfrm>
          <a:prstGeom prst="rect">
            <a:avLst/>
          </a:prstGeom>
        </p:spPr>
      </p:pic>
    </p:spTree>
    <p:extLst>
      <p:ext uri="{BB962C8B-B14F-4D97-AF65-F5344CB8AC3E}">
        <p14:creationId xmlns:p14="http://schemas.microsoft.com/office/powerpoint/2010/main" val="405822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A28F1C7168B774DBA0D947BAC95ADD1" ma:contentTypeVersion="12" ma:contentTypeDescription="Create a new document." ma:contentTypeScope="" ma:versionID="ab68f2c833e09aa7e176d4542494896f">
  <xsd:schema xmlns:xsd="http://www.w3.org/2001/XMLSchema" xmlns:xs="http://www.w3.org/2001/XMLSchema" xmlns:p="http://schemas.microsoft.com/office/2006/metadata/properties" xmlns:ns2="b134bf45-6637-4d46-9e0b-ea5dfe480f7b" xmlns:ns3="906d9bb4-c53b-48ce-ad74-2ebc50fbcd89" targetNamespace="http://schemas.microsoft.com/office/2006/metadata/properties" ma:root="true" ma:fieldsID="12b19f84125535d4bd20ca612ab127f9" ns2:_="" ns3:_="">
    <xsd:import namespace="b134bf45-6637-4d46-9e0b-ea5dfe480f7b"/>
    <xsd:import namespace="906d9bb4-c53b-48ce-ad74-2ebc50fbcd8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34bf45-6637-4d46-9e0b-ea5dfe480f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97d36a7d-b0e2-49af-8978-949f6811527e"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06d9bb4-c53b-48ce-ad74-2ebc50fbcd8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95f110a1-b8bf-4206-8128-bb6383551f4c}" ma:internalName="TaxCatchAll" ma:showField="CatchAllData" ma:web="906d9bb4-c53b-48ce-ad74-2ebc50fbcd8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134bf45-6637-4d46-9e0b-ea5dfe480f7b">
      <Terms xmlns="http://schemas.microsoft.com/office/infopath/2007/PartnerControls"/>
    </lcf76f155ced4ddcb4097134ff3c332f>
    <TaxCatchAll xmlns="906d9bb4-c53b-48ce-ad74-2ebc50fbcd89" xsi:nil="true"/>
  </documentManagement>
</p:properties>
</file>

<file path=customXml/itemProps1.xml><?xml version="1.0" encoding="utf-8"?>
<ds:datastoreItem xmlns:ds="http://schemas.openxmlformats.org/officeDocument/2006/customXml" ds:itemID="{BCF5D41E-5647-4C4C-ABC5-212DCEBFF334}">
  <ds:schemaRefs>
    <ds:schemaRef ds:uri="http://schemas.microsoft.com/sharepoint/v3/contenttype/forms"/>
  </ds:schemaRefs>
</ds:datastoreItem>
</file>

<file path=customXml/itemProps2.xml><?xml version="1.0" encoding="utf-8"?>
<ds:datastoreItem xmlns:ds="http://schemas.openxmlformats.org/officeDocument/2006/customXml" ds:itemID="{13FA6304-9B42-4D9C-8DF2-5CF085578F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134bf45-6637-4d46-9e0b-ea5dfe480f7b"/>
    <ds:schemaRef ds:uri="906d9bb4-c53b-48ce-ad74-2ebc50fbcd8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BD62E0D-C58F-4CEE-99A2-97ED1A8D755E}">
  <ds:schemaRefs>
    <ds:schemaRef ds:uri="b134bf45-6637-4d46-9e0b-ea5dfe480f7b"/>
    <ds:schemaRef ds:uri="http://purl.org/dc/dcmitype/"/>
    <ds:schemaRef ds:uri="http://schemas.microsoft.com/office/2006/documentManagement/types"/>
    <ds:schemaRef ds:uri="http://purl.org/dc/terms/"/>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 ds:uri="906d9bb4-c53b-48ce-ad74-2ebc50fbcd89"/>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1348</TotalTime>
  <Words>728</Words>
  <Application>Microsoft Office PowerPoint</Application>
  <PresentationFormat>Widescreen</PresentationFormat>
  <Paragraphs>37</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Darcy Roach</dc:creator>
  <cp:lastModifiedBy>Darcy Roach</cp:lastModifiedBy>
  <cp:revision>1094</cp:revision>
  <dcterms:created xsi:type="dcterms:W3CDTF">2023-09-07T03:51:20Z</dcterms:created>
  <dcterms:modified xsi:type="dcterms:W3CDTF">2025-03-25T04:20:54Z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0x010100EA28F1C7168B774DBA0D947BAC95ADD1</vt:lpwstr>
  </property>
  <property fmtid="{D5CDD505-2E9C-101B-9397-08002B2CF9AE}" pid="3" name="MediaServiceImageTags">
    <vt:lpwstr/>
  </property>
</Properties>
</file>