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
  </p:notesMasterIdLst>
  <p:sldIdLst>
    <p:sldId id="267"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BC31431-5A71-0F15-B5A6-12E277293BEE}" name="Linny Xavier" initials="LX" userId="S::linny.xavier@intelia.com.au::f81a16b5-ebc0-49fb-a22f-6a788cc0775e" providerId="AD"/>
  <p188:author id="{C81B623D-E633-E8F9-12A4-FF222A5A7DBE}" name="David Le" initials="DL" userId="S::david.le@intelia.com.au::b99afbed-8f88-4a28-9bfd-e15c7532a92e" providerId="AD"/>
  <p188:author id="{0D642CF9-1FAC-27C8-B0DE-5BDCA83383BB}" name="Thuy Ly" initials="TL" userId="S::thuy.ly@intelia.com.au::611f5afa-03f2-40e4-bbe6-ef0fa762d19c"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AA7E"/>
    <a:srgbClr val="FAFA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B0E3DB7-C5FB-1EEB-B078-FC9781D7DB02}" v="209" dt="2024-12-12T00:53:34.408"/>
    <p1510:client id="{9AF2A32D-2340-404A-AF20-2F1A8D014461}" v="11" dt="2024-12-11T10:44:58.209"/>
    <p1510:client id="{C1034635-7F27-4400-8398-6BE0B448464B}" v="82" dt="2024-12-12T01:20:55.461"/>
    <p1510:client id="{E3282B55-F0DC-48CF-A388-B92F2CC47146}" v="9" dt="2024-12-12T01:17:40.6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108" d="100"/>
          <a:sy n="108" d="100"/>
        </p:scale>
        <p:origin x="59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13" Type="http://schemas.microsoft.com/office/2018/10/relationships/authors" Target="author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nny Xavier" userId="S::linny.xavier@intelia.com.au::f81a16b5-ebc0-49fb-a22f-6a788cc0775e" providerId="AD" clId="Web-{92552FBB-BCEC-7B1B-F410-9E21C4DE2D4D}"/>
    <pc:docChg chg="modSld">
      <pc:chgData name="Linny Xavier" userId="S::linny.xavier@intelia.com.au::f81a16b5-ebc0-49fb-a22f-6a788cc0775e" providerId="AD" clId="Web-{92552FBB-BCEC-7B1B-F410-9E21C4DE2D4D}" dt="2024-07-30T04:35:49.061" v="3"/>
      <pc:docMkLst>
        <pc:docMk/>
      </pc:docMkLst>
      <pc:sldChg chg="addSp delSp modSp">
        <pc:chgData name="Linny Xavier" userId="S::linny.xavier@intelia.com.au::f81a16b5-ebc0-49fb-a22f-6a788cc0775e" providerId="AD" clId="Web-{92552FBB-BCEC-7B1B-F410-9E21C4DE2D4D}" dt="2024-07-30T04:35:49.061" v="3"/>
        <pc:sldMkLst>
          <pc:docMk/>
          <pc:sldMk cId="405822744" sldId="256"/>
        </pc:sldMkLst>
      </pc:sldChg>
    </pc:docChg>
  </pc:docChgLst>
  <pc:docChgLst>
    <pc:chgData name="Thuy Ly" userId="611f5afa-03f2-40e4-bbe6-ef0fa762d19c" providerId="ADAL" clId="{EAA5CB31-B55B-4D98-8C71-14D881F1EF29}"/>
    <pc:docChg chg="modSld">
      <pc:chgData name="Thuy Ly" userId="611f5afa-03f2-40e4-bbe6-ef0fa762d19c" providerId="ADAL" clId="{EAA5CB31-B55B-4D98-8C71-14D881F1EF29}" dt="2024-08-22T06:41:46.755" v="4"/>
      <pc:docMkLst>
        <pc:docMk/>
      </pc:docMkLst>
      <pc:sldChg chg="modSp mod addCm modCm">
        <pc:chgData name="Thuy Ly" userId="611f5afa-03f2-40e4-bbe6-ef0fa762d19c" providerId="ADAL" clId="{EAA5CB31-B55B-4D98-8C71-14D881F1EF29}" dt="2024-08-22T06:41:46.755" v="4"/>
        <pc:sldMkLst>
          <pc:docMk/>
          <pc:sldMk cId="14155943" sldId="264"/>
        </pc:sldMkLst>
        <pc:extLst>
          <p:ext xmlns:p="http://schemas.openxmlformats.org/presentationml/2006/main" uri="{D6D511B9-2390-475A-947B-AFAB55BFBCF1}">
            <pc226:cmChg xmlns:pc226="http://schemas.microsoft.com/office/powerpoint/2022/06/main/command" chg="">
              <pc226:chgData name="Thuy Ly" userId="611f5afa-03f2-40e4-bbe6-ef0fa762d19c" providerId="ADAL" clId="{EAA5CB31-B55B-4D98-8C71-14D881F1EF29}" dt="2024-08-22T06:33:11.486" v="2"/>
              <pc2:cmMkLst xmlns:pc2="http://schemas.microsoft.com/office/powerpoint/2019/9/main/command">
                <pc:docMk/>
                <pc:sldMk cId="14155943" sldId="264"/>
                <pc2:cmMk id="{91EDB012-59B7-4282-9C07-628791D81A9D}"/>
              </pc2:cmMkLst>
              <pc226:cmRplyChg chg="add">
                <pc226:chgData name="Thuy Ly" userId="611f5afa-03f2-40e4-bbe6-ef0fa762d19c" providerId="ADAL" clId="{EAA5CB31-B55B-4D98-8C71-14D881F1EF29}" dt="2024-08-22T06:33:11.486" v="2"/>
                <pc2:cmRplyMkLst xmlns:pc2="http://schemas.microsoft.com/office/powerpoint/2019/9/main/command">
                  <pc:docMk/>
                  <pc:sldMk cId="14155943" sldId="264"/>
                  <pc2:cmMk id="{91EDB012-59B7-4282-9C07-628791D81A9D}"/>
                  <pc2:cmRplyMk id="{729D9399-40E2-4293-90E3-0288F8CC22BD}"/>
                </pc2:cmRplyMkLst>
              </pc226:cmRplyChg>
            </pc226:cmChg>
            <pc226:cmChg xmlns:pc226="http://schemas.microsoft.com/office/powerpoint/2022/06/main/command" chg="mod modRxn">
              <pc226:chgData name="Thuy Ly" userId="611f5afa-03f2-40e4-bbe6-ef0fa762d19c" providerId="ADAL" clId="{EAA5CB31-B55B-4D98-8C71-14D881F1EF29}" dt="2024-08-22T06:33:24.179" v="3"/>
              <pc2:cmMkLst xmlns:pc2="http://schemas.microsoft.com/office/powerpoint/2019/9/main/command">
                <pc:docMk/>
                <pc:sldMk cId="14155943" sldId="264"/>
                <pc2:cmMk id="{3AAF4B2D-C6AD-4428-9C9C-3A3EB01D2703}"/>
              </pc2:cmMkLst>
            </pc226:cmChg>
            <pc226:cmChg xmlns:pc226="http://schemas.microsoft.com/office/powerpoint/2022/06/main/command" chg="add">
              <pc226:chgData name="Thuy Ly" userId="611f5afa-03f2-40e4-bbe6-ef0fa762d19c" providerId="ADAL" clId="{EAA5CB31-B55B-4D98-8C71-14D881F1EF29}" dt="2024-08-22T06:41:46.755" v="4"/>
              <pc2:cmMkLst xmlns:pc2="http://schemas.microsoft.com/office/powerpoint/2019/9/main/command">
                <pc:docMk/>
                <pc:sldMk cId="14155943" sldId="264"/>
                <pc2:cmMk id="{82B3CF60-C2ED-4347-A18F-CC6B4D576FD9}"/>
              </pc2:cmMkLst>
            </pc226:cmChg>
          </p:ext>
        </pc:extLst>
      </pc:sldChg>
    </pc:docChg>
  </pc:docChgLst>
  <pc:docChgLst>
    <pc:chgData name="Shannon Straubinger" userId="S::shannon.straubinger@intelia.com.au::0bb8d3fa-a92a-49ce-b20e-112729f91348" providerId="AD" clId="Web-{6B0E3DB7-C5FB-1EEB-B078-FC9781D7DB02}"/>
    <pc:docChg chg="modSld">
      <pc:chgData name="Shannon Straubinger" userId="S::shannon.straubinger@intelia.com.au::0bb8d3fa-a92a-49ce-b20e-112729f91348" providerId="AD" clId="Web-{6B0E3DB7-C5FB-1EEB-B078-FC9781D7DB02}" dt="2024-12-12T00:53:34.408" v="101" actId="20577"/>
      <pc:docMkLst>
        <pc:docMk/>
      </pc:docMkLst>
      <pc:sldChg chg="modSp">
        <pc:chgData name="Shannon Straubinger" userId="S::shannon.straubinger@intelia.com.au::0bb8d3fa-a92a-49ce-b20e-112729f91348" providerId="AD" clId="Web-{6B0E3DB7-C5FB-1EEB-B078-FC9781D7DB02}" dt="2024-12-12T00:51:56.296" v="19" actId="20577"/>
        <pc:sldMkLst>
          <pc:docMk/>
          <pc:sldMk cId="3948117034" sldId="265"/>
        </pc:sldMkLst>
        <pc:spChg chg="mod">
          <ac:chgData name="Shannon Straubinger" userId="S::shannon.straubinger@intelia.com.au::0bb8d3fa-a92a-49ce-b20e-112729f91348" providerId="AD" clId="Web-{6B0E3DB7-C5FB-1EEB-B078-FC9781D7DB02}" dt="2024-12-12T00:51:56.296" v="19" actId="20577"/>
          <ac:spMkLst>
            <pc:docMk/>
            <pc:sldMk cId="3948117034" sldId="265"/>
            <ac:spMk id="24" creationId="{54188DC0-D0FE-EA63-1873-8482ADFFEAF5}"/>
          </ac:spMkLst>
        </pc:spChg>
      </pc:sldChg>
      <pc:sldChg chg="modSp">
        <pc:chgData name="Shannon Straubinger" userId="S::shannon.straubinger@intelia.com.au::0bb8d3fa-a92a-49ce-b20e-112729f91348" providerId="AD" clId="Web-{6B0E3DB7-C5FB-1EEB-B078-FC9781D7DB02}" dt="2024-12-12T00:53:34.408" v="101" actId="20577"/>
        <pc:sldMkLst>
          <pc:docMk/>
          <pc:sldMk cId="3308246392" sldId="267"/>
        </pc:sldMkLst>
        <pc:spChg chg="mod">
          <ac:chgData name="Shannon Straubinger" userId="S::shannon.straubinger@intelia.com.au::0bb8d3fa-a92a-49ce-b20e-112729f91348" providerId="AD" clId="Web-{6B0E3DB7-C5FB-1EEB-B078-FC9781D7DB02}" dt="2024-12-12T00:53:14.345" v="86" actId="20577"/>
          <ac:spMkLst>
            <pc:docMk/>
            <pc:sldMk cId="3308246392" sldId="267"/>
            <ac:spMk id="24" creationId="{AD56A87A-387E-C2DE-0DA7-996BBDF787D8}"/>
          </ac:spMkLst>
        </pc:spChg>
        <pc:spChg chg="mod">
          <ac:chgData name="Shannon Straubinger" userId="S::shannon.straubinger@intelia.com.au::0bb8d3fa-a92a-49ce-b20e-112729f91348" providerId="AD" clId="Web-{6B0E3DB7-C5FB-1EEB-B078-FC9781D7DB02}" dt="2024-12-12T00:53:34.408" v="101" actId="20577"/>
          <ac:spMkLst>
            <pc:docMk/>
            <pc:sldMk cId="3308246392" sldId="267"/>
            <ac:spMk id="39" creationId="{90A2EA68-0E84-2C34-3FE6-A7091989A189}"/>
          </ac:spMkLst>
        </pc:spChg>
      </pc:sldChg>
    </pc:docChg>
  </pc:docChgLst>
  <pc:docChgLst>
    <pc:chgData name="Andrew Nisbett" userId="2cdcd649-906d-48e9-836a-3bd72dc5b482" providerId="ADAL" clId="{E3282B55-F0DC-48CF-A388-B92F2CC47146}"/>
    <pc:docChg chg="modSld">
      <pc:chgData name="Andrew Nisbett" userId="2cdcd649-906d-48e9-836a-3bd72dc5b482" providerId="ADAL" clId="{E3282B55-F0DC-48CF-A388-B92F2CC47146}" dt="2024-12-12T01:17:40.629" v="38" actId="20577"/>
      <pc:docMkLst>
        <pc:docMk/>
      </pc:docMkLst>
      <pc:sldChg chg="modSp mod">
        <pc:chgData name="Andrew Nisbett" userId="2cdcd649-906d-48e9-836a-3bd72dc5b482" providerId="ADAL" clId="{E3282B55-F0DC-48CF-A388-B92F2CC47146}" dt="2024-12-12T01:17:40.629" v="38" actId="20577"/>
        <pc:sldMkLst>
          <pc:docMk/>
          <pc:sldMk cId="3308246392" sldId="267"/>
        </pc:sldMkLst>
        <pc:spChg chg="mod">
          <ac:chgData name="Andrew Nisbett" userId="2cdcd649-906d-48e9-836a-3bd72dc5b482" providerId="ADAL" clId="{E3282B55-F0DC-48CF-A388-B92F2CC47146}" dt="2024-12-12T01:17:40.629" v="38" actId="20577"/>
          <ac:spMkLst>
            <pc:docMk/>
            <pc:sldMk cId="3308246392" sldId="267"/>
            <ac:spMk id="39" creationId="{90A2EA68-0E84-2C34-3FE6-A7091989A189}"/>
          </ac:spMkLst>
        </pc:spChg>
      </pc:sldChg>
    </pc:docChg>
  </pc:docChgLst>
  <pc:docChgLst>
    <pc:chgData name="Darcy Roach" userId="ba676ee9-e9b4-49e8-a515-8077106c948d" providerId="ADAL" clId="{C1034635-7F27-4400-8398-6BE0B448464B}"/>
    <pc:docChg chg="custSel addSld delSld modSld">
      <pc:chgData name="Darcy Roach" userId="ba676ee9-e9b4-49e8-a515-8077106c948d" providerId="ADAL" clId="{C1034635-7F27-4400-8398-6BE0B448464B}" dt="2024-12-12T01:20:55.461" v="93" actId="478"/>
      <pc:docMkLst>
        <pc:docMk/>
      </pc:docMkLst>
      <pc:sldChg chg="modSp del mod">
        <pc:chgData name="Darcy Roach" userId="ba676ee9-e9b4-49e8-a515-8077106c948d" providerId="ADAL" clId="{C1034635-7F27-4400-8398-6BE0B448464B}" dt="2024-12-12T01:20:53.535" v="92" actId="47"/>
        <pc:sldMkLst>
          <pc:docMk/>
          <pc:sldMk cId="3948117034" sldId="265"/>
        </pc:sldMkLst>
        <pc:spChg chg="mod">
          <ac:chgData name="Darcy Roach" userId="ba676ee9-e9b4-49e8-a515-8077106c948d" providerId="ADAL" clId="{C1034635-7F27-4400-8398-6BE0B448464B}" dt="2024-12-09T04:16:47.069" v="5" actId="1036"/>
          <ac:spMkLst>
            <pc:docMk/>
            <pc:sldMk cId="3948117034" sldId="265"/>
            <ac:spMk id="49" creationId="{675A7C81-6A86-C5DE-4101-842DAD62F0C6}"/>
          </ac:spMkLst>
        </pc:spChg>
      </pc:sldChg>
      <pc:sldChg chg="add del">
        <pc:chgData name="Darcy Roach" userId="ba676ee9-e9b4-49e8-a515-8077106c948d" providerId="ADAL" clId="{C1034635-7F27-4400-8398-6BE0B448464B}" dt="2024-12-12T01:20:52.539" v="91" actId="47"/>
        <pc:sldMkLst>
          <pc:docMk/>
          <pc:sldMk cId="3136967775" sldId="266"/>
        </pc:sldMkLst>
      </pc:sldChg>
      <pc:sldChg chg="addSp delSp modSp mod">
        <pc:chgData name="Darcy Roach" userId="ba676ee9-e9b4-49e8-a515-8077106c948d" providerId="ADAL" clId="{C1034635-7F27-4400-8398-6BE0B448464B}" dt="2024-12-12T01:20:55.461" v="93" actId="478"/>
        <pc:sldMkLst>
          <pc:docMk/>
          <pc:sldMk cId="3308246392" sldId="267"/>
        </pc:sldMkLst>
        <pc:spChg chg="del">
          <ac:chgData name="Darcy Roach" userId="ba676ee9-e9b4-49e8-a515-8077106c948d" providerId="ADAL" clId="{C1034635-7F27-4400-8398-6BE0B448464B}" dt="2024-12-12T01:20:55.461" v="93" actId="478"/>
          <ac:spMkLst>
            <pc:docMk/>
            <pc:sldMk cId="3308246392" sldId="267"/>
            <ac:spMk id="3" creationId="{F84E1578-99A3-3990-2C4A-0940FE2C6905}"/>
          </ac:spMkLst>
        </pc:spChg>
        <pc:spChg chg="add mod">
          <ac:chgData name="Darcy Roach" userId="ba676ee9-e9b4-49e8-a515-8077106c948d" providerId="ADAL" clId="{C1034635-7F27-4400-8398-6BE0B448464B}" dt="2024-12-12T01:20:47.445" v="90" actId="1076"/>
          <ac:spMkLst>
            <pc:docMk/>
            <pc:sldMk cId="3308246392" sldId="267"/>
            <ac:spMk id="5" creationId="{6E9412AF-7C2C-CE3D-AE4E-803B9CF125C6}"/>
          </ac:spMkLst>
        </pc:spChg>
        <pc:spChg chg="mod">
          <ac:chgData name="Darcy Roach" userId="ba676ee9-e9b4-49e8-a515-8077106c948d" providerId="ADAL" clId="{C1034635-7F27-4400-8398-6BE0B448464B}" dt="2024-12-12T01:20:44.868" v="89" actId="1076"/>
          <ac:spMkLst>
            <pc:docMk/>
            <pc:sldMk cId="3308246392" sldId="267"/>
            <ac:spMk id="49" creationId="{2377BFCB-90BE-77DF-EF65-EED69651B393}"/>
          </ac:spMkLst>
        </pc:spChg>
        <pc:grpChg chg="mod">
          <ac:chgData name="Darcy Roach" userId="ba676ee9-e9b4-49e8-a515-8077106c948d" providerId="ADAL" clId="{C1034635-7F27-4400-8398-6BE0B448464B}" dt="2024-12-12T01:20:27.701" v="86" actId="1035"/>
          <ac:grpSpMkLst>
            <pc:docMk/>
            <pc:sldMk cId="3308246392" sldId="267"/>
            <ac:grpSpMk id="2" creationId="{8948587A-EDA7-D053-1E2A-8B0E145FE7AF}"/>
          </ac:grpSpMkLst>
        </pc:grpChg>
        <pc:grpChg chg="mod">
          <ac:chgData name="Darcy Roach" userId="ba676ee9-e9b4-49e8-a515-8077106c948d" providerId="ADAL" clId="{C1034635-7F27-4400-8398-6BE0B448464B}" dt="2024-12-12T01:20:15.318" v="83" actId="1035"/>
          <ac:grpSpMkLst>
            <pc:docMk/>
            <pc:sldMk cId="3308246392" sldId="267"/>
            <ac:grpSpMk id="47" creationId="{BC86FED4-D8EE-CB2B-C7CC-DDF2E7371091}"/>
          </ac:grpSpMkLst>
        </pc:grpChg>
      </pc:sldChg>
    </pc:docChg>
  </pc:docChgLst>
  <pc:docChgLst>
    <pc:chgData name="David Le" userId="S::david.le@intelia.com.au::b99afbed-8f88-4a28-9bfd-e15c7532a92e" providerId="AD" clId="Web-{0DC2BC74-706A-83B7-A038-BB7800A01B64}"/>
    <pc:docChg chg="addSld modSld">
      <pc:chgData name="David Le" userId="S::david.le@intelia.com.au::b99afbed-8f88-4a28-9bfd-e15c7532a92e" providerId="AD" clId="Web-{0DC2BC74-706A-83B7-A038-BB7800A01B64}" dt="2024-08-26T23:53:03.172" v="49"/>
      <pc:docMkLst>
        <pc:docMk/>
      </pc:docMkLst>
      <pc:sldChg chg="delSp modSp add replId">
        <pc:chgData name="David Le" userId="S::david.le@intelia.com.au::b99afbed-8f88-4a28-9bfd-e15c7532a92e" providerId="AD" clId="Web-{0DC2BC74-706A-83B7-A038-BB7800A01B64}" dt="2024-08-26T23:53:03.172" v="49"/>
        <pc:sldMkLst>
          <pc:docMk/>
          <pc:sldMk cId="3948117034" sldId="265"/>
        </pc:sldMkLst>
      </pc:sldChg>
    </pc:docChg>
  </pc:docChgLst>
  <pc:docChgLst>
    <pc:chgData name="Linny Xavier" userId="f81a16b5-ebc0-49fb-a22f-6a788cc0775e" providerId="ADAL" clId="{631A4D69-B08A-4241-AB01-CEA51DC1ABB9}"/>
    <pc:docChg chg="undo redo custSel addSld delSld modSld sldOrd">
      <pc:chgData name="Linny Xavier" userId="f81a16b5-ebc0-49fb-a22f-6a788cc0775e" providerId="ADAL" clId="{631A4D69-B08A-4241-AB01-CEA51DC1ABB9}" dt="2024-08-27T00:14:54.879" v="14189" actId="47"/>
      <pc:docMkLst>
        <pc:docMk/>
      </pc:docMkLst>
      <pc:sldChg chg="del">
        <pc:chgData name="Linny Xavier" userId="f81a16b5-ebc0-49fb-a22f-6a788cc0775e" providerId="ADAL" clId="{631A4D69-B08A-4241-AB01-CEA51DC1ABB9}" dt="2024-08-27T00:04:38.945" v="14183" actId="47"/>
        <pc:sldMkLst>
          <pc:docMk/>
          <pc:sldMk cId="405822744" sldId="256"/>
        </pc:sldMkLst>
      </pc:sldChg>
      <pc:sldChg chg="modSp add del mod">
        <pc:chgData name="Linny Xavier" userId="f81a16b5-ebc0-49fb-a22f-6a788cc0775e" providerId="ADAL" clId="{631A4D69-B08A-4241-AB01-CEA51DC1ABB9}" dt="2024-08-19T05:35:33.504" v="109" actId="47"/>
        <pc:sldMkLst>
          <pc:docMk/>
          <pc:sldMk cId="1279116906" sldId="257"/>
        </pc:sldMkLst>
      </pc:sldChg>
      <pc:sldChg chg="add del">
        <pc:chgData name="Linny Xavier" userId="f81a16b5-ebc0-49fb-a22f-6a788cc0775e" providerId="ADAL" clId="{631A4D69-B08A-4241-AB01-CEA51DC1ABB9}" dt="2024-08-26T06:17:59.914" v="14173" actId="47"/>
        <pc:sldMkLst>
          <pc:docMk/>
          <pc:sldMk cId="3984101751" sldId="259"/>
        </pc:sldMkLst>
      </pc:sldChg>
      <pc:sldChg chg="add del">
        <pc:chgData name="Linny Xavier" userId="f81a16b5-ebc0-49fb-a22f-6a788cc0775e" providerId="ADAL" clId="{631A4D69-B08A-4241-AB01-CEA51DC1ABB9}" dt="2024-08-19T05:27:16.872" v="5" actId="47"/>
        <pc:sldMkLst>
          <pc:docMk/>
          <pc:sldMk cId="1254335782" sldId="260"/>
        </pc:sldMkLst>
      </pc:sldChg>
      <pc:sldChg chg="add del">
        <pc:chgData name="Linny Xavier" userId="f81a16b5-ebc0-49fb-a22f-6a788cc0775e" providerId="ADAL" clId="{631A4D69-B08A-4241-AB01-CEA51DC1ABB9}" dt="2024-08-22T03:18:02.465" v="6047" actId="47"/>
        <pc:sldMkLst>
          <pc:docMk/>
          <pc:sldMk cId="1063850009" sldId="263"/>
        </pc:sldMkLst>
      </pc:sldChg>
      <pc:sldChg chg="addSp delSp modSp add del mod ord modCm">
        <pc:chgData name="Linny Xavier" userId="f81a16b5-ebc0-49fb-a22f-6a788cc0775e" providerId="ADAL" clId="{631A4D69-B08A-4241-AB01-CEA51DC1ABB9}" dt="2024-08-27T00:14:54.879" v="14189" actId="47"/>
        <pc:sldMkLst>
          <pc:docMk/>
          <pc:sldMk cId="14155943" sldId="264"/>
        </pc:sldMkLst>
        <pc:extLst>
          <p:ext xmlns:p="http://schemas.openxmlformats.org/presentationml/2006/main" uri="{D6D511B9-2390-475A-947B-AFAB55BFBCF1}">
            <pc226:cmChg xmlns:pc226="http://schemas.microsoft.com/office/powerpoint/2022/06/main/command" chg="mod">
              <pc226:chgData name="Linny Xavier" userId="f81a16b5-ebc0-49fb-a22f-6a788cc0775e" providerId="ADAL" clId="{631A4D69-B08A-4241-AB01-CEA51DC1ABB9}" dt="2024-08-26T06:17:39.237" v="14171" actId="6549"/>
              <pc2:cmMkLst xmlns:pc2="http://schemas.microsoft.com/office/powerpoint/2019/9/main/command">
                <pc:docMk/>
                <pc:sldMk cId="14155943" sldId="264"/>
                <pc2:cmMk id="{3AAF4B2D-C6AD-4428-9C9C-3A3EB01D2703}"/>
              </pc2:cmMkLst>
            </pc226:cmChg>
            <pc226:cmChg xmlns:pc226="http://schemas.microsoft.com/office/powerpoint/2022/06/main/command" chg="mod">
              <pc226:chgData name="Linny Xavier" userId="f81a16b5-ebc0-49fb-a22f-6a788cc0775e" providerId="ADAL" clId="{631A4D69-B08A-4241-AB01-CEA51DC1ABB9}" dt="2024-08-26T06:17:39.237" v="14171" actId="6549"/>
              <pc2:cmMkLst xmlns:pc2="http://schemas.microsoft.com/office/powerpoint/2019/9/main/command">
                <pc:docMk/>
                <pc:sldMk cId="14155943" sldId="264"/>
                <pc2:cmMk id="{82B3CF60-C2ED-4347-A18F-CC6B4D576FD9}"/>
              </pc2:cmMkLst>
            </pc226:cmChg>
            <pc226:cmChg xmlns:pc226="http://schemas.microsoft.com/office/powerpoint/2022/06/main/command" chg="mod">
              <pc226:chgData name="Linny Xavier" userId="f81a16b5-ebc0-49fb-a22f-6a788cc0775e" providerId="ADAL" clId="{631A4D69-B08A-4241-AB01-CEA51DC1ABB9}" dt="2024-08-26T06:13:15.159" v="14165" actId="20577"/>
              <pc2:cmMkLst xmlns:pc2="http://schemas.microsoft.com/office/powerpoint/2019/9/main/command">
                <pc:docMk/>
                <pc:sldMk cId="14155943" sldId="264"/>
                <pc2:cmMk id="{49FC6EA1-34A6-42B1-BD76-6CD312B1B52F}"/>
              </pc2:cmMkLst>
            </pc226:cmChg>
            <pc226:cmChg xmlns:pc226="http://schemas.microsoft.com/office/powerpoint/2022/06/main/command" chg="mod">
              <pc226:chgData name="Linny Xavier" userId="f81a16b5-ebc0-49fb-a22f-6a788cc0775e" providerId="ADAL" clId="{631A4D69-B08A-4241-AB01-CEA51DC1ABB9}" dt="2024-08-26T06:13:15.159" v="14165" actId="20577"/>
              <pc2:cmMkLst xmlns:pc2="http://schemas.microsoft.com/office/powerpoint/2019/9/main/command">
                <pc:docMk/>
                <pc:sldMk cId="14155943" sldId="264"/>
                <pc2:cmMk id="{7B8573AD-60B6-42AB-8EB1-D4DCFF2BB712}"/>
              </pc2:cmMkLst>
            </pc226:cmChg>
            <pc226:cmChg xmlns:pc226="http://schemas.microsoft.com/office/powerpoint/2022/06/main/command" chg="mod">
              <pc226:chgData name="Linny Xavier" userId="f81a16b5-ebc0-49fb-a22f-6a788cc0775e" providerId="ADAL" clId="{631A4D69-B08A-4241-AB01-CEA51DC1ABB9}" dt="2024-08-26T06:17:39.237" v="14171" actId="6549"/>
              <pc2:cmMkLst xmlns:pc2="http://schemas.microsoft.com/office/powerpoint/2019/9/main/command">
                <pc:docMk/>
                <pc:sldMk cId="14155943" sldId="264"/>
                <pc2:cmMk id="{7AA930E6-F40C-4A13-A6D0-340037A6574D}"/>
              </pc2:cmMkLst>
            </pc226:cmChg>
          </p:ext>
        </pc:extLst>
      </pc:sldChg>
      <pc:sldChg chg="modSp mod ord">
        <pc:chgData name="Linny Xavier" userId="f81a16b5-ebc0-49fb-a22f-6a788cc0775e" providerId="ADAL" clId="{631A4D69-B08A-4241-AB01-CEA51DC1ABB9}" dt="2024-08-27T00:06:20.262" v="14188" actId="403"/>
        <pc:sldMkLst>
          <pc:docMk/>
          <pc:sldMk cId="3948117034" sldId="265"/>
        </pc:sldMkLst>
      </pc:sldChg>
      <pc:sldChg chg="add del">
        <pc:chgData name="Linny Xavier" userId="f81a16b5-ebc0-49fb-a22f-6a788cc0775e" providerId="ADAL" clId="{631A4D69-B08A-4241-AB01-CEA51DC1ABB9}" dt="2024-08-27T00:03:57.862" v="14180" actId="2696"/>
        <pc:sldMkLst>
          <pc:docMk/>
          <pc:sldMk cId="4146836437" sldId="266"/>
        </pc:sldMkLst>
      </pc:sldChg>
      <pc:sldChg chg="add del replId">
        <pc:chgData name="Linny Xavier" userId="f81a16b5-ebc0-49fb-a22f-6a788cc0775e" providerId="ADAL" clId="{631A4D69-B08A-4241-AB01-CEA51DC1ABB9}" dt="2024-08-27T00:03:57.862" v="14180" actId="2696"/>
        <pc:sldMkLst>
          <pc:docMk/>
          <pc:sldMk cId="4102514434" sldId="267"/>
        </pc:sldMkLst>
      </pc:sldChg>
    </pc:docChg>
  </pc:docChgLst>
  <pc:docChgLst>
    <pc:chgData name="John Petridis" userId="S::john.petridis@intelia.com.au::949713b9-10c0-4e71-8435-a260976fba35" providerId="AD" clId="Web-{DF1C59E6-6F5F-CFFB-1941-84EBF99E88EC}"/>
    <pc:docChg chg="delSld modSld">
      <pc:chgData name="John Petridis" userId="S::john.petridis@intelia.com.au::949713b9-10c0-4e71-8435-a260976fba35" providerId="AD" clId="Web-{DF1C59E6-6F5F-CFFB-1941-84EBF99E88EC}" dt="2024-07-23T05:52:03.852" v="444" actId="20577"/>
      <pc:docMkLst>
        <pc:docMk/>
      </pc:docMkLst>
      <pc:sldChg chg="addSp delSp modSp">
        <pc:chgData name="John Petridis" userId="S::john.petridis@intelia.com.au::949713b9-10c0-4e71-8435-a260976fba35" providerId="AD" clId="Web-{DF1C59E6-6F5F-CFFB-1941-84EBF99E88EC}" dt="2024-07-23T05:52:03.852" v="444" actId="20577"/>
        <pc:sldMkLst>
          <pc:docMk/>
          <pc:sldMk cId="405822744" sldId="256"/>
        </pc:sldMkLst>
      </pc:sldChg>
      <pc:sldChg chg="del">
        <pc:chgData name="John Petridis" userId="S::john.petridis@intelia.com.au::949713b9-10c0-4e71-8435-a260976fba35" providerId="AD" clId="Web-{DF1C59E6-6F5F-CFFB-1941-84EBF99E88EC}" dt="2024-07-23T05:45:30.127" v="325"/>
        <pc:sldMkLst>
          <pc:docMk/>
          <pc:sldMk cId="4132304646" sldId="258"/>
        </pc:sldMkLst>
      </pc:sldChg>
      <pc:sldChg chg="del">
        <pc:chgData name="John Petridis" userId="S::john.petridis@intelia.com.au::949713b9-10c0-4e71-8435-a260976fba35" providerId="AD" clId="Web-{DF1C59E6-6F5F-CFFB-1941-84EBF99E88EC}" dt="2024-07-23T05:45:30.112" v="324"/>
        <pc:sldMkLst>
          <pc:docMk/>
          <pc:sldMk cId="1366768976" sldId="259"/>
        </pc:sldMkLst>
      </pc:sldChg>
    </pc:docChg>
  </pc:docChgLst>
  <pc:docChgLst>
    <pc:chgData name="Shannon Straubinger" userId="S::shannon.straubinger@intelia.com.au::0bb8d3fa-a92a-49ce-b20e-112729f91348" providerId="AD" clId="Web-{FD0245AE-21BB-112E-11E1-39DD71BCAAA6}"/>
    <pc:docChg chg="modSld">
      <pc:chgData name="Shannon Straubinger" userId="S::shannon.straubinger@intelia.com.au::0bb8d3fa-a92a-49ce-b20e-112729f91348" providerId="AD" clId="Web-{FD0245AE-21BB-112E-11E1-39DD71BCAAA6}" dt="2024-08-21T03:51:25.791" v="11" actId="20577"/>
      <pc:docMkLst>
        <pc:docMk/>
      </pc:docMkLst>
      <pc:sldChg chg="modSp">
        <pc:chgData name="Shannon Straubinger" userId="S::shannon.straubinger@intelia.com.au::0bb8d3fa-a92a-49ce-b20e-112729f91348" providerId="AD" clId="Web-{FD0245AE-21BB-112E-11E1-39DD71BCAAA6}" dt="2024-08-21T03:51:25.791" v="11" actId="20577"/>
        <pc:sldMkLst>
          <pc:docMk/>
          <pc:sldMk cId="405822744" sldId="256"/>
        </pc:sldMkLst>
      </pc:sldChg>
    </pc:docChg>
  </pc:docChgLst>
  <pc:docChgLst>
    <pc:chgData name="Shannon Straubinger" userId="S::shannon.straubinger@intelia.com.au::0bb8d3fa-a92a-49ce-b20e-112729f91348" providerId="AD" clId="Web-{9AF2A32D-2340-404A-AF20-2F1A8D014461}"/>
    <pc:docChg chg="addSld modSld">
      <pc:chgData name="Shannon Straubinger" userId="S::shannon.straubinger@intelia.com.au::0bb8d3fa-a92a-49ce-b20e-112729f91348" providerId="AD" clId="Web-{9AF2A32D-2340-404A-AF20-2F1A8D014461}" dt="2024-12-11T10:44:58.209" v="7"/>
      <pc:docMkLst>
        <pc:docMk/>
      </pc:docMkLst>
      <pc:sldChg chg="addSp modSp add replId">
        <pc:chgData name="Shannon Straubinger" userId="S::shannon.straubinger@intelia.com.au::0bb8d3fa-a92a-49ce-b20e-112729f91348" providerId="AD" clId="Web-{9AF2A32D-2340-404A-AF20-2F1A8D014461}" dt="2024-12-11T10:44:58.209" v="7"/>
        <pc:sldMkLst>
          <pc:docMk/>
          <pc:sldMk cId="3308246392" sldId="267"/>
        </pc:sldMkLst>
        <pc:spChg chg="add mod">
          <ac:chgData name="Shannon Straubinger" userId="S::shannon.straubinger@intelia.com.au::0bb8d3fa-a92a-49ce-b20e-112729f91348" providerId="AD" clId="Web-{9AF2A32D-2340-404A-AF20-2F1A8D014461}" dt="2024-12-11T10:44:58.209" v="7"/>
          <ac:spMkLst>
            <pc:docMk/>
            <pc:sldMk cId="3308246392" sldId="267"/>
            <ac:spMk id="3" creationId="{F84E1578-99A3-3990-2C4A-0940FE2C6905}"/>
          </ac:spMkLst>
        </pc:spChg>
      </pc:sldChg>
    </pc:docChg>
  </pc:docChgLst>
  <pc:docChgLst>
    <pc:chgData name="Thuy Ly" userId="611f5afa-03f2-40e4-bbe6-ef0fa762d19c" providerId="ADAL" clId="{CF4A9ADC-3C16-4069-AF3E-0BECB917D3B8}"/>
    <pc:docChg chg="modSld">
      <pc:chgData name="Thuy Ly" userId="611f5afa-03f2-40e4-bbe6-ef0fa762d19c" providerId="ADAL" clId="{CF4A9ADC-3C16-4069-AF3E-0BECB917D3B8}" dt="2024-08-27T03:26:38.245" v="7" actId="20577"/>
      <pc:docMkLst>
        <pc:docMk/>
      </pc:docMkLst>
      <pc:sldChg chg="modSp mod">
        <pc:chgData name="Thuy Ly" userId="611f5afa-03f2-40e4-bbe6-ef0fa762d19c" providerId="ADAL" clId="{CF4A9ADC-3C16-4069-AF3E-0BECB917D3B8}" dt="2024-08-27T03:26:38.245" v="7" actId="20577"/>
        <pc:sldMkLst>
          <pc:docMk/>
          <pc:sldMk cId="3948117034" sldId="265"/>
        </pc:sldMkLst>
      </pc:sldChg>
    </pc:docChg>
  </pc:docChgLst>
  <pc:docChgLst>
    <pc:chgData name="Shannon Straubinger" userId="0bb8d3fa-a92a-49ce-b20e-112729f91348" providerId="ADAL" clId="{0C1D5CBF-2D11-4E6B-A199-0D1D0E0A47DD}"/>
    <pc:docChg chg="undo redo custSel addSld delSld modSld">
      <pc:chgData name="Shannon Straubinger" userId="0bb8d3fa-a92a-49ce-b20e-112729f91348" providerId="ADAL" clId="{0C1D5CBF-2D11-4E6B-A199-0D1D0E0A47DD}" dt="2024-08-21T04:09:44.717" v="230" actId="20577"/>
      <pc:docMkLst>
        <pc:docMk/>
      </pc:docMkLst>
      <pc:sldChg chg="addSp delSp modSp mod">
        <pc:chgData name="Shannon Straubinger" userId="0bb8d3fa-a92a-49ce-b20e-112729f91348" providerId="ADAL" clId="{0C1D5CBF-2D11-4E6B-A199-0D1D0E0A47DD}" dt="2024-08-21T04:09:44.717" v="230" actId="20577"/>
        <pc:sldMkLst>
          <pc:docMk/>
          <pc:sldMk cId="14155943" sldId="264"/>
        </pc:sldMkLst>
      </pc:sldChg>
      <pc:sldChg chg="add del">
        <pc:chgData name="Shannon Straubinger" userId="0bb8d3fa-a92a-49ce-b20e-112729f91348" providerId="ADAL" clId="{0C1D5CBF-2D11-4E6B-A199-0D1D0E0A47DD}" dt="2024-08-21T03:58:11.644" v="10"/>
        <pc:sldMkLst>
          <pc:docMk/>
          <pc:sldMk cId="641880875" sldId="265"/>
        </pc:sldMkLst>
      </pc:sldChg>
      <pc:sldChg chg="add del">
        <pc:chgData name="Shannon Straubinger" userId="0bb8d3fa-a92a-49ce-b20e-112729f91348" providerId="ADAL" clId="{0C1D5CBF-2D11-4E6B-A199-0D1D0E0A47DD}" dt="2024-08-21T03:57:50.614" v="4"/>
        <pc:sldMkLst>
          <pc:docMk/>
          <pc:sldMk cId="2964225286" sldId="265"/>
        </pc:sldMkLst>
      </pc:sldChg>
    </pc:docChg>
  </pc:docChgLst>
  <pc:docChgLst>
    <pc:chgData name="David Le" userId="S::david.le@intelia.com.au::b99afbed-8f88-4a28-9bfd-e15c7532a92e" providerId="AD" clId="Web-{2CC2DE75-6DE1-6475-99A9-9519F9F4AE4E}"/>
    <pc:docChg chg="mod">
      <pc:chgData name="David Le" userId="S::david.le@intelia.com.au::b99afbed-8f88-4a28-9bfd-e15c7532a92e" providerId="AD" clId="Web-{2CC2DE75-6DE1-6475-99A9-9519F9F4AE4E}" dt="2024-08-22T03:55:22.845" v="0"/>
      <pc:docMkLst>
        <pc:docMk/>
      </pc:docMkLst>
    </pc:docChg>
  </pc:docChgLst>
  <pc:docChgLst>
    <pc:chgData name="Andrew Nisbett" userId="2cdcd649-906d-48e9-836a-3bd72dc5b482" providerId="ADAL" clId="{624CC59F-2089-4289-B654-3CBD43FA4C0E}"/>
    <pc:docChg chg="custSel modSld">
      <pc:chgData name="Andrew Nisbett" userId="2cdcd649-906d-48e9-836a-3bd72dc5b482" providerId="ADAL" clId="{624CC59F-2089-4289-B654-3CBD43FA4C0E}" dt="2024-08-19T03:10:59.306" v="259" actId="20577"/>
      <pc:docMkLst>
        <pc:docMk/>
      </pc:docMkLst>
      <pc:sldChg chg="modSp mod">
        <pc:chgData name="Andrew Nisbett" userId="2cdcd649-906d-48e9-836a-3bd72dc5b482" providerId="ADAL" clId="{624CC59F-2089-4289-B654-3CBD43FA4C0E}" dt="2024-08-19T03:10:59.306" v="259" actId="20577"/>
        <pc:sldMkLst>
          <pc:docMk/>
          <pc:sldMk cId="405822744" sldId="256"/>
        </pc:sldMkLst>
      </pc:sldChg>
    </pc:docChg>
  </pc:docChgLst>
  <pc:docChgLst>
    <pc:chgData name="Andrew Nisbett" userId="2cdcd649-906d-48e9-836a-3bd72dc5b482" providerId="ADAL" clId="{07286E07-DDEB-4020-86E2-408363337ADA}"/>
    <pc:docChg chg="custSel modSld">
      <pc:chgData name="Andrew Nisbett" userId="2cdcd649-906d-48e9-836a-3bd72dc5b482" providerId="ADAL" clId="{07286E07-DDEB-4020-86E2-408363337ADA}" dt="2024-08-28T11:58:00.529" v="56" actId="478"/>
      <pc:docMkLst>
        <pc:docMk/>
      </pc:docMkLst>
      <pc:sldChg chg="delSp modSp mod">
        <pc:chgData name="Andrew Nisbett" userId="2cdcd649-906d-48e9-836a-3bd72dc5b482" providerId="ADAL" clId="{07286E07-DDEB-4020-86E2-408363337ADA}" dt="2024-08-28T11:58:00.529" v="56" actId="478"/>
        <pc:sldMkLst>
          <pc:docMk/>
          <pc:sldMk cId="3948117034" sldId="26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583CCF-9406-4C5B-85E6-9276442C21A1}" type="datetimeFigureOut">
              <a:rPr lang="en-AU" smtClean="0"/>
              <a:t>12/12/2024</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A8FF4D-E93B-4CB1-BC9B-E3BF45D93D8E}" type="slidenum">
              <a:rPr lang="en-AU" smtClean="0"/>
              <a:t>‹#›</a:t>
            </a:fld>
            <a:endParaRPr lang="en-AU"/>
          </a:p>
        </p:txBody>
      </p:sp>
    </p:spTree>
    <p:extLst>
      <p:ext uri="{BB962C8B-B14F-4D97-AF65-F5344CB8AC3E}">
        <p14:creationId xmlns:p14="http://schemas.microsoft.com/office/powerpoint/2010/main" val="8031027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5B69B-B5E7-073B-F0FB-FC2894F4AD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96335B-E288-222B-0E36-73FF0E5909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2F5D0C-4AB3-EFA2-9893-59D1EDD4A2B6}"/>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471C60A6-E54F-4171-234F-538FC9801AEB}"/>
              </a:ext>
            </a:extLst>
          </p:cNvPr>
          <p:cNvSpPr>
            <a:spLocks noGrp="1"/>
          </p:cNvSpPr>
          <p:nvPr>
            <p:ph type="sldNum" sz="quarter" idx="5"/>
          </p:nvPr>
        </p:nvSpPr>
        <p:spPr/>
        <p:txBody>
          <a:bodyPr/>
          <a:lstStyle/>
          <a:p>
            <a:fld id="{3FA8FF4D-E93B-4CB1-BC9B-E3BF45D93D8E}" type="slidenum">
              <a:rPr lang="en-AU" smtClean="0"/>
              <a:t>1</a:t>
            </a:fld>
            <a:endParaRPr lang="en-AU"/>
          </a:p>
        </p:txBody>
      </p:sp>
    </p:spTree>
    <p:extLst>
      <p:ext uri="{BB962C8B-B14F-4D97-AF65-F5344CB8AC3E}">
        <p14:creationId xmlns:p14="http://schemas.microsoft.com/office/powerpoint/2010/main" val="38995459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6B8C7-C31B-EA93-C25A-D05D59DA85B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97764816-39A8-B8D9-8702-E66CD7488BF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A8B9A866-5501-8BEE-4686-7B98EEBDE785}"/>
              </a:ext>
            </a:extLst>
          </p:cNvPr>
          <p:cNvSpPr>
            <a:spLocks noGrp="1"/>
          </p:cNvSpPr>
          <p:nvPr>
            <p:ph type="dt" sz="half" idx="10"/>
          </p:nvPr>
        </p:nvSpPr>
        <p:spPr/>
        <p:txBody>
          <a:bodyPr/>
          <a:lstStyle/>
          <a:p>
            <a:fld id="{23B745D6-BD15-46F4-8F61-5B76DC6813A2}" type="datetimeFigureOut">
              <a:rPr lang="en-AU" smtClean="0"/>
              <a:t>12/12/2024</a:t>
            </a:fld>
            <a:endParaRPr lang="en-AU"/>
          </a:p>
        </p:txBody>
      </p:sp>
      <p:sp>
        <p:nvSpPr>
          <p:cNvPr id="5" name="Footer Placeholder 4">
            <a:extLst>
              <a:ext uri="{FF2B5EF4-FFF2-40B4-BE49-F238E27FC236}">
                <a16:creationId xmlns:a16="http://schemas.microsoft.com/office/drawing/2014/main" id="{E16724CB-0C18-F1D2-363B-7B28B575C97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DD70DE3-8418-4D97-6BC6-AE1352004187}"/>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2260002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1491A-5D76-336C-9759-9938EB44B842}"/>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8D759AE5-2FC2-F159-F5BE-81537148906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251EAAD9-3D44-AF7E-7A7F-F9CD4159D95F}"/>
              </a:ext>
            </a:extLst>
          </p:cNvPr>
          <p:cNvSpPr>
            <a:spLocks noGrp="1"/>
          </p:cNvSpPr>
          <p:nvPr>
            <p:ph type="dt" sz="half" idx="10"/>
          </p:nvPr>
        </p:nvSpPr>
        <p:spPr/>
        <p:txBody>
          <a:bodyPr/>
          <a:lstStyle/>
          <a:p>
            <a:fld id="{23B745D6-BD15-46F4-8F61-5B76DC6813A2}" type="datetimeFigureOut">
              <a:rPr lang="en-AU" smtClean="0"/>
              <a:t>12/12/2024</a:t>
            </a:fld>
            <a:endParaRPr lang="en-AU"/>
          </a:p>
        </p:txBody>
      </p:sp>
      <p:sp>
        <p:nvSpPr>
          <p:cNvPr id="5" name="Footer Placeholder 4">
            <a:extLst>
              <a:ext uri="{FF2B5EF4-FFF2-40B4-BE49-F238E27FC236}">
                <a16:creationId xmlns:a16="http://schemas.microsoft.com/office/drawing/2014/main" id="{537259BA-2DDC-453B-3CFA-FBC059A9936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A4434620-F20B-9C76-A750-8839942E0AAE}"/>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3661456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1A0102-CBF0-D843-369D-B5B0888AD1F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74873907-1245-B3E1-B551-4544EF3DBFD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165BEF4-E1D4-2AD0-5F9F-BA93B5DF32DC}"/>
              </a:ext>
            </a:extLst>
          </p:cNvPr>
          <p:cNvSpPr>
            <a:spLocks noGrp="1"/>
          </p:cNvSpPr>
          <p:nvPr>
            <p:ph type="dt" sz="half" idx="10"/>
          </p:nvPr>
        </p:nvSpPr>
        <p:spPr/>
        <p:txBody>
          <a:bodyPr/>
          <a:lstStyle/>
          <a:p>
            <a:fld id="{23B745D6-BD15-46F4-8F61-5B76DC6813A2}" type="datetimeFigureOut">
              <a:rPr lang="en-AU" smtClean="0"/>
              <a:t>12/12/2024</a:t>
            </a:fld>
            <a:endParaRPr lang="en-AU"/>
          </a:p>
        </p:txBody>
      </p:sp>
      <p:sp>
        <p:nvSpPr>
          <p:cNvPr id="5" name="Footer Placeholder 4">
            <a:extLst>
              <a:ext uri="{FF2B5EF4-FFF2-40B4-BE49-F238E27FC236}">
                <a16:creationId xmlns:a16="http://schemas.microsoft.com/office/drawing/2014/main" id="{17E2E788-017F-6F13-54DD-1E52E1AE08EB}"/>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7E7DEF14-4604-513B-A851-69578D66C237}"/>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25456227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C406C-0E11-A439-6365-CA35F62757B3}"/>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E0254C9C-351D-2880-FACD-D6F50600EE7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689A863F-F3E1-1117-CDC1-2D16E76C656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8A6BA5F7-508C-204F-3300-40F111799652}"/>
              </a:ext>
            </a:extLst>
          </p:cNvPr>
          <p:cNvSpPr>
            <a:spLocks noGrp="1"/>
          </p:cNvSpPr>
          <p:nvPr>
            <p:ph type="dt" sz="half" idx="10"/>
          </p:nvPr>
        </p:nvSpPr>
        <p:spPr/>
        <p:txBody>
          <a:bodyPr/>
          <a:lstStyle/>
          <a:p>
            <a:fld id="{23B745D6-BD15-46F4-8F61-5B76DC6813A2}" type="datetimeFigureOut">
              <a:rPr lang="en-AU" smtClean="0"/>
              <a:t>12/12/2024</a:t>
            </a:fld>
            <a:endParaRPr lang="en-AU"/>
          </a:p>
        </p:txBody>
      </p:sp>
      <p:sp>
        <p:nvSpPr>
          <p:cNvPr id="6" name="Footer Placeholder 5">
            <a:extLst>
              <a:ext uri="{FF2B5EF4-FFF2-40B4-BE49-F238E27FC236}">
                <a16:creationId xmlns:a16="http://schemas.microsoft.com/office/drawing/2014/main" id="{630523C9-553E-3DA4-B45A-3127E7F25257}"/>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B3305383-37DA-C93A-D22A-BBCB1FFDCACF}"/>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38113245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4F650-1A3A-FB0D-6B99-51A9CEB651DF}"/>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0F4CE073-89B8-917C-7986-01451B9C45B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06DAE6D-9EB9-D9FF-04FC-4CAF5F0C17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2210CC00-36C5-7482-E885-2DC8197CE0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5EEEFCE-B2E5-064D-2E85-A5A7C357F07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AE3BC028-8045-73F5-14E5-D2549F1C87EB}"/>
              </a:ext>
            </a:extLst>
          </p:cNvPr>
          <p:cNvSpPr>
            <a:spLocks noGrp="1"/>
          </p:cNvSpPr>
          <p:nvPr>
            <p:ph type="dt" sz="half" idx="10"/>
          </p:nvPr>
        </p:nvSpPr>
        <p:spPr/>
        <p:txBody>
          <a:bodyPr/>
          <a:lstStyle/>
          <a:p>
            <a:fld id="{23B745D6-BD15-46F4-8F61-5B76DC6813A2}" type="datetimeFigureOut">
              <a:rPr lang="en-AU" smtClean="0"/>
              <a:t>12/12/2024</a:t>
            </a:fld>
            <a:endParaRPr lang="en-AU"/>
          </a:p>
        </p:txBody>
      </p:sp>
      <p:sp>
        <p:nvSpPr>
          <p:cNvPr id="8" name="Footer Placeholder 7">
            <a:extLst>
              <a:ext uri="{FF2B5EF4-FFF2-40B4-BE49-F238E27FC236}">
                <a16:creationId xmlns:a16="http://schemas.microsoft.com/office/drawing/2014/main" id="{306C4AB4-3BE0-AB67-0718-D1A68AB2776C}"/>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EC97BBBE-7B81-A400-ACE5-ECD2477E891A}"/>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8029512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D1856-B1CF-90EA-B782-4811DB7B17BF}"/>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43EBF581-0D70-407B-53B9-8153E2EAAB3F}"/>
              </a:ext>
            </a:extLst>
          </p:cNvPr>
          <p:cNvSpPr>
            <a:spLocks noGrp="1"/>
          </p:cNvSpPr>
          <p:nvPr>
            <p:ph type="dt" sz="half" idx="10"/>
          </p:nvPr>
        </p:nvSpPr>
        <p:spPr/>
        <p:txBody>
          <a:bodyPr/>
          <a:lstStyle/>
          <a:p>
            <a:fld id="{23B745D6-BD15-46F4-8F61-5B76DC6813A2}" type="datetimeFigureOut">
              <a:rPr lang="en-AU" smtClean="0"/>
              <a:t>12/12/2024</a:t>
            </a:fld>
            <a:endParaRPr lang="en-AU"/>
          </a:p>
        </p:txBody>
      </p:sp>
      <p:sp>
        <p:nvSpPr>
          <p:cNvPr id="4" name="Footer Placeholder 3">
            <a:extLst>
              <a:ext uri="{FF2B5EF4-FFF2-40B4-BE49-F238E27FC236}">
                <a16:creationId xmlns:a16="http://schemas.microsoft.com/office/drawing/2014/main" id="{FB1548F0-5D0F-2C95-5915-1C244C9BD253}"/>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FED8EDBD-8AEB-1CF8-3458-C8C26CFACF60}"/>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34061047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D72DFA-CF95-6F45-0C81-C76BB33B15AA}"/>
              </a:ext>
            </a:extLst>
          </p:cNvPr>
          <p:cNvSpPr>
            <a:spLocks noGrp="1"/>
          </p:cNvSpPr>
          <p:nvPr>
            <p:ph type="dt" sz="half" idx="10"/>
          </p:nvPr>
        </p:nvSpPr>
        <p:spPr/>
        <p:txBody>
          <a:bodyPr/>
          <a:lstStyle/>
          <a:p>
            <a:fld id="{23B745D6-BD15-46F4-8F61-5B76DC6813A2}" type="datetimeFigureOut">
              <a:rPr lang="en-AU" smtClean="0"/>
              <a:t>12/12/2024</a:t>
            </a:fld>
            <a:endParaRPr lang="en-AU"/>
          </a:p>
        </p:txBody>
      </p:sp>
      <p:sp>
        <p:nvSpPr>
          <p:cNvPr id="3" name="Footer Placeholder 2">
            <a:extLst>
              <a:ext uri="{FF2B5EF4-FFF2-40B4-BE49-F238E27FC236}">
                <a16:creationId xmlns:a16="http://schemas.microsoft.com/office/drawing/2014/main" id="{3A41ABBF-E37B-A334-896D-AC3D737A37C7}"/>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0369ADC4-277E-6936-D0F0-CDAE8CF7D316}"/>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40259714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0AF14-DB75-0CB2-9679-44B3312C91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76B5469A-D73A-848D-FA3B-2DEF825D349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6242080A-A7A1-ED5A-0786-848EB52C3E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4C2B081-067F-4EB4-48C8-898D12FE3A95}"/>
              </a:ext>
            </a:extLst>
          </p:cNvPr>
          <p:cNvSpPr>
            <a:spLocks noGrp="1"/>
          </p:cNvSpPr>
          <p:nvPr>
            <p:ph type="dt" sz="half" idx="10"/>
          </p:nvPr>
        </p:nvSpPr>
        <p:spPr/>
        <p:txBody>
          <a:bodyPr/>
          <a:lstStyle/>
          <a:p>
            <a:fld id="{23B745D6-BD15-46F4-8F61-5B76DC6813A2}" type="datetimeFigureOut">
              <a:rPr lang="en-AU" smtClean="0"/>
              <a:t>12/12/2024</a:t>
            </a:fld>
            <a:endParaRPr lang="en-AU"/>
          </a:p>
        </p:txBody>
      </p:sp>
      <p:sp>
        <p:nvSpPr>
          <p:cNvPr id="6" name="Footer Placeholder 5">
            <a:extLst>
              <a:ext uri="{FF2B5EF4-FFF2-40B4-BE49-F238E27FC236}">
                <a16:creationId xmlns:a16="http://schemas.microsoft.com/office/drawing/2014/main" id="{B1B9DB5D-2FD5-66A6-DA58-25747D4D2D3A}"/>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A2F9C774-F79D-24D1-9ABF-603E3B30FE0E}"/>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38484747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5A743-6A46-0AAF-B7C5-6E2B0E87AF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C92989FF-5850-18D2-AB3F-9056C5685B2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FD651E8F-FF7C-6985-295D-EC7E4994E1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957EB6-FA17-1918-DA46-2FC41FD76FFF}"/>
              </a:ext>
            </a:extLst>
          </p:cNvPr>
          <p:cNvSpPr>
            <a:spLocks noGrp="1"/>
          </p:cNvSpPr>
          <p:nvPr>
            <p:ph type="dt" sz="half" idx="10"/>
          </p:nvPr>
        </p:nvSpPr>
        <p:spPr/>
        <p:txBody>
          <a:bodyPr/>
          <a:lstStyle/>
          <a:p>
            <a:fld id="{23B745D6-BD15-46F4-8F61-5B76DC6813A2}" type="datetimeFigureOut">
              <a:rPr lang="en-AU" smtClean="0"/>
              <a:t>12/12/2024</a:t>
            </a:fld>
            <a:endParaRPr lang="en-AU"/>
          </a:p>
        </p:txBody>
      </p:sp>
      <p:sp>
        <p:nvSpPr>
          <p:cNvPr id="6" name="Footer Placeholder 5">
            <a:extLst>
              <a:ext uri="{FF2B5EF4-FFF2-40B4-BE49-F238E27FC236}">
                <a16:creationId xmlns:a16="http://schemas.microsoft.com/office/drawing/2014/main" id="{EC0294D8-4894-D6A0-6131-FB93D61CE710}"/>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C6483919-BFA3-F826-E6F5-F4FC68AAEC52}"/>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21006191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44B3D-2126-5F91-B55A-F61DEED799C1}"/>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2B7CF0A9-CCF6-C245-D658-4B0F5460C28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6E3559A2-FC84-8761-C9A3-3833C32C7D1F}"/>
              </a:ext>
            </a:extLst>
          </p:cNvPr>
          <p:cNvSpPr>
            <a:spLocks noGrp="1"/>
          </p:cNvSpPr>
          <p:nvPr>
            <p:ph type="dt" sz="half" idx="10"/>
          </p:nvPr>
        </p:nvSpPr>
        <p:spPr/>
        <p:txBody>
          <a:bodyPr/>
          <a:lstStyle/>
          <a:p>
            <a:fld id="{23B745D6-BD15-46F4-8F61-5B76DC6813A2}" type="datetimeFigureOut">
              <a:rPr lang="en-AU" smtClean="0"/>
              <a:t>12/12/2024</a:t>
            </a:fld>
            <a:endParaRPr lang="en-AU"/>
          </a:p>
        </p:txBody>
      </p:sp>
      <p:sp>
        <p:nvSpPr>
          <p:cNvPr id="5" name="Footer Placeholder 4">
            <a:extLst>
              <a:ext uri="{FF2B5EF4-FFF2-40B4-BE49-F238E27FC236}">
                <a16:creationId xmlns:a16="http://schemas.microsoft.com/office/drawing/2014/main" id="{4FF58D60-1729-7ACF-29F0-6F9117990FD5}"/>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9D5C1282-B0FE-9DB9-1046-41680730E620}"/>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26587006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9285CCD-0CA2-FC23-9DEF-60C27B2C9E7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5DA3091C-AD3B-5C92-2C49-AC2E4C693BE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8558B523-BA5B-0AA6-7EDA-BE283BE9C512}"/>
              </a:ext>
            </a:extLst>
          </p:cNvPr>
          <p:cNvSpPr>
            <a:spLocks noGrp="1"/>
          </p:cNvSpPr>
          <p:nvPr>
            <p:ph type="dt" sz="half" idx="10"/>
          </p:nvPr>
        </p:nvSpPr>
        <p:spPr/>
        <p:txBody>
          <a:bodyPr/>
          <a:lstStyle/>
          <a:p>
            <a:fld id="{23B745D6-BD15-46F4-8F61-5B76DC6813A2}" type="datetimeFigureOut">
              <a:rPr lang="en-AU" smtClean="0"/>
              <a:t>12/12/2024</a:t>
            </a:fld>
            <a:endParaRPr lang="en-AU"/>
          </a:p>
        </p:txBody>
      </p:sp>
      <p:sp>
        <p:nvSpPr>
          <p:cNvPr id="5" name="Footer Placeholder 4">
            <a:extLst>
              <a:ext uri="{FF2B5EF4-FFF2-40B4-BE49-F238E27FC236}">
                <a16:creationId xmlns:a16="http://schemas.microsoft.com/office/drawing/2014/main" id="{F1A9D627-0CF5-2E8B-2FAC-86772E4D0316}"/>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8003FB6-991A-6E88-18E5-9F5DD0418AFB}"/>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33636076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1" name="Picture 2">
            <a:extLst>
              <a:ext uri="{FF2B5EF4-FFF2-40B4-BE49-F238E27FC236}">
                <a16:creationId xmlns:a16="http://schemas.microsoft.com/office/drawing/2014/main" id="{0188D05B-C9B1-9F8E-E8F8-58E8F8AA3A0E}"/>
              </a:ext>
            </a:extLst>
          </p:cNvPr>
          <p:cNvPicPr>
            <a:picLocks noChangeAspect="1"/>
          </p:cNvPicPr>
          <p:nvPr userDrawn="1"/>
        </p:nvPicPr>
        <p:blipFill>
          <a:blip r:embed="rId13">
            <a:alphaModFix amt="70000"/>
          </a:blip>
          <a:srcRect t="20571" r="13865" b="6706"/>
          <a:stretch>
            <a:fillRect/>
          </a:stretch>
        </p:blipFill>
        <p:spPr>
          <a:xfrm>
            <a:off x="0" y="893"/>
            <a:ext cx="12192000" cy="6856214"/>
          </a:xfrm>
          <a:prstGeom prst="rect">
            <a:avLst/>
          </a:prstGeom>
        </p:spPr>
      </p:pic>
      <p:sp>
        <p:nvSpPr>
          <p:cNvPr id="2" name="Title Placeholder 1">
            <a:extLst>
              <a:ext uri="{FF2B5EF4-FFF2-40B4-BE49-F238E27FC236}">
                <a16:creationId xmlns:a16="http://schemas.microsoft.com/office/drawing/2014/main" id="{A214F7C2-ACAC-9218-ADFF-A96CC3ECA3C8}"/>
              </a:ext>
            </a:extLst>
          </p:cNvPr>
          <p:cNvSpPr>
            <a:spLocks noGrp="1"/>
          </p:cNvSpPr>
          <p:nvPr>
            <p:ph type="title"/>
          </p:nvPr>
        </p:nvSpPr>
        <p:spPr>
          <a:xfrm>
            <a:off x="838200" y="365125"/>
            <a:ext cx="10515600" cy="883647"/>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304291D6-18A1-75A2-0433-A613EEEDBE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23DB3AEE-24A0-9046-27B2-6B77D57DAB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B745D6-BD15-46F4-8F61-5B76DC6813A2}" type="datetimeFigureOut">
              <a:rPr lang="en-AU" smtClean="0"/>
              <a:t>12/12/2024</a:t>
            </a:fld>
            <a:endParaRPr lang="en-AU"/>
          </a:p>
        </p:txBody>
      </p:sp>
      <p:sp>
        <p:nvSpPr>
          <p:cNvPr id="5" name="Footer Placeholder 4">
            <a:extLst>
              <a:ext uri="{FF2B5EF4-FFF2-40B4-BE49-F238E27FC236}">
                <a16:creationId xmlns:a16="http://schemas.microsoft.com/office/drawing/2014/main" id="{AF4FADA7-7278-A9BE-3200-452300DDD9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CD4787B9-44F7-ABCA-9067-AA1D31CD22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656EAF8-6659-4771-8BB2-799448F6FC8E}" type="slidenum">
              <a:rPr lang="en-AU" smtClean="0"/>
              <a:t>‹#›</a:t>
            </a:fld>
            <a:endParaRPr lang="en-AU"/>
          </a:p>
        </p:txBody>
      </p:sp>
      <p:pic>
        <p:nvPicPr>
          <p:cNvPr id="7" name="bg object 21">
            <a:extLst>
              <a:ext uri="{FF2B5EF4-FFF2-40B4-BE49-F238E27FC236}">
                <a16:creationId xmlns:a16="http://schemas.microsoft.com/office/drawing/2014/main" id="{93A3F3C9-669E-C711-876F-3DBFCBD16E8C}"/>
              </a:ext>
            </a:extLst>
          </p:cNvPr>
          <p:cNvPicPr/>
          <p:nvPr userDrawn="1"/>
        </p:nvPicPr>
        <p:blipFill>
          <a:blip r:embed="rId14" cstate="print"/>
          <a:stretch>
            <a:fillRect/>
          </a:stretch>
        </p:blipFill>
        <p:spPr>
          <a:xfrm>
            <a:off x="-1" y="-4682"/>
            <a:ext cx="12191999" cy="1338183"/>
          </a:xfrm>
          <a:prstGeom prst="rect">
            <a:avLst/>
          </a:prstGeom>
        </p:spPr>
      </p:pic>
      <p:pic>
        <p:nvPicPr>
          <p:cNvPr id="8" name="Picture 7">
            <a:extLst>
              <a:ext uri="{FF2B5EF4-FFF2-40B4-BE49-F238E27FC236}">
                <a16:creationId xmlns:a16="http://schemas.microsoft.com/office/drawing/2014/main" id="{A68CFD8C-1D1A-A751-3387-EEECA19420BD}"/>
              </a:ext>
            </a:extLst>
          </p:cNvPr>
          <p:cNvPicPr>
            <a:picLocks noChangeAspect="1"/>
          </p:cNvPicPr>
          <p:nvPr userDrawn="1"/>
        </p:nvPicPr>
        <p:blipFill rotWithShape="1">
          <a:blip r:embed="rId15"/>
          <a:srcRect l="4899"/>
          <a:stretch/>
        </p:blipFill>
        <p:spPr>
          <a:xfrm>
            <a:off x="0" y="-4681"/>
            <a:ext cx="12192000" cy="1338182"/>
          </a:xfrm>
          <a:prstGeom prst="rect">
            <a:avLst/>
          </a:prstGeom>
        </p:spPr>
      </p:pic>
    </p:spTree>
    <p:extLst>
      <p:ext uri="{BB962C8B-B14F-4D97-AF65-F5344CB8AC3E}">
        <p14:creationId xmlns:p14="http://schemas.microsoft.com/office/powerpoint/2010/main" val="29767758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4.png"/><Relationship Id="rId7" Type="http://schemas.microsoft.com/office/2007/relationships/hdphoto" Target="../media/hdphoto1.wdp"/><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4D6B3-7486-528B-9BEB-B925FB282F65}"/>
            </a:ext>
          </a:extLst>
        </p:cNvPr>
        <p:cNvGrpSpPr/>
        <p:nvPr/>
      </p:nvGrpSpPr>
      <p:grpSpPr>
        <a:xfrm>
          <a:off x="0" y="0"/>
          <a:ext cx="0" cy="0"/>
          <a:chOff x="0" y="0"/>
          <a:chExt cx="0" cy="0"/>
        </a:xfrm>
      </p:grpSpPr>
      <p:grpSp>
        <p:nvGrpSpPr>
          <p:cNvPr id="47" name="Group 46">
            <a:extLst>
              <a:ext uri="{FF2B5EF4-FFF2-40B4-BE49-F238E27FC236}">
                <a16:creationId xmlns:a16="http://schemas.microsoft.com/office/drawing/2014/main" id="{BC86FED4-D8EE-CB2B-C7CC-DDF2E7371091}"/>
              </a:ext>
            </a:extLst>
          </p:cNvPr>
          <p:cNvGrpSpPr/>
          <p:nvPr/>
        </p:nvGrpSpPr>
        <p:grpSpPr>
          <a:xfrm>
            <a:off x="2972843" y="5953812"/>
            <a:ext cx="4753451" cy="801835"/>
            <a:chOff x="91266" y="8638887"/>
            <a:chExt cx="2498725" cy="1775368"/>
          </a:xfrm>
        </p:grpSpPr>
        <p:sp>
          <p:nvSpPr>
            <p:cNvPr id="50" name="Rectangle 49">
              <a:extLst>
                <a:ext uri="{FF2B5EF4-FFF2-40B4-BE49-F238E27FC236}">
                  <a16:creationId xmlns:a16="http://schemas.microsoft.com/office/drawing/2014/main" id="{CFB581CE-4D3C-A9DD-810F-1248AD32B036}"/>
                </a:ext>
              </a:extLst>
            </p:cNvPr>
            <p:cNvSpPr/>
            <p:nvPr/>
          </p:nvSpPr>
          <p:spPr>
            <a:xfrm>
              <a:off x="91266" y="8638887"/>
              <a:ext cx="2498725" cy="1775368"/>
            </a:xfrm>
            <a:prstGeom prst="rect">
              <a:avLst/>
            </a:prstGeom>
            <a:noFill/>
            <a:ln>
              <a:solidFill>
                <a:srgbClr val="0E2A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9" name="object 42">
              <a:extLst>
                <a:ext uri="{FF2B5EF4-FFF2-40B4-BE49-F238E27FC236}">
                  <a16:creationId xmlns:a16="http://schemas.microsoft.com/office/drawing/2014/main" id="{2377BFCB-90BE-77DF-EF65-EED69651B393}"/>
                </a:ext>
              </a:extLst>
            </p:cNvPr>
            <p:cNvSpPr txBox="1"/>
            <p:nvPr/>
          </p:nvSpPr>
          <p:spPr>
            <a:xfrm>
              <a:off x="478850" y="8956898"/>
              <a:ext cx="1723556" cy="886463"/>
            </a:xfrm>
            <a:prstGeom prst="rect">
              <a:avLst/>
            </a:prstGeom>
          </p:spPr>
          <p:txBody>
            <a:bodyPr vert="horz" wrap="square" lIns="0" tIns="12700" rIns="0" bIns="0" rtlCol="0">
              <a:spAutoFit/>
            </a:bodyPr>
            <a:lstStyle/>
            <a:p>
              <a:pPr marL="12700" marR="5080" algn="ctr">
                <a:lnSpc>
                  <a:spcPct val="132100"/>
                </a:lnSpc>
                <a:spcBef>
                  <a:spcPts val="100"/>
                </a:spcBef>
              </a:pPr>
              <a:r>
                <a:rPr lang="en-AU" sz="1000" dirty="0">
                  <a:solidFill>
                    <a:srgbClr val="212121"/>
                  </a:solidFill>
                  <a:latin typeface="Roboto" panose="02000000000000000000" pitchFamily="2" charset="0"/>
                  <a:ea typeface="Roboto" panose="02000000000000000000" pitchFamily="2" charset="0"/>
                  <a:cs typeface="Tahoma"/>
                </a:rPr>
                <a:t>We needed experience in Data Governance and Collibra, and that's what we got with the intelia team.</a:t>
              </a:r>
              <a:endParaRPr lang="en-US" sz="1000" dirty="0">
                <a:solidFill>
                  <a:srgbClr val="212121"/>
                </a:solidFill>
                <a:latin typeface="Roboto" panose="02000000000000000000" pitchFamily="2" charset="0"/>
                <a:ea typeface="Roboto" panose="02000000000000000000" pitchFamily="2" charset="0"/>
                <a:cs typeface="Tahoma"/>
              </a:endParaRPr>
            </a:p>
          </p:txBody>
        </p:sp>
      </p:grpSp>
      <p:cxnSp>
        <p:nvCxnSpPr>
          <p:cNvPr id="75" name="Straight Connector 74">
            <a:extLst>
              <a:ext uri="{FF2B5EF4-FFF2-40B4-BE49-F238E27FC236}">
                <a16:creationId xmlns:a16="http://schemas.microsoft.com/office/drawing/2014/main" id="{3F80322C-A094-A601-BBA4-320BF621BFCC}"/>
              </a:ext>
            </a:extLst>
          </p:cNvPr>
          <p:cNvCxnSpPr>
            <a:cxnSpLocks/>
          </p:cNvCxnSpPr>
          <p:nvPr/>
        </p:nvCxnSpPr>
        <p:spPr>
          <a:xfrm>
            <a:off x="7703688" y="2106685"/>
            <a:ext cx="0" cy="3600000"/>
          </a:xfrm>
          <a:prstGeom prst="line">
            <a:avLst/>
          </a:prstGeom>
          <a:ln>
            <a:solidFill>
              <a:srgbClr val="0E2A3F"/>
            </a:solidFill>
          </a:ln>
        </p:spPr>
        <p:style>
          <a:lnRef idx="1">
            <a:schemeClr val="accent1"/>
          </a:lnRef>
          <a:fillRef idx="0">
            <a:schemeClr val="accent1"/>
          </a:fillRef>
          <a:effectRef idx="0">
            <a:schemeClr val="accent1"/>
          </a:effectRef>
          <a:fontRef idx="minor">
            <a:schemeClr val="tx1"/>
          </a:fontRef>
        </p:style>
      </p:cxnSp>
      <p:sp>
        <p:nvSpPr>
          <p:cNvPr id="15" name="object 37">
            <a:extLst>
              <a:ext uri="{FF2B5EF4-FFF2-40B4-BE49-F238E27FC236}">
                <a16:creationId xmlns:a16="http://schemas.microsoft.com/office/drawing/2014/main" id="{7C0E0355-7C2E-3561-5943-9201AD5CCFD7}"/>
              </a:ext>
            </a:extLst>
          </p:cNvPr>
          <p:cNvSpPr txBox="1">
            <a:spLocks/>
          </p:cNvSpPr>
          <p:nvPr/>
        </p:nvSpPr>
        <p:spPr>
          <a:xfrm>
            <a:off x="316834" y="552282"/>
            <a:ext cx="11544632" cy="443711"/>
          </a:xfrm>
          <a:prstGeom prst="rect">
            <a:avLst/>
          </a:prstGeom>
        </p:spPr>
        <p:txBody>
          <a:bodyPr vert="horz" wrap="square" lIns="0" tIns="12700" rIns="0" bIns="0" rtlCol="0" anchor="t">
            <a:spAutoFit/>
          </a:bodyPr>
          <a:lstStyle>
            <a:lvl1pPr>
              <a:defRPr sz="4200" b="1" i="0">
                <a:solidFill>
                  <a:schemeClr val="bg1"/>
                </a:solidFill>
                <a:latin typeface="Roboto"/>
                <a:ea typeface="+mj-ea"/>
                <a:cs typeface="Roboto"/>
              </a:defRPr>
            </a:lvl1pPr>
          </a:lstStyle>
          <a:p>
            <a:pPr marL="12700">
              <a:spcBef>
                <a:spcPts val="100"/>
              </a:spcBef>
              <a:defRPr/>
            </a:pPr>
            <a:r>
              <a:rPr kumimoji="0" lang="en-AU" sz="2800" b="1" i="0" u="none" strike="noStrike" kern="0" cap="none" spc="0" normalizeH="0" baseline="0" noProof="0">
                <a:ln>
                  <a:noFill/>
                </a:ln>
                <a:effectLst/>
                <a:uLnTx/>
                <a:uFillTx/>
                <a:latin typeface="Roboto"/>
                <a:ea typeface="+mj-ea"/>
              </a:rPr>
              <a:t>Case</a:t>
            </a:r>
            <a:r>
              <a:rPr kumimoji="0" lang="en-AU" sz="2800" b="1" i="0" u="none" strike="noStrike" kern="0" cap="none" spc="-15" normalizeH="0" baseline="0" noProof="0">
                <a:ln>
                  <a:noFill/>
                </a:ln>
                <a:effectLst/>
                <a:uLnTx/>
                <a:uFillTx/>
                <a:latin typeface="Roboto"/>
                <a:ea typeface="+mj-ea"/>
              </a:rPr>
              <a:t> </a:t>
            </a:r>
            <a:r>
              <a:rPr kumimoji="0" lang="en-AU" sz="2800" b="1" i="0" u="none" strike="noStrike" kern="0" cap="none" spc="-10" normalizeH="0" baseline="0" noProof="0">
                <a:ln>
                  <a:noFill/>
                </a:ln>
                <a:effectLst/>
                <a:uLnTx/>
                <a:uFillTx/>
                <a:latin typeface="Roboto"/>
                <a:ea typeface="+mj-ea"/>
              </a:rPr>
              <a:t>Study </a:t>
            </a:r>
            <a:r>
              <a:rPr lang="en-AU" sz="2800" kern="0" spc="-10"/>
              <a:t>– Data Governance &amp; Data Quality Tooling</a:t>
            </a:r>
            <a:endParaRPr kumimoji="0" lang="en-AU" sz="2800" b="1" i="0" u="none" strike="noStrike" kern="0" cap="none" spc="-10" normalizeH="0" baseline="0" noProof="0">
              <a:ln>
                <a:noFill/>
              </a:ln>
              <a:solidFill>
                <a:sysClr val="window" lastClr="FFFFFF"/>
              </a:solidFill>
              <a:effectLst/>
              <a:uLnTx/>
              <a:uFillTx/>
              <a:latin typeface="Roboto"/>
              <a:ea typeface="+mj-ea"/>
            </a:endParaRPr>
          </a:p>
        </p:txBody>
      </p:sp>
      <p:pic>
        <p:nvPicPr>
          <p:cNvPr id="16" name="bg object 23">
            <a:extLst>
              <a:ext uri="{FF2B5EF4-FFF2-40B4-BE49-F238E27FC236}">
                <a16:creationId xmlns:a16="http://schemas.microsoft.com/office/drawing/2014/main" id="{BC90420B-2A79-1CE3-B178-774FB2BF0215}"/>
              </a:ext>
            </a:extLst>
          </p:cNvPr>
          <p:cNvPicPr/>
          <p:nvPr/>
        </p:nvPicPr>
        <p:blipFill>
          <a:blip r:embed="rId3" cstate="print"/>
          <a:stretch>
            <a:fillRect/>
          </a:stretch>
        </p:blipFill>
        <p:spPr>
          <a:xfrm>
            <a:off x="273542" y="156801"/>
            <a:ext cx="1368092" cy="361961"/>
          </a:xfrm>
          <a:prstGeom prst="rect">
            <a:avLst/>
          </a:prstGeom>
        </p:spPr>
      </p:pic>
      <p:pic>
        <p:nvPicPr>
          <p:cNvPr id="17" name="Picture 16" descr="A group of colorful symbols&#10;&#10;Description automatically generated with medium confidence">
            <a:extLst>
              <a:ext uri="{FF2B5EF4-FFF2-40B4-BE49-F238E27FC236}">
                <a16:creationId xmlns:a16="http://schemas.microsoft.com/office/drawing/2014/main" id="{779FCAEC-0153-D1E8-F530-0ADA994B34F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663341" y="70998"/>
            <a:ext cx="1394557" cy="563411"/>
          </a:xfrm>
          <a:prstGeom prst="rect">
            <a:avLst/>
          </a:prstGeom>
        </p:spPr>
      </p:pic>
      <p:sp>
        <p:nvSpPr>
          <p:cNvPr id="18" name="object 27">
            <a:extLst>
              <a:ext uri="{FF2B5EF4-FFF2-40B4-BE49-F238E27FC236}">
                <a16:creationId xmlns:a16="http://schemas.microsoft.com/office/drawing/2014/main" id="{22B27C14-6872-7DBE-474F-22239BF2A1F5}"/>
              </a:ext>
            </a:extLst>
          </p:cNvPr>
          <p:cNvSpPr txBox="1"/>
          <p:nvPr/>
        </p:nvSpPr>
        <p:spPr>
          <a:xfrm>
            <a:off x="10860567" y="249594"/>
            <a:ext cx="1331433" cy="197233"/>
          </a:xfrm>
          <a:prstGeom prst="rect">
            <a:avLst/>
          </a:prstGeom>
        </p:spPr>
        <p:txBody>
          <a:bodyPr vert="horz" wrap="square" lIns="0" tIns="12700" rIns="0" bIns="0" rtlCol="0">
            <a:spAutoFit/>
          </a:bodyPr>
          <a:lstStyle/>
          <a:p>
            <a:pPr marL="12700" marR="5080" algn="ctr">
              <a:lnSpc>
                <a:spcPct val="132100"/>
              </a:lnSpc>
              <a:spcBef>
                <a:spcPts val="365"/>
              </a:spcBef>
            </a:pPr>
            <a:r>
              <a:rPr lang="en-US" sz="1000" kern="0" spc="35">
                <a:solidFill>
                  <a:prstClr val="white"/>
                </a:solidFill>
                <a:latin typeface="Roboto" panose="02000000000000000000" pitchFamily="2" charset="0"/>
                <a:ea typeface="Roboto" panose="02000000000000000000" pitchFamily="2" charset="0"/>
                <a:cs typeface="Tahoma"/>
              </a:rPr>
              <a:t>www.intelia.ai</a:t>
            </a:r>
            <a:endParaRPr sz="1000" kern="0">
              <a:solidFill>
                <a:prstClr val="white"/>
              </a:solidFill>
              <a:latin typeface="Roboto" panose="02000000000000000000" pitchFamily="2" charset="0"/>
              <a:ea typeface="Roboto" panose="02000000000000000000" pitchFamily="2" charset="0"/>
              <a:cs typeface="Tahoma"/>
            </a:endParaRPr>
          </a:p>
        </p:txBody>
      </p:sp>
      <p:cxnSp>
        <p:nvCxnSpPr>
          <p:cNvPr id="20" name="Straight Connector 19">
            <a:extLst>
              <a:ext uri="{FF2B5EF4-FFF2-40B4-BE49-F238E27FC236}">
                <a16:creationId xmlns:a16="http://schemas.microsoft.com/office/drawing/2014/main" id="{FE7177CF-CF53-F216-7892-AEED7A514DFF}"/>
              </a:ext>
            </a:extLst>
          </p:cNvPr>
          <p:cNvCxnSpPr>
            <a:cxnSpLocks/>
          </p:cNvCxnSpPr>
          <p:nvPr/>
        </p:nvCxnSpPr>
        <p:spPr>
          <a:xfrm flipH="1">
            <a:off x="2973522" y="2129318"/>
            <a:ext cx="0" cy="3600000"/>
          </a:xfrm>
          <a:prstGeom prst="line">
            <a:avLst/>
          </a:prstGeom>
          <a:ln>
            <a:solidFill>
              <a:srgbClr val="0E2A3F"/>
            </a:solidFill>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1EBE5F04-E042-C781-C643-AC23A838F154}"/>
              </a:ext>
            </a:extLst>
          </p:cNvPr>
          <p:cNvSpPr/>
          <p:nvPr/>
        </p:nvSpPr>
        <p:spPr>
          <a:xfrm>
            <a:off x="7424956" y="1588697"/>
            <a:ext cx="574768" cy="517988"/>
          </a:xfrm>
          <a:prstGeom prst="ellipse">
            <a:avLst/>
          </a:prstGeom>
          <a:solidFill>
            <a:srgbClr val="212B40"/>
          </a:solidFill>
          <a:ln w="25400" cap="flat">
            <a:noFill/>
            <a:prstDash val="solid"/>
            <a:round/>
          </a:ln>
          <a:effectLst/>
          <a:sp3d/>
        </p:spPr>
        <p:txBody>
          <a:bodyPr rot="0" spcFirstLastPara="1" vertOverflow="overflow" horzOverflow="overflow" vert="horz" wrap="square" lIns="50800" tIns="50800" rIns="50800" bIns="50800" numCol="1" spcCol="38100"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Helvetica Neue Medium"/>
              <a:ea typeface="Helvetica Neue Medium"/>
              <a:cs typeface="Helvetica Neue Medium"/>
              <a:sym typeface="Helvetica Neue Medium"/>
            </a:endParaRPr>
          </a:p>
        </p:txBody>
      </p:sp>
      <p:sp>
        <p:nvSpPr>
          <p:cNvPr id="22" name="bg object 16">
            <a:extLst>
              <a:ext uri="{FF2B5EF4-FFF2-40B4-BE49-F238E27FC236}">
                <a16:creationId xmlns:a16="http://schemas.microsoft.com/office/drawing/2014/main" id="{6983B5DF-45C4-1C60-D3DC-15B5B450A9F5}"/>
              </a:ext>
            </a:extLst>
          </p:cNvPr>
          <p:cNvSpPr/>
          <p:nvPr/>
        </p:nvSpPr>
        <p:spPr>
          <a:xfrm>
            <a:off x="0" y="3961241"/>
            <a:ext cx="2616199" cy="2792525"/>
          </a:xfrm>
          <a:custGeom>
            <a:avLst/>
            <a:gdLst/>
            <a:ahLst/>
            <a:cxnLst/>
            <a:rect l="l" t="t" r="r" b="b"/>
            <a:pathLst>
              <a:path w="2695575" h="3548379">
                <a:moveTo>
                  <a:pt x="2424390" y="3547959"/>
                </a:moveTo>
                <a:lnTo>
                  <a:pt x="0" y="3547959"/>
                </a:lnTo>
                <a:lnTo>
                  <a:pt x="0" y="0"/>
                </a:lnTo>
                <a:lnTo>
                  <a:pt x="2424385" y="0"/>
                </a:lnTo>
                <a:lnTo>
                  <a:pt x="2472939" y="4371"/>
                </a:lnTo>
                <a:lnTo>
                  <a:pt x="2518675" y="16970"/>
                </a:lnTo>
                <a:lnTo>
                  <a:pt x="2560820" y="37023"/>
                </a:lnTo>
                <a:lnTo>
                  <a:pt x="2598602" y="63759"/>
                </a:lnTo>
                <a:lnTo>
                  <a:pt x="2631247" y="96404"/>
                </a:lnTo>
                <a:lnTo>
                  <a:pt x="2657982" y="134185"/>
                </a:lnTo>
                <a:lnTo>
                  <a:pt x="2678036" y="176330"/>
                </a:lnTo>
                <a:lnTo>
                  <a:pt x="2690635" y="222066"/>
                </a:lnTo>
                <a:lnTo>
                  <a:pt x="2695006" y="270620"/>
                </a:lnTo>
                <a:lnTo>
                  <a:pt x="2695006" y="3277339"/>
                </a:lnTo>
                <a:lnTo>
                  <a:pt x="2690635" y="3325892"/>
                </a:lnTo>
                <a:lnTo>
                  <a:pt x="2678036" y="3371628"/>
                </a:lnTo>
                <a:lnTo>
                  <a:pt x="2657982" y="3413774"/>
                </a:lnTo>
                <a:lnTo>
                  <a:pt x="2631247" y="3451555"/>
                </a:lnTo>
                <a:lnTo>
                  <a:pt x="2598602" y="3484200"/>
                </a:lnTo>
                <a:lnTo>
                  <a:pt x="2560820" y="3510935"/>
                </a:lnTo>
                <a:lnTo>
                  <a:pt x="2518675" y="3530989"/>
                </a:lnTo>
                <a:lnTo>
                  <a:pt x="2472939" y="3543588"/>
                </a:lnTo>
                <a:lnTo>
                  <a:pt x="2424390" y="3547959"/>
                </a:lnTo>
                <a:close/>
              </a:path>
            </a:pathLst>
          </a:custGeom>
          <a:solidFill>
            <a:srgbClr val="00AA7E"/>
          </a:solidFill>
        </p:spPr>
        <p:txBody>
          <a:bodyPr wrap="square" lIns="0" tIns="0" rIns="0" bIns="0" rtlCol="0"/>
          <a:lstStyle/>
          <a:p>
            <a:endParaRPr/>
          </a:p>
        </p:txBody>
      </p:sp>
      <p:sp>
        <p:nvSpPr>
          <p:cNvPr id="23" name="object 29">
            <a:extLst>
              <a:ext uri="{FF2B5EF4-FFF2-40B4-BE49-F238E27FC236}">
                <a16:creationId xmlns:a16="http://schemas.microsoft.com/office/drawing/2014/main" id="{9D33164B-BB3C-EF63-6420-8B968E98B64A}"/>
              </a:ext>
            </a:extLst>
          </p:cNvPr>
          <p:cNvSpPr txBox="1"/>
          <p:nvPr/>
        </p:nvSpPr>
        <p:spPr>
          <a:xfrm>
            <a:off x="3374484" y="1891966"/>
            <a:ext cx="4065905" cy="1397819"/>
          </a:xfrm>
          <a:prstGeom prst="rect">
            <a:avLst/>
          </a:prstGeom>
        </p:spPr>
        <p:txBody>
          <a:bodyPr vert="horz" wrap="square" lIns="0" tIns="12700" rIns="0" bIns="0" rtlCol="0" anchor="t">
            <a:spAutoFit/>
          </a:bodyPr>
          <a:lstStyle>
            <a:defPPr>
              <a:defRPr lang="en-US"/>
            </a:defPPr>
            <a:lvl1pPr marR="0" lvl="0" indent="0" defTabSz="584200" fontAlgn="auto" hangingPunct="0">
              <a:lnSpc>
                <a:spcPct val="100000"/>
              </a:lnSpc>
              <a:spcBef>
                <a:spcPts val="0"/>
              </a:spcBef>
              <a:spcAft>
                <a:spcPts val="0"/>
              </a:spcAft>
              <a:buClrTx/>
              <a:buSzTx/>
              <a:buFontTx/>
              <a:buNone/>
              <a:tabLst/>
              <a:defRPr sz="1000">
                <a:solidFill>
                  <a:srgbClr val="212B40"/>
                </a:solidFill>
                <a:latin typeface="Roboto"/>
                <a:cs typeface="Roboto"/>
              </a:defRPr>
            </a:lvl1pPr>
          </a:lstStyle>
          <a:p>
            <a:r>
              <a:rPr lang="en-AU" kern="100" dirty="0"/>
              <a:t>Insignia Financial's rapid growth through major acquisitions in the wealth management sector created an urgent need to enhance their data governance capabilities. The company needed to ensure data quality, consistency and security across its expanded operations to support informed decision-making and meet regulatory requirements.</a:t>
            </a:r>
            <a:endParaRPr lang="en-US" kern="100" dirty="0"/>
          </a:p>
          <a:p>
            <a:endParaRPr lang="en-AU" kern="100" dirty="0"/>
          </a:p>
          <a:p>
            <a:r>
              <a:rPr lang="en-AU" kern="100" dirty="0"/>
              <a:t>To address these challenges, Insignia Financial partnered with intelia to implement and configure data governance solutions, aiming to optimise post-acquisition operations and improve overall data management.</a:t>
            </a:r>
          </a:p>
        </p:txBody>
      </p:sp>
      <p:sp>
        <p:nvSpPr>
          <p:cNvPr id="24" name="object 31">
            <a:extLst>
              <a:ext uri="{FF2B5EF4-FFF2-40B4-BE49-F238E27FC236}">
                <a16:creationId xmlns:a16="http://schemas.microsoft.com/office/drawing/2014/main" id="{AD56A87A-387E-C2DE-0DA7-996BBDF787D8}"/>
              </a:ext>
            </a:extLst>
          </p:cNvPr>
          <p:cNvSpPr txBox="1"/>
          <p:nvPr/>
        </p:nvSpPr>
        <p:spPr>
          <a:xfrm>
            <a:off x="3373761" y="3970226"/>
            <a:ext cx="3849557" cy="1705595"/>
          </a:xfrm>
          <a:prstGeom prst="rect">
            <a:avLst/>
          </a:prstGeom>
        </p:spPr>
        <p:txBody>
          <a:bodyPr vert="horz" wrap="square" lIns="0" tIns="12700" rIns="0" bIns="0" rtlCol="0" anchor="t">
            <a:spAutoFit/>
          </a:bodyPr>
          <a:lstStyle/>
          <a:p>
            <a:pPr defTabSz="584200">
              <a:defRPr/>
            </a:pPr>
            <a:r>
              <a:rPr lang="en-AU" sz="1000" kern="100" dirty="0">
                <a:solidFill>
                  <a:srgbClr val="212B40"/>
                </a:solidFill>
                <a:latin typeface="Roboto"/>
                <a:cs typeface="Roboto"/>
              </a:rPr>
              <a:t>intelia assembled a team of experts to conduct a comprehensive assessment of Insignia Financial's data landscape. This examination provided a clear picture of key data users, datasets, reports and use cases, as well as the challenges faced.</a:t>
            </a:r>
            <a:endParaRPr lang="en-US" sz="1000" kern="100" dirty="0">
              <a:solidFill>
                <a:srgbClr val="212B40"/>
              </a:solidFill>
              <a:latin typeface="Roboto"/>
              <a:cs typeface="Roboto"/>
            </a:endParaRPr>
          </a:p>
          <a:p>
            <a:pPr defTabSz="584200">
              <a:defRPr/>
            </a:pPr>
            <a:endParaRPr lang="en-AU" sz="1000" kern="100" dirty="0">
              <a:solidFill>
                <a:srgbClr val="212B40"/>
              </a:solidFill>
              <a:latin typeface="Roboto"/>
              <a:cs typeface="Roboto"/>
            </a:endParaRPr>
          </a:p>
          <a:p>
            <a:pPr defTabSz="584200">
              <a:defRPr/>
            </a:pPr>
            <a:r>
              <a:rPr lang="en-AU" sz="1000" kern="100" dirty="0">
                <a:solidFill>
                  <a:srgbClr val="212B40"/>
                </a:solidFill>
                <a:latin typeface="Roboto"/>
                <a:cs typeface="Roboto"/>
              </a:rPr>
              <a:t>After evaluating available data governance platforms, the team collaborated with stakeholders to select Collibra as the ideal solution to support what would become their new framework. intelia then proposed a step-by-step approach, starting with a focused pilot to implement priority use cases and data quality jobs, before rolling </a:t>
            </a:r>
            <a:r>
              <a:rPr lang="en-AU" sz="1000" kern="100">
                <a:solidFill>
                  <a:srgbClr val="212B40"/>
                </a:solidFill>
                <a:latin typeface="Roboto"/>
                <a:cs typeface="Roboto"/>
              </a:rPr>
              <a:t>out Collibra across the Enterprise</a:t>
            </a:r>
            <a:r>
              <a:rPr lang="en-AU" sz="1000" kern="100" dirty="0">
                <a:solidFill>
                  <a:srgbClr val="212B40"/>
                </a:solidFill>
                <a:latin typeface="Roboto"/>
                <a:cs typeface="Roboto"/>
              </a:rPr>
              <a:t>.</a:t>
            </a:r>
            <a:endParaRPr lang="en-AU" sz="1000" kern="100" dirty="0">
              <a:solidFill>
                <a:srgbClr val="212B40"/>
              </a:solidFill>
              <a:latin typeface="Roboto"/>
              <a:ea typeface="Roboto"/>
              <a:cs typeface="Roboto"/>
            </a:endParaRPr>
          </a:p>
        </p:txBody>
      </p:sp>
      <p:sp>
        <p:nvSpPr>
          <p:cNvPr id="25" name="object 34">
            <a:extLst>
              <a:ext uri="{FF2B5EF4-FFF2-40B4-BE49-F238E27FC236}">
                <a16:creationId xmlns:a16="http://schemas.microsoft.com/office/drawing/2014/main" id="{8E20213B-BC73-B813-4483-029A80467811}"/>
              </a:ext>
            </a:extLst>
          </p:cNvPr>
          <p:cNvSpPr txBox="1"/>
          <p:nvPr/>
        </p:nvSpPr>
        <p:spPr>
          <a:xfrm>
            <a:off x="252559" y="4130596"/>
            <a:ext cx="2116944" cy="2144177"/>
          </a:xfrm>
          <a:prstGeom prst="rect">
            <a:avLst/>
          </a:prstGeom>
        </p:spPr>
        <p:txBody>
          <a:bodyPr vert="horz" wrap="square" lIns="0" tIns="12700" rIns="0" bIns="0" rtlCol="0">
            <a:spAutoFit/>
          </a:bodyPr>
          <a:lstStyle/>
          <a:p>
            <a:pPr marL="12700">
              <a:lnSpc>
                <a:spcPct val="100000"/>
              </a:lnSpc>
              <a:spcBef>
                <a:spcPts val="100"/>
              </a:spcBef>
            </a:pPr>
            <a:r>
              <a:rPr lang="en-AU" sz="1600" b="1" spc="-10">
                <a:solidFill>
                  <a:srgbClr val="FFFFFF"/>
                </a:solidFill>
                <a:latin typeface="Roboto"/>
                <a:cs typeface="Roboto"/>
              </a:rPr>
              <a:t>Insignia Financial</a:t>
            </a:r>
          </a:p>
          <a:p>
            <a:pPr marL="12700">
              <a:spcBef>
                <a:spcPts val="100"/>
              </a:spcBef>
            </a:pPr>
            <a:endParaRPr lang="en-AU" sz="800">
              <a:solidFill>
                <a:schemeClr val="bg1"/>
              </a:solidFill>
              <a:latin typeface="Roboto"/>
              <a:cs typeface="Roboto"/>
            </a:endParaRPr>
          </a:p>
          <a:p>
            <a:pPr marL="12700">
              <a:spcBef>
                <a:spcPts val="100"/>
              </a:spcBef>
            </a:pPr>
            <a:r>
              <a:rPr lang="en-AU" sz="1200">
                <a:solidFill>
                  <a:schemeClr val="bg1"/>
                </a:solidFill>
                <a:latin typeface="Roboto"/>
                <a:cs typeface="Roboto"/>
              </a:rPr>
              <a:t>Insignia Financial is a leading Australian financial services and wealth management company, working every day to deliver what matters for Australians – security, peace of mind and financial wellbeing.</a:t>
            </a:r>
          </a:p>
          <a:p>
            <a:pPr marL="12700">
              <a:spcBef>
                <a:spcPts val="100"/>
              </a:spcBef>
            </a:pPr>
            <a:r>
              <a:rPr lang="en-AU" sz="1200">
                <a:solidFill>
                  <a:schemeClr val="bg1"/>
                </a:solidFill>
                <a:latin typeface="Roboto"/>
                <a:cs typeface="Roboto"/>
              </a:rPr>
              <a:t>              </a:t>
            </a:r>
          </a:p>
        </p:txBody>
      </p:sp>
      <p:sp>
        <p:nvSpPr>
          <p:cNvPr id="26" name="object 38">
            <a:extLst>
              <a:ext uri="{FF2B5EF4-FFF2-40B4-BE49-F238E27FC236}">
                <a16:creationId xmlns:a16="http://schemas.microsoft.com/office/drawing/2014/main" id="{3406115E-9783-F2B2-606B-B30CB60E1658}"/>
              </a:ext>
            </a:extLst>
          </p:cNvPr>
          <p:cNvSpPr txBox="1"/>
          <p:nvPr/>
        </p:nvSpPr>
        <p:spPr>
          <a:xfrm>
            <a:off x="291189" y="1481058"/>
            <a:ext cx="2706690" cy="2546851"/>
          </a:xfrm>
          <a:prstGeom prst="rect">
            <a:avLst/>
          </a:prstGeom>
          <a:ln w="19050" cmpd="sng">
            <a:noFill/>
            <a:prstDash val="solid"/>
          </a:ln>
        </p:spPr>
        <p:txBody>
          <a:bodyPr vert="horz" wrap="square" lIns="0" tIns="12700" rIns="0" bIns="0" rtlCol="0">
            <a:spAutoFit/>
          </a:bodyPr>
          <a:lstStyle/>
          <a:p>
            <a:pPr marL="12700">
              <a:spcAft>
                <a:spcPts val="100"/>
              </a:spcAft>
            </a:pPr>
            <a:r>
              <a:rPr lang="en-AU" sz="1600" b="1">
                <a:solidFill>
                  <a:srgbClr val="0E2A3F"/>
                </a:solidFill>
                <a:latin typeface="Roboto"/>
                <a:cs typeface="Roboto"/>
              </a:rPr>
              <a:t>Data Governance</a:t>
            </a:r>
            <a:endParaRPr lang="en-AU" sz="1600" b="1">
              <a:solidFill>
                <a:srgbClr val="0E2A3F"/>
              </a:solidFill>
              <a:latin typeface="Roboto"/>
              <a:ea typeface="Roboto"/>
              <a:cs typeface="Roboto"/>
            </a:endParaRPr>
          </a:p>
          <a:p>
            <a:pPr marL="298450" indent="-211138">
              <a:spcBef>
                <a:spcPts val="100"/>
              </a:spcBef>
              <a:spcAft>
                <a:spcPts val="100"/>
              </a:spcAft>
              <a:buClr>
                <a:srgbClr val="00AA7F"/>
              </a:buClr>
              <a:buFont typeface="Arial"/>
              <a:buChar char="•"/>
            </a:pPr>
            <a:r>
              <a:rPr lang="en-AU" sz="1100">
                <a:solidFill>
                  <a:srgbClr val="0E2A3F"/>
                </a:solidFill>
                <a:latin typeface="Roboto"/>
                <a:cs typeface="Roboto"/>
              </a:rPr>
              <a:t>Architecture &amp; design </a:t>
            </a:r>
          </a:p>
          <a:p>
            <a:pPr marL="298450" indent="-211138">
              <a:spcBef>
                <a:spcPts val="100"/>
              </a:spcBef>
              <a:spcAft>
                <a:spcPts val="100"/>
              </a:spcAft>
              <a:buClr>
                <a:srgbClr val="00AA7F"/>
              </a:buClr>
              <a:buFont typeface="Arial"/>
              <a:buChar char="•"/>
            </a:pPr>
            <a:r>
              <a:rPr lang="en-AU" sz="1100">
                <a:solidFill>
                  <a:srgbClr val="0E2A3F"/>
                </a:solidFill>
                <a:latin typeface="Roboto"/>
                <a:cs typeface="Roboto"/>
              </a:rPr>
              <a:t>Data Communities and Domains</a:t>
            </a:r>
          </a:p>
          <a:p>
            <a:pPr marL="298450" indent="-211138">
              <a:spcAft>
                <a:spcPts val="100"/>
              </a:spcAft>
              <a:buClr>
                <a:srgbClr val="00AA7F"/>
              </a:buClr>
              <a:buFont typeface="Arial"/>
              <a:buChar char="•"/>
            </a:pPr>
            <a:r>
              <a:rPr lang="en-AU" sz="1100">
                <a:solidFill>
                  <a:srgbClr val="0E2A3F"/>
                </a:solidFill>
                <a:latin typeface="Roboto"/>
                <a:cs typeface="Roboto"/>
              </a:rPr>
              <a:t>Business Glossary</a:t>
            </a:r>
          </a:p>
          <a:p>
            <a:pPr marL="298450" indent="-211138">
              <a:spcAft>
                <a:spcPts val="100"/>
              </a:spcAft>
              <a:buClr>
                <a:srgbClr val="00AA7F"/>
              </a:buClr>
              <a:buFont typeface="Arial"/>
              <a:buChar char="•"/>
            </a:pPr>
            <a:r>
              <a:rPr lang="en-AU" sz="1100">
                <a:solidFill>
                  <a:srgbClr val="0E2A3F"/>
                </a:solidFill>
                <a:latin typeface="Roboto"/>
                <a:cs typeface="Roboto"/>
              </a:rPr>
              <a:t>Data Cataloguing</a:t>
            </a:r>
            <a:endParaRPr lang="en-US" sz="1100">
              <a:solidFill>
                <a:srgbClr val="0E2A3F"/>
              </a:solidFill>
              <a:latin typeface="Roboto"/>
              <a:cs typeface="Roboto"/>
            </a:endParaRPr>
          </a:p>
          <a:p>
            <a:pPr marL="298450" indent="-211138">
              <a:spcAft>
                <a:spcPts val="100"/>
              </a:spcAft>
              <a:buClr>
                <a:srgbClr val="00AA7F"/>
              </a:buClr>
              <a:buFont typeface="Arial"/>
              <a:buChar char="•"/>
            </a:pPr>
            <a:r>
              <a:rPr lang="en-AU" sz="1100">
                <a:solidFill>
                  <a:srgbClr val="0E2A3F"/>
                </a:solidFill>
                <a:latin typeface="Roboto"/>
                <a:cs typeface="Roboto"/>
              </a:rPr>
              <a:t>Critical Data Elements</a:t>
            </a:r>
          </a:p>
          <a:p>
            <a:pPr marL="298450" indent="-211138">
              <a:spcAft>
                <a:spcPts val="100"/>
              </a:spcAft>
              <a:buClr>
                <a:srgbClr val="00AA7F"/>
              </a:buClr>
              <a:buFont typeface="Arial"/>
              <a:buChar char="•"/>
            </a:pPr>
            <a:r>
              <a:rPr lang="en-AU" sz="1100">
                <a:solidFill>
                  <a:srgbClr val="0E2A3F"/>
                </a:solidFill>
                <a:latin typeface="Roboto"/>
                <a:cs typeface="Roboto"/>
              </a:rPr>
              <a:t>Data Lineage </a:t>
            </a:r>
          </a:p>
          <a:p>
            <a:pPr marL="298450" indent="-211138">
              <a:spcAft>
                <a:spcPts val="100"/>
              </a:spcAft>
              <a:buClr>
                <a:srgbClr val="00AA7F"/>
              </a:buClr>
              <a:buFont typeface="Arial"/>
              <a:buChar char="•"/>
            </a:pPr>
            <a:endParaRPr lang="en-AU" sz="1100">
              <a:solidFill>
                <a:srgbClr val="0E2A3F"/>
              </a:solidFill>
              <a:latin typeface="Roboto"/>
              <a:cs typeface="Roboto"/>
            </a:endParaRPr>
          </a:p>
          <a:p>
            <a:pPr marL="12700">
              <a:spcAft>
                <a:spcPts val="100"/>
              </a:spcAft>
              <a:buClr>
                <a:srgbClr val="00AA7F"/>
              </a:buClr>
            </a:pPr>
            <a:r>
              <a:rPr lang="en-AU" sz="1600" b="1">
                <a:solidFill>
                  <a:srgbClr val="0E2A3F"/>
                </a:solidFill>
                <a:latin typeface="Roboto"/>
                <a:cs typeface="Roboto"/>
              </a:rPr>
              <a:t>Data </a:t>
            </a:r>
            <a:r>
              <a:rPr lang="en-US" sz="1600" b="1">
                <a:solidFill>
                  <a:srgbClr val="0E2A3F"/>
                </a:solidFill>
                <a:latin typeface="Roboto"/>
                <a:cs typeface="Roboto"/>
              </a:rPr>
              <a:t>Quality &amp; Observability</a:t>
            </a:r>
          </a:p>
          <a:p>
            <a:pPr marL="298450" indent="-211138">
              <a:spcAft>
                <a:spcPts val="100"/>
              </a:spcAft>
              <a:buClr>
                <a:srgbClr val="00AA7F"/>
              </a:buClr>
              <a:buFont typeface="Arial"/>
              <a:buChar char="•"/>
            </a:pPr>
            <a:r>
              <a:rPr lang="en-AU" sz="1100">
                <a:solidFill>
                  <a:srgbClr val="0E2A3F"/>
                </a:solidFill>
                <a:latin typeface="Roboto"/>
                <a:cs typeface="Roboto"/>
              </a:rPr>
              <a:t>Data classification &amp; profiling</a:t>
            </a:r>
          </a:p>
          <a:p>
            <a:pPr marL="298450" indent="-211138">
              <a:spcAft>
                <a:spcPts val="100"/>
              </a:spcAft>
              <a:buClr>
                <a:srgbClr val="00AA7F"/>
              </a:buClr>
              <a:buFont typeface="Arial"/>
              <a:buChar char="•"/>
            </a:pPr>
            <a:r>
              <a:rPr lang="en-AU" sz="1100">
                <a:solidFill>
                  <a:srgbClr val="0E2A3F"/>
                </a:solidFill>
                <a:latin typeface="Roboto"/>
                <a:cs typeface="Roboto"/>
              </a:rPr>
              <a:t>Automated rules using ML</a:t>
            </a:r>
          </a:p>
          <a:p>
            <a:pPr marL="298450" indent="-211138">
              <a:spcAft>
                <a:spcPts val="100"/>
              </a:spcAft>
              <a:buClr>
                <a:srgbClr val="00AA7F"/>
              </a:buClr>
              <a:buFont typeface="Arial"/>
              <a:buChar char="•"/>
            </a:pPr>
            <a:r>
              <a:rPr lang="en-AU" sz="1100">
                <a:solidFill>
                  <a:srgbClr val="0E2A3F"/>
                </a:solidFill>
                <a:latin typeface="Roboto"/>
                <a:cs typeface="Roboto"/>
              </a:rPr>
              <a:t>Data quality rules &amp; metrics  </a:t>
            </a:r>
          </a:p>
          <a:p>
            <a:pPr marL="298450" indent="-211138">
              <a:spcAft>
                <a:spcPts val="100"/>
              </a:spcAft>
              <a:buClr>
                <a:srgbClr val="00AA7F"/>
              </a:buClr>
              <a:buFont typeface="Arial"/>
              <a:buChar char="•"/>
            </a:pPr>
            <a:endParaRPr lang="en-AU" sz="1100">
              <a:solidFill>
                <a:srgbClr val="0E2A3F"/>
              </a:solidFill>
              <a:latin typeface="Roboto"/>
              <a:cs typeface="Roboto"/>
            </a:endParaRPr>
          </a:p>
        </p:txBody>
      </p:sp>
      <p:sp>
        <p:nvSpPr>
          <p:cNvPr id="28" name="object 31">
            <a:extLst>
              <a:ext uri="{FF2B5EF4-FFF2-40B4-BE49-F238E27FC236}">
                <a16:creationId xmlns:a16="http://schemas.microsoft.com/office/drawing/2014/main" id="{AE33D0F2-F81F-2862-25E1-964FEC162D19}"/>
              </a:ext>
            </a:extLst>
          </p:cNvPr>
          <p:cNvSpPr txBox="1"/>
          <p:nvPr/>
        </p:nvSpPr>
        <p:spPr>
          <a:xfrm>
            <a:off x="8098467" y="1936787"/>
            <a:ext cx="3899545" cy="1859483"/>
          </a:xfrm>
          <a:prstGeom prst="rect">
            <a:avLst/>
          </a:prstGeom>
        </p:spPr>
        <p:txBody>
          <a:bodyPr vert="horz" wrap="square" lIns="0" tIns="12700" rIns="0" bIns="0" rtlCol="0" anchor="t">
            <a:spAutoFit/>
          </a:bodyPr>
          <a:lstStyle/>
          <a:p>
            <a:pPr defTabSz="584200">
              <a:defRPr/>
            </a:pPr>
            <a:r>
              <a:rPr lang="en-AU" sz="1000" dirty="0">
                <a:solidFill>
                  <a:srgbClr val="212B40"/>
                </a:solidFill>
                <a:latin typeface="Roboto"/>
                <a:ea typeface="Roboto"/>
                <a:cs typeface="Segoe UI"/>
              </a:rPr>
              <a:t>Working closely with Insignia Financial's stakeholders, intelia defined roles for data owners and stewards, ensuring the right people were assigned across the organisation. The team then configured the Collibra platform, setting up user groups, security policies and integrating it with other applications.</a:t>
            </a:r>
            <a:endParaRPr lang="en-US" sz="1000" dirty="0">
              <a:solidFill>
                <a:srgbClr val="212B40"/>
              </a:solidFill>
              <a:latin typeface="Roboto"/>
              <a:ea typeface="Roboto"/>
              <a:cs typeface="Segoe UI"/>
            </a:endParaRPr>
          </a:p>
          <a:p>
            <a:pPr defTabSz="584200">
              <a:defRPr/>
            </a:pPr>
            <a:endParaRPr lang="en-AU" sz="1000" dirty="0">
              <a:solidFill>
                <a:srgbClr val="212B40"/>
              </a:solidFill>
              <a:latin typeface="Roboto"/>
              <a:ea typeface="Roboto"/>
              <a:cs typeface="Segoe UI"/>
            </a:endParaRPr>
          </a:p>
          <a:p>
            <a:pPr defTabSz="584200">
              <a:defRPr/>
            </a:pPr>
            <a:r>
              <a:rPr lang="en-AU" sz="1000" dirty="0">
                <a:solidFill>
                  <a:srgbClr val="212B40"/>
                </a:solidFill>
                <a:latin typeface="Roboto"/>
                <a:ea typeface="Roboto"/>
                <a:cs typeface="Segoe UI"/>
              </a:rPr>
              <a:t>intelia built a comprehensive business glossary and data catalogue, established workflows, implemented data lineage tracking and set up data quality rules. They also developed a data environment lifecycle management workflow compliant with APRA's CPG 235 guidelines for managing data risk.</a:t>
            </a:r>
          </a:p>
          <a:p>
            <a:pPr defTabSz="584200">
              <a:spcAft>
                <a:spcPts val="600"/>
              </a:spcAft>
              <a:defRPr/>
            </a:pPr>
            <a:endParaRPr lang="en-AU" sz="1000" dirty="0">
              <a:solidFill>
                <a:srgbClr val="212B40"/>
              </a:solidFill>
              <a:latin typeface="Roboto"/>
              <a:ea typeface="Roboto"/>
              <a:cs typeface="Roboto"/>
            </a:endParaRPr>
          </a:p>
        </p:txBody>
      </p:sp>
      <p:grpSp>
        <p:nvGrpSpPr>
          <p:cNvPr id="31" name="Group 30">
            <a:extLst>
              <a:ext uri="{FF2B5EF4-FFF2-40B4-BE49-F238E27FC236}">
                <a16:creationId xmlns:a16="http://schemas.microsoft.com/office/drawing/2014/main" id="{50FA26B2-FC0F-09D9-A77A-A640C4CBB3F3}"/>
              </a:ext>
            </a:extLst>
          </p:cNvPr>
          <p:cNvGrpSpPr/>
          <p:nvPr/>
        </p:nvGrpSpPr>
        <p:grpSpPr>
          <a:xfrm>
            <a:off x="2720833" y="3598071"/>
            <a:ext cx="4540498" cy="878040"/>
            <a:chOff x="2825502" y="4162989"/>
            <a:chExt cx="4540498" cy="878040"/>
          </a:xfrm>
        </p:grpSpPr>
        <p:sp>
          <p:nvSpPr>
            <p:cNvPr id="32" name="object 6">
              <a:extLst>
                <a:ext uri="{FF2B5EF4-FFF2-40B4-BE49-F238E27FC236}">
                  <a16:creationId xmlns:a16="http://schemas.microsoft.com/office/drawing/2014/main" id="{AB7575DD-7B6B-0A7A-048A-64849170F966}"/>
                </a:ext>
              </a:extLst>
            </p:cNvPr>
            <p:cNvSpPr>
              <a:spLocks/>
            </p:cNvSpPr>
            <p:nvPr/>
          </p:nvSpPr>
          <p:spPr>
            <a:xfrm flipV="1">
              <a:off x="3350807" y="4422683"/>
              <a:ext cx="4015193" cy="57995"/>
            </a:xfrm>
            <a:custGeom>
              <a:avLst/>
              <a:gdLst/>
              <a:ahLst/>
              <a:cxnLst/>
              <a:rect l="l" t="t" r="r" b="b"/>
              <a:pathLst>
                <a:path w="3613150">
                  <a:moveTo>
                    <a:pt x="0" y="0"/>
                  </a:moveTo>
                  <a:lnTo>
                    <a:pt x="3613044" y="0"/>
                  </a:lnTo>
                </a:path>
              </a:pathLst>
            </a:custGeom>
            <a:ln w="9532">
              <a:solidFill>
                <a:srgbClr val="00AA7E"/>
              </a:solidFill>
            </a:ln>
          </p:spPr>
          <p:txBody>
            <a:bodyPr wrap="square" lIns="0" tIns="0" rIns="0" bIns="0" rtlCol="0"/>
            <a:lstStyle/>
            <a:p>
              <a:endParaRPr/>
            </a:p>
          </p:txBody>
        </p:sp>
        <p:pic>
          <p:nvPicPr>
            <p:cNvPr id="33" name="object 23">
              <a:extLst>
                <a:ext uri="{FF2B5EF4-FFF2-40B4-BE49-F238E27FC236}">
                  <a16:creationId xmlns:a16="http://schemas.microsoft.com/office/drawing/2014/main" id="{F16E5BDF-8CB4-C96B-34E9-DB8171A5F00C}"/>
                </a:ext>
              </a:extLst>
            </p:cNvPr>
            <p:cNvPicPr>
              <a:picLocks/>
            </p:cNvPicPr>
            <p:nvPr/>
          </p:nvPicPr>
          <p:blipFill>
            <a:blip r:embed="rId5" cstate="print"/>
            <a:stretch>
              <a:fillRect/>
            </a:stretch>
          </p:blipFill>
          <p:spPr>
            <a:xfrm>
              <a:off x="7156293" y="4242079"/>
              <a:ext cx="162060" cy="103902"/>
            </a:xfrm>
            <a:prstGeom prst="rect">
              <a:avLst/>
            </a:prstGeom>
          </p:spPr>
        </p:pic>
        <p:sp>
          <p:nvSpPr>
            <p:cNvPr id="34" name="object 32">
              <a:extLst>
                <a:ext uri="{FF2B5EF4-FFF2-40B4-BE49-F238E27FC236}">
                  <a16:creationId xmlns:a16="http://schemas.microsoft.com/office/drawing/2014/main" id="{0369FF24-9641-D41B-EE4E-F05C9C740EDF}"/>
                </a:ext>
              </a:extLst>
            </p:cNvPr>
            <p:cNvSpPr txBox="1">
              <a:spLocks/>
            </p:cNvSpPr>
            <p:nvPr/>
          </p:nvSpPr>
          <p:spPr>
            <a:xfrm>
              <a:off x="3498831" y="4162989"/>
              <a:ext cx="2033903" cy="259045"/>
            </a:xfrm>
            <a:prstGeom prst="rect">
              <a:avLst/>
            </a:prstGeom>
          </p:spPr>
          <p:txBody>
            <a:bodyPr vert="horz" wrap="square" lIns="0" tIns="12700" rIns="0" bIns="0" rtlCol="0">
              <a:spAutoFit/>
            </a:bodyPr>
            <a:lstStyle/>
            <a:p>
              <a:pPr marL="12700">
                <a:lnSpc>
                  <a:spcPct val="100000"/>
                </a:lnSpc>
                <a:spcBef>
                  <a:spcPts val="100"/>
                </a:spcBef>
              </a:pPr>
              <a:r>
                <a:rPr lang="en-AU" sz="1600" b="1">
                  <a:solidFill>
                    <a:srgbClr val="0E2A3F"/>
                  </a:solidFill>
                  <a:latin typeface="Roboto"/>
                  <a:cs typeface="Roboto"/>
                </a:rPr>
                <a:t>intelia’s Approach</a:t>
              </a:r>
              <a:endParaRPr sz="1600">
                <a:solidFill>
                  <a:srgbClr val="0E2A3F"/>
                </a:solidFill>
                <a:latin typeface="Roboto"/>
                <a:cs typeface="Roboto"/>
              </a:endParaRPr>
            </a:p>
          </p:txBody>
        </p:sp>
        <p:grpSp>
          <p:nvGrpSpPr>
            <p:cNvPr id="35" name="Group 34">
              <a:extLst>
                <a:ext uri="{FF2B5EF4-FFF2-40B4-BE49-F238E27FC236}">
                  <a16:creationId xmlns:a16="http://schemas.microsoft.com/office/drawing/2014/main" id="{F9A7EB3F-5F9C-5C4D-7424-1FBE90EC2F48}"/>
                </a:ext>
              </a:extLst>
            </p:cNvPr>
            <p:cNvGrpSpPr/>
            <p:nvPr/>
          </p:nvGrpSpPr>
          <p:grpSpPr>
            <a:xfrm>
              <a:off x="2825502" y="4235160"/>
              <a:ext cx="565150" cy="805869"/>
              <a:chOff x="2880896" y="3874254"/>
              <a:chExt cx="565150" cy="805869"/>
            </a:xfrm>
          </p:grpSpPr>
          <p:sp>
            <p:nvSpPr>
              <p:cNvPr id="36" name="Oval 35">
                <a:extLst>
                  <a:ext uri="{FF2B5EF4-FFF2-40B4-BE49-F238E27FC236}">
                    <a16:creationId xmlns:a16="http://schemas.microsoft.com/office/drawing/2014/main" id="{EA013FC7-12F0-9D49-3749-B7212D97C247}"/>
                  </a:ext>
                </a:extLst>
              </p:cNvPr>
              <p:cNvSpPr>
                <a:spLocks/>
              </p:cNvSpPr>
              <p:nvPr/>
            </p:nvSpPr>
            <p:spPr>
              <a:xfrm>
                <a:off x="2880896" y="3874254"/>
                <a:ext cx="565150" cy="517525"/>
              </a:xfrm>
              <a:prstGeom prst="ellipse">
                <a:avLst/>
              </a:prstGeom>
              <a:solidFill>
                <a:srgbClr val="212B40"/>
              </a:solidFill>
              <a:ln w="25400" cap="flat">
                <a:noFill/>
                <a:prstDash val="solid"/>
                <a:round/>
              </a:ln>
              <a:effectLst/>
              <a:sp3d/>
            </p:spPr>
            <p:txBody>
              <a:bodyPr rot="0" spcFirstLastPara="1" vertOverflow="overflow" horzOverflow="overflow" vert="horz" wrap="square" lIns="50800" tIns="50800" rIns="50800" bIns="50800" numCol="1" spcCol="38100"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Helvetica Neue Medium"/>
                  <a:ea typeface="Helvetica Neue Medium"/>
                  <a:cs typeface="Helvetica Neue Medium"/>
                  <a:sym typeface="Helvetica Neue Medium"/>
                </a:endParaRPr>
              </a:p>
            </p:txBody>
          </p:sp>
          <p:sp>
            <p:nvSpPr>
              <p:cNvPr id="37" name="Freeform 30">
                <a:extLst>
                  <a:ext uri="{FF2B5EF4-FFF2-40B4-BE49-F238E27FC236}">
                    <a16:creationId xmlns:a16="http://schemas.microsoft.com/office/drawing/2014/main" id="{65D91B18-AD64-0AB3-244E-664FF1F712F9}"/>
                  </a:ext>
                </a:extLst>
              </p:cNvPr>
              <p:cNvSpPr>
                <a:spLocks noEditPoints="1"/>
              </p:cNvSpPr>
              <p:nvPr/>
            </p:nvSpPr>
            <p:spPr bwMode="auto">
              <a:xfrm rot="2700000">
                <a:off x="3029023" y="3908612"/>
                <a:ext cx="261322" cy="435932"/>
              </a:xfrm>
              <a:custGeom>
                <a:avLst/>
                <a:gdLst>
                  <a:gd name="T0" fmla="*/ 50 w 184"/>
                  <a:gd name="T1" fmla="*/ 310 h 310"/>
                  <a:gd name="T2" fmla="*/ 32 w 184"/>
                  <a:gd name="T3" fmla="*/ 282 h 310"/>
                  <a:gd name="T4" fmla="*/ 10 w 184"/>
                  <a:gd name="T5" fmla="*/ 199 h 310"/>
                  <a:gd name="T6" fmla="*/ 39 w 184"/>
                  <a:gd name="T7" fmla="*/ 171 h 310"/>
                  <a:gd name="T8" fmla="*/ 30 w 184"/>
                  <a:gd name="T9" fmla="*/ 116 h 310"/>
                  <a:gd name="T10" fmla="*/ 36 w 184"/>
                  <a:gd name="T11" fmla="*/ 73 h 310"/>
                  <a:gd name="T12" fmla="*/ 36 w 184"/>
                  <a:gd name="T13" fmla="*/ 72 h 310"/>
                  <a:gd name="T14" fmla="*/ 92 w 184"/>
                  <a:gd name="T15" fmla="*/ 0 h 310"/>
                  <a:gd name="T16" fmla="*/ 148 w 184"/>
                  <a:gd name="T17" fmla="*/ 72 h 310"/>
                  <a:gd name="T18" fmla="*/ 148 w 184"/>
                  <a:gd name="T19" fmla="*/ 73 h 310"/>
                  <a:gd name="T20" fmla="*/ 155 w 184"/>
                  <a:gd name="T21" fmla="*/ 116 h 310"/>
                  <a:gd name="T22" fmla="*/ 145 w 184"/>
                  <a:gd name="T23" fmla="*/ 171 h 310"/>
                  <a:gd name="T24" fmla="*/ 174 w 184"/>
                  <a:gd name="T25" fmla="*/ 199 h 310"/>
                  <a:gd name="T26" fmla="*/ 153 w 184"/>
                  <a:gd name="T27" fmla="*/ 282 h 310"/>
                  <a:gd name="T28" fmla="*/ 134 w 184"/>
                  <a:gd name="T29" fmla="*/ 310 h 310"/>
                  <a:gd name="T30" fmla="*/ 134 w 184"/>
                  <a:gd name="T31" fmla="*/ 276 h 310"/>
                  <a:gd name="T32" fmla="*/ 118 w 184"/>
                  <a:gd name="T33" fmla="*/ 239 h 310"/>
                  <a:gd name="T34" fmla="*/ 118 w 184"/>
                  <a:gd name="T35" fmla="*/ 240 h 310"/>
                  <a:gd name="T36" fmla="*/ 115 w 184"/>
                  <a:gd name="T37" fmla="*/ 246 h 310"/>
                  <a:gd name="T38" fmla="*/ 108 w 184"/>
                  <a:gd name="T39" fmla="*/ 245 h 310"/>
                  <a:gd name="T40" fmla="*/ 76 w 184"/>
                  <a:gd name="T41" fmla="*/ 245 h 310"/>
                  <a:gd name="T42" fmla="*/ 69 w 184"/>
                  <a:gd name="T43" fmla="*/ 246 h 310"/>
                  <a:gd name="T44" fmla="*/ 66 w 184"/>
                  <a:gd name="T45" fmla="*/ 240 h 310"/>
                  <a:gd name="T46" fmla="*/ 66 w 184"/>
                  <a:gd name="T47" fmla="*/ 239 h 310"/>
                  <a:gd name="T48" fmla="*/ 50 w 184"/>
                  <a:gd name="T49" fmla="*/ 276 h 310"/>
                  <a:gd name="T50" fmla="*/ 50 w 184"/>
                  <a:gd name="T51" fmla="*/ 310 h 310"/>
                  <a:gd name="T52" fmla="*/ 55 w 184"/>
                  <a:gd name="T53" fmla="*/ 79 h 310"/>
                  <a:gd name="T54" fmla="*/ 50 w 184"/>
                  <a:gd name="T55" fmla="*/ 116 h 310"/>
                  <a:gd name="T56" fmla="*/ 61 w 184"/>
                  <a:gd name="T57" fmla="*/ 174 h 310"/>
                  <a:gd name="T58" fmla="*/ 64 w 184"/>
                  <a:gd name="T59" fmla="*/ 184 h 310"/>
                  <a:gd name="T60" fmla="*/ 54 w 184"/>
                  <a:gd name="T61" fmla="*/ 187 h 310"/>
                  <a:gd name="T62" fmla="*/ 29 w 184"/>
                  <a:gd name="T63" fmla="*/ 205 h 310"/>
                  <a:gd name="T64" fmla="*/ 36 w 184"/>
                  <a:gd name="T65" fmla="*/ 247 h 310"/>
                  <a:gd name="T66" fmla="*/ 65 w 184"/>
                  <a:gd name="T67" fmla="*/ 215 h 310"/>
                  <a:gd name="T68" fmla="*/ 74 w 184"/>
                  <a:gd name="T69" fmla="*/ 209 h 310"/>
                  <a:gd name="T70" fmla="*/ 79 w 184"/>
                  <a:gd name="T71" fmla="*/ 219 h 310"/>
                  <a:gd name="T72" fmla="*/ 82 w 184"/>
                  <a:gd name="T73" fmla="*/ 225 h 310"/>
                  <a:gd name="T74" fmla="*/ 103 w 184"/>
                  <a:gd name="T75" fmla="*/ 225 h 310"/>
                  <a:gd name="T76" fmla="*/ 105 w 184"/>
                  <a:gd name="T77" fmla="*/ 219 h 310"/>
                  <a:gd name="T78" fmla="*/ 110 w 184"/>
                  <a:gd name="T79" fmla="*/ 209 h 310"/>
                  <a:gd name="T80" fmla="*/ 120 w 184"/>
                  <a:gd name="T81" fmla="*/ 215 h 310"/>
                  <a:gd name="T82" fmla="*/ 148 w 184"/>
                  <a:gd name="T83" fmla="*/ 247 h 310"/>
                  <a:gd name="T84" fmla="*/ 155 w 184"/>
                  <a:gd name="T85" fmla="*/ 205 h 310"/>
                  <a:gd name="T86" fmla="*/ 130 w 184"/>
                  <a:gd name="T87" fmla="*/ 187 h 310"/>
                  <a:gd name="T88" fmla="*/ 120 w 184"/>
                  <a:gd name="T89" fmla="*/ 184 h 310"/>
                  <a:gd name="T90" fmla="*/ 123 w 184"/>
                  <a:gd name="T91" fmla="*/ 174 h 310"/>
                  <a:gd name="T92" fmla="*/ 135 w 184"/>
                  <a:gd name="T93" fmla="*/ 116 h 310"/>
                  <a:gd name="T94" fmla="*/ 129 w 184"/>
                  <a:gd name="T95" fmla="*/ 79 h 310"/>
                  <a:gd name="T96" fmla="*/ 92 w 184"/>
                  <a:gd name="T97" fmla="*/ 21 h 310"/>
                  <a:gd name="T98" fmla="*/ 55 w 184"/>
                  <a:gd name="T99" fmla="*/ 79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4" h="310">
                    <a:moveTo>
                      <a:pt x="50" y="310"/>
                    </a:moveTo>
                    <a:cubicBezTo>
                      <a:pt x="32" y="282"/>
                      <a:pt x="32" y="282"/>
                      <a:pt x="32" y="282"/>
                    </a:cubicBezTo>
                    <a:cubicBezTo>
                      <a:pt x="28" y="276"/>
                      <a:pt x="0" y="230"/>
                      <a:pt x="10" y="199"/>
                    </a:cubicBezTo>
                    <a:cubicBezTo>
                      <a:pt x="14" y="187"/>
                      <a:pt x="24" y="178"/>
                      <a:pt x="39" y="171"/>
                    </a:cubicBezTo>
                    <a:cubicBezTo>
                      <a:pt x="33" y="151"/>
                      <a:pt x="30" y="132"/>
                      <a:pt x="30" y="116"/>
                    </a:cubicBezTo>
                    <a:cubicBezTo>
                      <a:pt x="30" y="102"/>
                      <a:pt x="32" y="87"/>
                      <a:pt x="36" y="73"/>
                    </a:cubicBezTo>
                    <a:cubicBezTo>
                      <a:pt x="36" y="72"/>
                      <a:pt x="36" y="72"/>
                      <a:pt x="36" y="72"/>
                    </a:cubicBezTo>
                    <a:cubicBezTo>
                      <a:pt x="50" y="35"/>
                      <a:pt x="77" y="0"/>
                      <a:pt x="92" y="0"/>
                    </a:cubicBezTo>
                    <a:cubicBezTo>
                      <a:pt x="107" y="0"/>
                      <a:pt x="134" y="35"/>
                      <a:pt x="148" y="72"/>
                    </a:cubicBezTo>
                    <a:cubicBezTo>
                      <a:pt x="148" y="73"/>
                      <a:pt x="148" y="73"/>
                      <a:pt x="148" y="73"/>
                    </a:cubicBezTo>
                    <a:cubicBezTo>
                      <a:pt x="152" y="87"/>
                      <a:pt x="155" y="102"/>
                      <a:pt x="155" y="116"/>
                    </a:cubicBezTo>
                    <a:cubicBezTo>
                      <a:pt x="155" y="132"/>
                      <a:pt x="152" y="151"/>
                      <a:pt x="145" y="171"/>
                    </a:cubicBezTo>
                    <a:cubicBezTo>
                      <a:pt x="160" y="178"/>
                      <a:pt x="170" y="187"/>
                      <a:pt x="174" y="199"/>
                    </a:cubicBezTo>
                    <a:cubicBezTo>
                      <a:pt x="184" y="230"/>
                      <a:pt x="156" y="276"/>
                      <a:pt x="153" y="282"/>
                    </a:cubicBezTo>
                    <a:cubicBezTo>
                      <a:pt x="134" y="310"/>
                      <a:pt x="134" y="310"/>
                      <a:pt x="134" y="310"/>
                    </a:cubicBezTo>
                    <a:cubicBezTo>
                      <a:pt x="134" y="276"/>
                      <a:pt x="134" y="276"/>
                      <a:pt x="134" y="276"/>
                    </a:cubicBezTo>
                    <a:cubicBezTo>
                      <a:pt x="134" y="262"/>
                      <a:pt x="128" y="248"/>
                      <a:pt x="118" y="239"/>
                    </a:cubicBezTo>
                    <a:cubicBezTo>
                      <a:pt x="118" y="239"/>
                      <a:pt x="118" y="239"/>
                      <a:pt x="118" y="240"/>
                    </a:cubicBezTo>
                    <a:cubicBezTo>
                      <a:pt x="115" y="246"/>
                      <a:pt x="115" y="246"/>
                      <a:pt x="115" y="246"/>
                    </a:cubicBezTo>
                    <a:cubicBezTo>
                      <a:pt x="108" y="245"/>
                      <a:pt x="108" y="245"/>
                      <a:pt x="108" y="245"/>
                    </a:cubicBezTo>
                    <a:cubicBezTo>
                      <a:pt x="98" y="245"/>
                      <a:pt x="87" y="245"/>
                      <a:pt x="76" y="245"/>
                    </a:cubicBezTo>
                    <a:cubicBezTo>
                      <a:pt x="69" y="246"/>
                      <a:pt x="69" y="246"/>
                      <a:pt x="69" y="246"/>
                    </a:cubicBezTo>
                    <a:cubicBezTo>
                      <a:pt x="66" y="240"/>
                      <a:pt x="66" y="240"/>
                      <a:pt x="66" y="240"/>
                    </a:cubicBezTo>
                    <a:cubicBezTo>
                      <a:pt x="66" y="239"/>
                      <a:pt x="66" y="239"/>
                      <a:pt x="66" y="239"/>
                    </a:cubicBezTo>
                    <a:cubicBezTo>
                      <a:pt x="56" y="249"/>
                      <a:pt x="50" y="262"/>
                      <a:pt x="50" y="276"/>
                    </a:cubicBezTo>
                    <a:lnTo>
                      <a:pt x="50" y="310"/>
                    </a:lnTo>
                    <a:close/>
                    <a:moveTo>
                      <a:pt x="55" y="79"/>
                    </a:moveTo>
                    <a:cubicBezTo>
                      <a:pt x="52" y="91"/>
                      <a:pt x="50" y="104"/>
                      <a:pt x="50" y="116"/>
                    </a:cubicBezTo>
                    <a:cubicBezTo>
                      <a:pt x="50" y="132"/>
                      <a:pt x="53" y="152"/>
                      <a:pt x="61" y="174"/>
                    </a:cubicBezTo>
                    <a:cubicBezTo>
                      <a:pt x="64" y="184"/>
                      <a:pt x="64" y="184"/>
                      <a:pt x="64" y="184"/>
                    </a:cubicBezTo>
                    <a:cubicBezTo>
                      <a:pt x="54" y="187"/>
                      <a:pt x="54" y="187"/>
                      <a:pt x="54" y="187"/>
                    </a:cubicBezTo>
                    <a:cubicBezTo>
                      <a:pt x="45" y="190"/>
                      <a:pt x="33" y="196"/>
                      <a:pt x="29" y="205"/>
                    </a:cubicBezTo>
                    <a:cubicBezTo>
                      <a:pt x="26" y="216"/>
                      <a:pt x="30" y="233"/>
                      <a:pt x="36" y="247"/>
                    </a:cubicBezTo>
                    <a:cubicBezTo>
                      <a:pt x="42" y="234"/>
                      <a:pt x="52" y="223"/>
                      <a:pt x="65" y="215"/>
                    </a:cubicBezTo>
                    <a:cubicBezTo>
                      <a:pt x="74" y="209"/>
                      <a:pt x="74" y="209"/>
                      <a:pt x="74" y="209"/>
                    </a:cubicBezTo>
                    <a:cubicBezTo>
                      <a:pt x="79" y="219"/>
                      <a:pt x="79" y="219"/>
                      <a:pt x="79" y="219"/>
                    </a:cubicBezTo>
                    <a:cubicBezTo>
                      <a:pt x="80" y="221"/>
                      <a:pt x="81" y="223"/>
                      <a:pt x="82" y="225"/>
                    </a:cubicBezTo>
                    <a:cubicBezTo>
                      <a:pt x="89" y="225"/>
                      <a:pt x="96" y="225"/>
                      <a:pt x="103" y="225"/>
                    </a:cubicBezTo>
                    <a:cubicBezTo>
                      <a:pt x="104" y="223"/>
                      <a:pt x="105" y="221"/>
                      <a:pt x="105" y="219"/>
                    </a:cubicBezTo>
                    <a:cubicBezTo>
                      <a:pt x="110" y="209"/>
                      <a:pt x="110" y="209"/>
                      <a:pt x="110" y="209"/>
                    </a:cubicBezTo>
                    <a:cubicBezTo>
                      <a:pt x="120" y="215"/>
                      <a:pt x="120" y="215"/>
                      <a:pt x="120" y="215"/>
                    </a:cubicBezTo>
                    <a:cubicBezTo>
                      <a:pt x="133" y="223"/>
                      <a:pt x="142" y="234"/>
                      <a:pt x="148" y="247"/>
                    </a:cubicBezTo>
                    <a:cubicBezTo>
                      <a:pt x="154" y="233"/>
                      <a:pt x="159" y="216"/>
                      <a:pt x="155" y="205"/>
                    </a:cubicBezTo>
                    <a:cubicBezTo>
                      <a:pt x="152" y="196"/>
                      <a:pt x="140" y="190"/>
                      <a:pt x="130" y="187"/>
                    </a:cubicBezTo>
                    <a:cubicBezTo>
                      <a:pt x="120" y="184"/>
                      <a:pt x="120" y="184"/>
                      <a:pt x="120" y="184"/>
                    </a:cubicBezTo>
                    <a:cubicBezTo>
                      <a:pt x="123" y="174"/>
                      <a:pt x="123" y="174"/>
                      <a:pt x="123" y="174"/>
                    </a:cubicBezTo>
                    <a:cubicBezTo>
                      <a:pt x="131" y="152"/>
                      <a:pt x="135" y="132"/>
                      <a:pt x="135" y="116"/>
                    </a:cubicBezTo>
                    <a:cubicBezTo>
                      <a:pt x="135" y="104"/>
                      <a:pt x="133" y="91"/>
                      <a:pt x="129" y="79"/>
                    </a:cubicBezTo>
                    <a:cubicBezTo>
                      <a:pt x="117" y="47"/>
                      <a:pt x="99" y="26"/>
                      <a:pt x="92" y="21"/>
                    </a:cubicBezTo>
                    <a:cubicBezTo>
                      <a:pt x="85" y="26"/>
                      <a:pt x="67" y="47"/>
                      <a:pt x="55" y="79"/>
                    </a:cubicBezTo>
                    <a:close/>
                  </a:path>
                </a:pathLst>
              </a:cu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Light"/>
                  <a:ea typeface="Helvetica Neue"/>
                  <a:cs typeface="Helvetica Neue"/>
                  <a:sym typeface="Helvetica Neue Medium"/>
                </a:endParaRPr>
              </a:p>
            </p:txBody>
          </p:sp>
          <p:sp>
            <p:nvSpPr>
              <p:cNvPr id="38" name="Freeform 32">
                <a:extLst>
                  <a:ext uri="{FF2B5EF4-FFF2-40B4-BE49-F238E27FC236}">
                    <a16:creationId xmlns:a16="http://schemas.microsoft.com/office/drawing/2014/main" id="{19068870-8C60-8D02-F7FF-A65E5BBED68F}"/>
                  </a:ext>
                </a:extLst>
              </p:cNvPr>
              <p:cNvSpPr>
                <a:spLocks noEditPoints="1"/>
              </p:cNvSpPr>
              <p:nvPr/>
            </p:nvSpPr>
            <p:spPr bwMode="auto">
              <a:xfrm rot="2700000">
                <a:off x="3014273" y="4571583"/>
                <a:ext cx="83765" cy="133316"/>
              </a:xfrm>
              <a:custGeom>
                <a:avLst/>
                <a:gdLst>
                  <a:gd name="T0" fmla="*/ 29 w 59"/>
                  <a:gd name="T1" fmla="*/ 95 h 95"/>
                  <a:gd name="T2" fmla="*/ 24 w 59"/>
                  <a:gd name="T3" fmla="*/ 85 h 95"/>
                  <a:gd name="T4" fmla="*/ 0 w 59"/>
                  <a:gd name="T5" fmla="*/ 26 h 95"/>
                  <a:gd name="T6" fmla="*/ 29 w 59"/>
                  <a:gd name="T7" fmla="*/ 0 h 95"/>
                  <a:gd name="T8" fmla="*/ 59 w 59"/>
                  <a:gd name="T9" fmla="*/ 26 h 95"/>
                  <a:gd name="T10" fmla="*/ 34 w 59"/>
                  <a:gd name="T11" fmla="*/ 85 h 95"/>
                  <a:gd name="T12" fmla="*/ 29 w 59"/>
                  <a:gd name="T13" fmla="*/ 95 h 95"/>
                  <a:gd name="T14" fmla="*/ 29 w 59"/>
                  <a:gd name="T15" fmla="*/ 12 h 95"/>
                  <a:gd name="T16" fmla="*/ 12 w 59"/>
                  <a:gd name="T17" fmla="*/ 26 h 95"/>
                  <a:gd name="T18" fmla="*/ 29 w 59"/>
                  <a:gd name="T19" fmla="*/ 69 h 95"/>
                  <a:gd name="T20" fmla="*/ 47 w 59"/>
                  <a:gd name="T21" fmla="*/ 26 h 95"/>
                  <a:gd name="T22" fmla="*/ 29 w 59"/>
                  <a:gd name="T23" fmla="*/ 12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9" h="95">
                    <a:moveTo>
                      <a:pt x="29" y="95"/>
                    </a:moveTo>
                    <a:cubicBezTo>
                      <a:pt x="24" y="85"/>
                      <a:pt x="24" y="85"/>
                      <a:pt x="24" y="85"/>
                    </a:cubicBezTo>
                    <a:cubicBezTo>
                      <a:pt x="20" y="77"/>
                      <a:pt x="0" y="38"/>
                      <a:pt x="0" y="26"/>
                    </a:cubicBezTo>
                    <a:cubicBezTo>
                      <a:pt x="0" y="12"/>
                      <a:pt x="13" y="0"/>
                      <a:pt x="29" y="0"/>
                    </a:cubicBezTo>
                    <a:cubicBezTo>
                      <a:pt x="45" y="0"/>
                      <a:pt x="59" y="12"/>
                      <a:pt x="59" y="26"/>
                    </a:cubicBezTo>
                    <a:cubicBezTo>
                      <a:pt x="59" y="38"/>
                      <a:pt x="39" y="77"/>
                      <a:pt x="34" y="85"/>
                    </a:cubicBezTo>
                    <a:lnTo>
                      <a:pt x="29" y="95"/>
                    </a:lnTo>
                    <a:close/>
                    <a:moveTo>
                      <a:pt x="29" y="12"/>
                    </a:moveTo>
                    <a:cubicBezTo>
                      <a:pt x="19" y="12"/>
                      <a:pt x="12" y="18"/>
                      <a:pt x="12" y="26"/>
                    </a:cubicBezTo>
                    <a:cubicBezTo>
                      <a:pt x="12" y="31"/>
                      <a:pt x="20" y="50"/>
                      <a:pt x="29" y="69"/>
                    </a:cubicBezTo>
                    <a:cubicBezTo>
                      <a:pt x="38" y="50"/>
                      <a:pt x="47" y="31"/>
                      <a:pt x="47" y="26"/>
                    </a:cubicBezTo>
                    <a:cubicBezTo>
                      <a:pt x="47" y="18"/>
                      <a:pt x="39" y="12"/>
                      <a:pt x="29" y="12"/>
                    </a:cubicBezTo>
                    <a:close/>
                  </a:path>
                </a:pathLst>
              </a:cu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Light"/>
                  <a:ea typeface="Helvetica Neue"/>
                  <a:cs typeface="Helvetica Neue"/>
                  <a:sym typeface="Helvetica Neue Medium"/>
                </a:endParaRPr>
              </a:p>
            </p:txBody>
          </p:sp>
        </p:grpSp>
      </p:grpSp>
      <p:sp>
        <p:nvSpPr>
          <p:cNvPr id="39" name="object 31">
            <a:extLst>
              <a:ext uri="{FF2B5EF4-FFF2-40B4-BE49-F238E27FC236}">
                <a16:creationId xmlns:a16="http://schemas.microsoft.com/office/drawing/2014/main" id="{90A2EA68-0E84-2C34-3FE6-A7091989A189}"/>
              </a:ext>
            </a:extLst>
          </p:cNvPr>
          <p:cNvSpPr txBox="1"/>
          <p:nvPr/>
        </p:nvSpPr>
        <p:spPr>
          <a:xfrm>
            <a:off x="8155387" y="4284267"/>
            <a:ext cx="3902849" cy="2015039"/>
          </a:xfrm>
          <a:prstGeom prst="rect">
            <a:avLst/>
          </a:prstGeom>
        </p:spPr>
        <p:txBody>
          <a:bodyPr vert="horz" wrap="square" lIns="0" tIns="12700" rIns="0" bIns="0" rtlCol="0" anchor="t">
            <a:spAutoFit/>
          </a:bodyPr>
          <a:lstStyle/>
          <a:p>
            <a:pPr defTabSz="584200">
              <a:defRPr/>
            </a:pPr>
            <a:r>
              <a:rPr lang="en-AU" sz="1000" kern="100" dirty="0">
                <a:solidFill>
                  <a:srgbClr val="212B40"/>
                </a:solidFill>
                <a:latin typeface="Roboto"/>
                <a:cs typeface="Roboto"/>
              </a:rPr>
              <a:t>Collibra </a:t>
            </a:r>
            <a:r>
              <a:rPr lang="en-AU" sz="1000" kern="100">
                <a:solidFill>
                  <a:srgbClr val="212B40"/>
                </a:solidFill>
                <a:latin typeface="Roboto"/>
                <a:cs typeface="Roboto"/>
              </a:rPr>
              <a:t>has enabled</a:t>
            </a:r>
            <a:r>
              <a:rPr lang="en-AU" sz="1000" kern="100" dirty="0">
                <a:solidFill>
                  <a:srgbClr val="212B40"/>
                </a:solidFill>
                <a:latin typeface="Roboto"/>
                <a:cs typeface="Roboto"/>
              </a:rPr>
              <a:t> Insignia Financial </a:t>
            </a:r>
            <a:r>
              <a:rPr lang="en-AU" sz="1000" kern="100">
                <a:solidFill>
                  <a:srgbClr val="212B40"/>
                </a:solidFill>
                <a:latin typeface="Roboto"/>
                <a:cs typeface="Roboto"/>
              </a:rPr>
              <a:t>to move towards </a:t>
            </a:r>
            <a:r>
              <a:rPr lang="en-AU" sz="1000" kern="100" dirty="0">
                <a:solidFill>
                  <a:srgbClr val="212B40"/>
                </a:solidFill>
                <a:latin typeface="Roboto"/>
                <a:cs typeface="Roboto"/>
              </a:rPr>
              <a:t>achieving adherence to APRA's CPG 235 guidelines</a:t>
            </a:r>
            <a:r>
              <a:rPr lang="en-AU" sz="1000" kern="100">
                <a:solidFill>
                  <a:srgbClr val="212B40"/>
                </a:solidFill>
                <a:latin typeface="Roboto"/>
                <a:cs typeface="Roboto"/>
              </a:rPr>
              <a:t> and </a:t>
            </a:r>
            <a:r>
              <a:rPr lang="en-AU" sz="1000" kern="100" dirty="0">
                <a:solidFill>
                  <a:srgbClr val="212B40"/>
                </a:solidFill>
                <a:latin typeface="Roboto"/>
                <a:cs typeface="Roboto"/>
              </a:rPr>
              <a:t>allowed </a:t>
            </a:r>
            <a:r>
              <a:rPr lang="en-AU" sz="1000" kern="100">
                <a:solidFill>
                  <a:srgbClr val="212B40"/>
                </a:solidFill>
                <a:latin typeface="Roboto"/>
                <a:cs typeface="Roboto"/>
              </a:rPr>
              <a:t>them</a:t>
            </a:r>
            <a:r>
              <a:rPr lang="en-AU" sz="1000" kern="100" dirty="0">
                <a:solidFill>
                  <a:srgbClr val="212B40"/>
                </a:solidFill>
                <a:latin typeface="Roboto"/>
                <a:cs typeface="Roboto"/>
              </a:rPr>
              <a:t> to leverage its data as a true asset, improving operational efficiency </a:t>
            </a:r>
            <a:br>
              <a:rPr lang="en-AU" sz="1000" kern="100">
                <a:solidFill>
                  <a:srgbClr val="212B40"/>
                </a:solidFill>
                <a:latin typeface="Roboto"/>
                <a:cs typeface="Roboto"/>
              </a:rPr>
            </a:br>
            <a:r>
              <a:rPr lang="en-AU" sz="1000" kern="100" dirty="0">
                <a:solidFill>
                  <a:srgbClr val="212B40"/>
                </a:solidFill>
                <a:latin typeface="Roboto"/>
                <a:cs typeface="Roboto"/>
              </a:rPr>
              <a:t>and business alignment while creating new opportunities for data analytics initiatives.</a:t>
            </a:r>
            <a:endParaRPr lang="en-US" sz="1000" kern="100" dirty="0">
              <a:solidFill>
                <a:srgbClr val="212B40"/>
              </a:solidFill>
              <a:latin typeface="Roboto"/>
              <a:cs typeface="Roboto"/>
            </a:endParaRPr>
          </a:p>
          <a:p>
            <a:pPr defTabSz="584200">
              <a:defRPr/>
            </a:pPr>
            <a:endParaRPr lang="en-AU" sz="1000" kern="100" dirty="0">
              <a:solidFill>
                <a:srgbClr val="212B40"/>
              </a:solidFill>
              <a:latin typeface="Roboto"/>
              <a:cs typeface="Roboto"/>
            </a:endParaRPr>
          </a:p>
          <a:p>
            <a:pPr defTabSz="584200">
              <a:defRPr/>
            </a:pPr>
            <a:r>
              <a:rPr lang="en-AU" sz="1000" kern="100" dirty="0">
                <a:solidFill>
                  <a:srgbClr val="212B40"/>
                </a:solidFill>
                <a:latin typeface="Roboto"/>
                <a:cs typeface="Roboto"/>
              </a:rPr>
              <a:t>Collibra has become fundamental in managing data risk across the organisation, providing a solid foundation for Insignia Financial's data governance framework. This successful project has positioned the company at the forefront of its journey towards becoming a single, unified organisation, well-equipped to navigate the complexities of its expanded operations and drive future growth.</a:t>
            </a:r>
            <a:endParaRPr lang="en-US" sz="1000" kern="100" dirty="0">
              <a:solidFill>
                <a:srgbClr val="212B40"/>
              </a:solidFill>
              <a:latin typeface="Roboto"/>
              <a:cs typeface="Roboto"/>
            </a:endParaRPr>
          </a:p>
          <a:p>
            <a:pPr defTabSz="584200">
              <a:lnSpc>
                <a:spcPct val="107000"/>
              </a:lnSpc>
              <a:spcAft>
                <a:spcPts val="600"/>
              </a:spcAft>
            </a:pPr>
            <a:endParaRPr lang="en-AU" sz="1000" dirty="0">
              <a:solidFill>
                <a:srgbClr val="212B40"/>
              </a:solidFill>
              <a:latin typeface="Roboto"/>
              <a:ea typeface="Roboto"/>
              <a:cs typeface="Segoe UI"/>
            </a:endParaRPr>
          </a:p>
        </p:txBody>
      </p:sp>
      <p:grpSp>
        <p:nvGrpSpPr>
          <p:cNvPr id="40" name="Group 39">
            <a:extLst>
              <a:ext uri="{FF2B5EF4-FFF2-40B4-BE49-F238E27FC236}">
                <a16:creationId xmlns:a16="http://schemas.microsoft.com/office/drawing/2014/main" id="{146E5D89-3202-9EE4-E24A-2EC2B5BBA62E}"/>
              </a:ext>
            </a:extLst>
          </p:cNvPr>
          <p:cNvGrpSpPr/>
          <p:nvPr/>
        </p:nvGrpSpPr>
        <p:grpSpPr>
          <a:xfrm>
            <a:off x="7465421" y="3894109"/>
            <a:ext cx="4533074" cy="558587"/>
            <a:chOff x="2832926" y="8034156"/>
            <a:chExt cx="4533074" cy="558587"/>
          </a:xfrm>
        </p:grpSpPr>
        <p:sp>
          <p:nvSpPr>
            <p:cNvPr id="41" name="object 6">
              <a:extLst>
                <a:ext uri="{FF2B5EF4-FFF2-40B4-BE49-F238E27FC236}">
                  <a16:creationId xmlns:a16="http://schemas.microsoft.com/office/drawing/2014/main" id="{3F75407E-7583-E0D0-6BDF-F37EE9F86448}"/>
                </a:ext>
              </a:extLst>
            </p:cNvPr>
            <p:cNvSpPr/>
            <p:nvPr/>
          </p:nvSpPr>
          <p:spPr>
            <a:xfrm flipV="1">
              <a:off x="3371321" y="8290878"/>
              <a:ext cx="3994679" cy="45719"/>
            </a:xfrm>
            <a:custGeom>
              <a:avLst/>
              <a:gdLst/>
              <a:ahLst/>
              <a:cxnLst/>
              <a:rect l="l" t="t" r="r" b="b"/>
              <a:pathLst>
                <a:path w="3613150">
                  <a:moveTo>
                    <a:pt x="0" y="0"/>
                  </a:moveTo>
                  <a:lnTo>
                    <a:pt x="3613044" y="0"/>
                  </a:lnTo>
                </a:path>
              </a:pathLst>
            </a:custGeom>
            <a:ln w="9532">
              <a:solidFill>
                <a:srgbClr val="00AA7E"/>
              </a:solidFill>
            </a:ln>
          </p:spPr>
          <p:txBody>
            <a:bodyPr wrap="square" lIns="0" tIns="0" rIns="0" bIns="0" rtlCol="0"/>
            <a:lstStyle/>
            <a:p>
              <a:endParaRPr/>
            </a:p>
          </p:txBody>
        </p:sp>
        <p:pic>
          <p:nvPicPr>
            <p:cNvPr id="42" name="object 23">
              <a:extLst>
                <a:ext uri="{FF2B5EF4-FFF2-40B4-BE49-F238E27FC236}">
                  <a16:creationId xmlns:a16="http://schemas.microsoft.com/office/drawing/2014/main" id="{1263731D-67AE-9388-2EC0-D84B5C87405D}"/>
                </a:ext>
              </a:extLst>
            </p:cNvPr>
            <p:cNvPicPr/>
            <p:nvPr/>
          </p:nvPicPr>
          <p:blipFill>
            <a:blip r:embed="rId5" cstate="print"/>
            <a:stretch>
              <a:fillRect/>
            </a:stretch>
          </p:blipFill>
          <p:spPr>
            <a:xfrm>
              <a:off x="7105493" y="8138822"/>
              <a:ext cx="162060" cy="103902"/>
            </a:xfrm>
            <a:prstGeom prst="rect">
              <a:avLst/>
            </a:prstGeom>
          </p:spPr>
        </p:pic>
        <p:sp>
          <p:nvSpPr>
            <p:cNvPr id="43" name="object 32">
              <a:extLst>
                <a:ext uri="{FF2B5EF4-FFF2-40B4-BE49-F238E27FC236}">
                  <a16:creationId xmlns:a16="http://schemas.microsoft.com/office/drawing/2014/main" id="{A4EE341F-B509-0EB1-FE44-4CA14F289CD6}"/>
                </a:ext>
              </a:extLst>
            </p:cNvPr>
            <p:cNvSpPr txBox="1"/>
            <p:nvPr/>
          </p:nvSpPr>
          <p:spPr>
            <a:xfrm>
              <a:off x="3513951" y="8034156"/>
              <a:ext cx="2033903" cy="259045"/>
            </a:xfrm>
            <a:prstGeom prst="rect">
              <a:avLst/>
            </a:prstGeom>
          </p:spPr>
          <p:txBody>
            <a:bodyPr vert="horz" wrap="square" lIns="0" tIns="12700" rIns="0" bIns="0" rtlCol="0" anchor="t">
              <a:spAutoFit/>
            </a:bodyPr>
            <a:lstStyle/>
            <a:p>
              <a:pPr marL="12700">
                <a:lnSpc>
                  <a:spcPct val="100000"/>
                </a:lnSpc>
                <a:spcBef>
                  <a:spcPts val="100"/>
                </a:spcBef>
              </a:pPr>
              <a:r>
                <a:rPr lang="en-AU" sz="1600" b="1">
                  <a:solidFill>
                    <a:srgbClr val="0E2A3F"/>
                  </a:solidFill>
                  <a:latin typeface="Roboto"/>
                  <a:cs typeface="Roboto"/>
                </a:rPr>
                <a:t>Outcome </a:t>
              </a:r>
              <a:endParaRPr sz="900" kern="100">
                <a:solidFill>
                  <a:srgbClr val="212B40"/>
                </a:solidFill>
                <a:latin typeface="Roboto"/>
                <a:ea typeface="Roboto"/>
                <a:cs typeface="Roboto"/>
              </a:endParaRPr>
            </a:p>
          </p:txBody>
        </p:sp>
        <p:grpSp>
          <p:nvGrpSpPr>
            <p:cNvPr id="44" name="Group 43">
              <a:extLst>
                <a:ext uri="{FF2B5EF4-FFF2-40B4-BE49-F238E27FC236}">
                  <a16:creationId xmlns:a16="http://schemas.microsoft.com/office/drawing/2014/main" id="{D240AB62-2809-0286-9F4D-B71489DEB4D6}"/>
                </a:ext>
              </a:extLst>
            </p:cNvPr>
            <p:cNvGrpSpPr/>
            <p:nvPr/>
          </p:nvGrpSpPr>
          <p:grpSpPr>
            <a:xfrm>
              <a:off x="2832926" y="8074755"/>
              <a:ext cx="574768" cy="517988"/>
              <a:chOff x="2910256" y="7405515"/>
              <a:chExt cx="574768" cy="517988"/>
            </a:xfrm>
          </p:grpSpPr>
          <p:sp>
            <p:nvSpPr>
              <p:cNvPr id="45" name="Oval 44">
                <a:extLst>
                  <a:ext uri="{FF2B5EF4-FFF2-40B4-BE49-F238E27FC236}">
                    <a16:creationId xmlns:a16="http://schemas.microsoft.com/office/drawing/2014/main" id="{8DA9DA90-B6A9-4276-50D1-3386A9A49C9E}"/>
                  </a:ext>
                </a:extLst>
              </p:cNvPr>
              <p:cNvSpPr/>
              <p:nvPr/>
            </p:nvSpPr>
            <p:spPr>
              <a:xfrm>
                <a:off x="2910256" y="7405515"/>
                <a:ext cx="574768" cy="517988"/>
              </a:xfrm>
              <a:prstGeom prst="ellipse">
                <a:avLst/>
              </a:prstGeom>
              <a:solidFill>
                <a:srgbClr val="212B40"/>
              </a:solidFill>
              <a:ln w="25400" cap="flat">
                <a:noFill/>
                <a:prstDash val="solid"/>
                <a:round/>
              </a:ln>
              <a:effectLst/>
              <a:sp3d/>
            </p:spPr>
            <p:txBody>
              <a:bodyPr rot="0" spcFirstLastPara="1" vertOverflow="overflow" horzOverflow="overflow" vert="horz" wrap="square" lIns="50800" tIns="50800" rIns="50800" bIns="50800" numCol="1" spcCol="38100"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Helvetica Neue Medium"/>
                  <a:ea typeface="Helvetica Neue Medium"/>
                  <a:cs typeface="Helvetica Neue Medium"/>
                  <a:sym typeface="Helvetica Neue Medium"/>
                </a:endParaRPr>
              </a:p>
            </p:txBody>
          </p:sp>
          <p:pic>
            <p:nvPicPr>
              <p:cNvPr id="46" name="Picture 2" descr="Handshake - Free hands and gestures icons">
                <a:extLst>
                  <a:ext uri="{FF2B5EF4-FFF2-40B4-BE49-F238E27FC236}">
                    <a16:creationId xmlns:a16="http://schemas.microsoft.com/office/drawing/2014/main" id="{886EC9BE-A5E9-A38E-5BC4-7F7BC7B1DA23}"/>
                  </a:ext>
                </a:extLst>
              </p:cNvPr>
              <p:cNvPicPr>
                <a:picLocks noChangeAspect="1" noChangeArrowheads="1"/>
              </p:cNvPicPr>
              <p:nvPr/>
            </p:nvPicPr>
            <p:blipFill>
              <a:blip r:embed="rId6" cstate="print">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val="0"/>
                  </a:ext>
                </a:extLst>
              </a:blip>
              <a:srcRect/>
              <a:stretch>
                <a:fillRect/>
              </a:stretch>
            </p:blipFill>
            <p:spPr bwMode="auto">
              <a:xfrm>
                <a:off x="3003967" y="7483871"/>
                <a:ext cx="407854" cy="407854"/>
              </a:xfrm>
              <a:prstGeom prst="rect">
                <a:avLst/>
              </a:prstGeom>
              <a:noFill/>
              <a:extLst>
                <a:ext uri="{909E8E84-426E-40dd-AFC4-6F175D3DCCD1}">
                  <a14:hiddenFill xmlns:a14="http://schemas.microsoft.com/office/drawing/2010/main" xmlns="">
                    <a:solidFill>
                      <a:srgbClr val="FFFFFF"/>
                    </a:solidFill>
                  </a14:hiddenFill>
                </a:ext>
              </a:extLst>
            </p:spPr>
          </p:pic>
        </p:grpSp>
      </p:grpSp>
      <p:sp>
        <p:nvSpPr>
          <p:cNvPr id="53" name="TextBox 52">
            <a:extLst>
              <a:ext uri="{FF2B5EF4-FFF2-40B4-BE49-F238E27FC236}">
                <a16:creationId xmlns:a16="http://schemas.microsoft.com/office/drawing/2014/main" id="{F99E7498-EFE3-80B7-B183-F195D360F98E}"/>
              </a:ext>
            </a:extLst>
          </p:cNvPr>
          <p:cNvSpPr txBox="1"/>
          <p:nvPr/>
        </p:nvSpPr>
        <p:spPr>
          <a:xfrm>
            <a:off x="7769310" y="6499764"/>
            <a:ext cx="4509776" cy="329321"/>
          </a:xfrm>
          <a:prstGeom prst="rect">
            <a:avLst/>
          </a:prstGeom>
          <a:noFill/>
        </p:spPr>
        <p:txBody>
          <a:bodyPr wrap="square" rtlCol="0">
            <a:spAutoFit/>
          </a:bodyPr>
          <a:lstStyle/>
          <a:p>
            <a:r>
              <a:rPr lang="en-US" sz="750" dirty="0">
                <a:solidFill>
                  <a:schemeClr val="tx1"/>
                </a:solidFill>
                <a:latin typeface="Roboto Light" panose="02000000000000000000" pitchFamily="2" charset="0"/>
                <a:ea typeface="Roboto Light" panose="02000000000000000000" pitchFamily="2" charset="0"/>
              </a:rPr>
              <a:t>With offices in Melbourne and Sydney, intelia is a technology consultancy specialising in all things data (strategy, architecture, governance, analytics, modern cloud data platforms and intelligent automation)</a:t>
            </a:r>
            <a:endParaRPr lang="en-AU" sz="750" dirty="0">
              <a:solidFill>
                <a:schemeClr val="tx1"/>
              </a:solidFill>
              <a:latin typeface="Roboto Light" panose="02000000000000000000" pitchFamily="2" charset="0"/>
              <a:ea typeface="Roboto Light" panose="02000000000000000000" pitchFamily="2" charset="0"/>
            </a:endParaRPr>
          </a:p>
        </p:txBody>
      </p:sp>
      <p:grpSp>
        <p:nvGrpSpPr>
          <p:cNvPr id="54" name="Group 53">
            <a:extLst>
              <a:ext uri="{FF2B5EF4-FFF2-40B4-BE49-F238E27FC236}">
                <a16:creationId xmlns:a16="http://schemas.microsoft.com/office/drawing/2014/main" id="{09879A69-336B-1921-26DC-D5555F65C6C9}"/>
              </a:ext>
            </a:extLst>
          </p:cNvPr>
          <p:cNvGrpSpPr/>
          <p:nvPr/>
        </p:nvGrpSpPr>
        <p:grpSpPr>
          <a:xfrm>
            <a:off x="2707022" y="1538922"/>
            <a:ext cx="4579709" cy="590396"/>
            <a:chOff x="2811691" y="2327774"/>
            <a:chExt cx="4579709" cy="590396"/>
          </a:xfrm>
        </p:grpSpPr>
        <p:pic>
          <p:nvPicPr>
            <p:cNvPr id="55" name="object 22">
              <a:extLst>
                <a:ext uri="{FF2B5EF4-FFF2-40B4-BE49-F238E27FC236}">
                  <a16:creationId xmlns:a16="http://schemas.microsoft.com/office/drawing/2014/main" id="{AF1FC980-8BD5-C085-C4DC-2C90A6852B1F}"/>
                </a:ext>
              </a:extLst>
            </p:cNvPr>
            <p:cNvPicPr/>
            <p:nvPr/>
          </p:nvPicPr>
          <p:blipFill>
            <a:blip r:embed="rId8" cstate="print"/>
            <a:stretch>
              <a:fillRect/>
            </a:stretch>
          </p:blipFill>
          <p:spPr>
            <a:xfrm>
              <a:off x="7168993" y="2372549"/>
              <a:ext cx="162060" cy="103902"/>
            </a:xfrm>
            <a:prstGeom prst="rect">
              <a:avLst/>
            </a:prstGeom>
          </p:spPr>
        </p:pic>
        <p:sp>
          <p:nvSpPr>
            <p:cNvPr id="56" name="object 30">
              <a:extLst>
                <a:ext uri="{FF2B5EF4-FFF2-40B4-BE49-F238E27FC236}">
                  <a16:creationId xmlns:a16="http://schemas.microsoft.com/office/drawing/2014/main" id="{A8C1A076-1404-ACCA-3AE3-2FCB68B9FE44}"/>
                </a:ext>
              </a:extLst>
            </p:cNvPr>
            <p:cNvSpPr txBox="1"/>
            <p:nvPr/>
          </p:nvSpPr>
          <p:spPr>
            <a:xfrm>
              <a:off x="3489852" y="2327774"/>
              <a:ext cx="2237103" cy="259045"/>
            </a:xfrm>
            <a:prstGeom prst="rect">
              <a:avLst/>
            </a:prstGeom>
          </p:spPr>
          <p:txBody>
            <a:bodyPr vert="horz" wrap="square" lIns="0" tIns="12700" rIns="0" bIns="0" rtlCol="0">
              <a:spAutoFit/>
            </a:bodyPr>
            <a:lstStyle/>
            <a:p>
              <a:pPr marL="12700">
                <a:lnSpc>
                  <a:spcPct val="100000"/>
                </a:lnSpc>
                <a:spcBef>
                  <a:spcPts val="100"/>
                </a:spcBef>
              </a:pPr>
              <a:r>
                <a:rPr lang="en-AU" sz="1600" b="1">
                  <a:solidFill>
                    <a:srgbClr val="0E2A3F"/>
                  </a:solidFill>
                  <a:latin typeface="Roboto"/>
                  <a:cs typeface="Roboto"/>
                </a:rPr>
                <a:t>Problem </a:t>
              </a:r>
              <a:endParaRPr sz="1600">
                <a:solidFill>
                  <a:srgbClr val="0E2A3F"/>
                </a:solidFill>
                <a:latin typeface="Roboto"/>
                <a:cs typeface="Roboto"/>
              </a:endParaRPr>
            </a:p>
          </p:txBody>
        </p:sp>
        <p:grpSp>
          <p:nvGrpSpPr>
            <p:cNvPr id="57" name="Group 56">
              <a:extLst>
                <a:ext uri="{FF2B5EF4-FFF2-40B4-BE49-F238E27FC236}">
                  <a16:creationId xmlns:a16="http://schemas.microsoft.com/office/drawing/2014/main" id="{30D0B937-DDC8-1338-9A19-C256550A3710}"/>
                </a:ext>
              </a:extLst>
            </p:cNvPr>
            <p:cNvGrpSpPr/>
            <p:nvPr/>
          </p:nvGrpSpPr>
          <p:grpSpPr>
            <a:xfrm>
              <a:off x="2811691" y="2400182"/>
              <a:ext cx="574768" cy="517988"/>
              <a:chOff x="2947478" y="2453812"/>
              <a:chExt cx="574768" cy="517988"/>
            </a:xfrm>
          </p:grpSpPr>
          <p:sp>
            <p:nvSpPr>
              <p:cNvPr id="59" name="Oval 58">
                <a:extLst>
                  <a:ext uri="{FF2B5EF4-FFF2-40B4-BE49-F238E27FC236}">
                    <a16:creationId xmlns:a16="http://schemas.microsoft.com/office/drawing/2014/main" id="{F466E044-3988-3290-5F53-3ED4B4AD570F}"/>
                  </a:ext>
                </a:extLst>
              </p:cNvPr>
              <p:cNvSpPr/>
              <p:nvPr/>
            </p:nvSpPr>
            <p:spPr>
              <a:xfrm>
                <a:off x="2947478" y="2453812"/>
                <a:ext cx="574768" cy="517988"/>
              </a:xfrm>
              <a:prstGeom prst="ellipse">
                <a:avLst/>
              </a:prstGeom>
              <a:solidFill>
                <a:srgbClr val="212B40"/>
              </a:solidFill>
              <a:ln w="25400" cap="flat">
                <a:noFill/>
                <a:prstDash val="solid"/>
                <a:round/>
              </a:ln>
              <a:effectLst/>
              <a:sp3d/>
            </p:spPr>
            <p:txBody>
              <a:bodyPr rot="0" spcFirstLastPara="1" vertOverflow="overflow" horzOverflow="overflow" vert="horz" wrap="square" lIns="50800" tIns="50800" rIns="50800" bIns="50800" numCol="1" spcCol="38100"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Helvetica Neue Medium"/>
                  <a:ea typeface="Helvetica Neue Medium"/>
                  <a:cs typeface="Helvetica Neue Medium"/>
                  <a:sym typeface="Helvetica Neue Medium"/>
                </a:endParaRPr>
              </a:p>
            </p:txBody>
          </p:sp>
          <p:sp>
            <p:nvSpPr>
              <p:cNvPr id="60" name="Freeform 30">
                <a:extLst>
                  <a:ext uri="{FF2B5EF4-FFF2-40B4-BE49-F238E27FC236}">
                    <a16:creationId xmlns:a16="http://schemas.microsoft.com/office/drawing/2014/main" id="{E1E907A1-1888-4E50-1461-E40717F38B34}"/>
                  </a:ext>
                </a:extLst>
              </p:cNvPr>
              <p:cNvSpPr>
                <a:spLocks/>
              </p:cNvSpPr>
              <p:nvPr/>
            </p:nvSpPr>
            <p:spPr bwMode="auto">
              <a:xfrm>
                <a:off x="3023845" y="2543825"/>
                <a:ext cx="391078" cy="261545"/>
              </a:xfrm>
              <a:custGeom>
                <a:avLst/>
                <a:gdLst>
                  <a:gd name="T0" fmla="*/ 193 w 264"/>
                  <a:gd name="T1" fmla="*/ 176 h 176"/>
                  <a:gd name="T2" fmla="*/ 184 w 264"/>
                  <a:gd name="T3" fmla="*/ 167 h 176"/>
                  <a:gd name="T4" fmla="*/ 193 w 264"/>
                  <a:gd name="T5" fmla="*/ 159 h 176"/>
                  <a:gd name="T6" fmla="*/ 211 w 264"/>
                  <a:gd name="T7" fmla="*/ 158 h 176"/>
                  <a:gd name="T8" fmla="*/ 212 w 264"/>
                  <a:gd name="T9" fmla="*/ 158 h 176"/>
                  <a:gd name="T10" fmla="*/ 212 w 264"/>
                  <a:gd name="T11" fmla="*/ 158 h 176"/>
                  <a:gd name="T12" fmla="*/ 246 w 264"/>
                  <a:gd name="T13" fmla="*/ 123 h 176"/>
                  <a:gd name="T14" fmla="*/ 211 w 264"/>
                  <a:gd name="T15" fmla="*/ 88 h 176"/>
                  <a:gd name="T16" fmla="*/ 203 w 264"/>
                  <a:gd name="T17" fmla="*/ 89 h 176"/>
                  <a:gd name="T18" fmla="*/ 195 w 264"/>
                  <a:gd name="T19" fmla="*/ 87 h 176"/>
                  <a:gd name="T20" fmla="*/ 193 w 264"/>
                  <a:gd name="T21" fmla="*/ 79 h 176"/>
                  <a:gd name="T22" fmla="*/ 194 w 264"/>
                  <a:gd name="T23" fmla="*/ 70 h 176"/>
                  <a:gd name="T24" fmla="*/ 141 w 264"/>
                  <a:gd name="T25" fmla="*/ 18 h 176"/>
                  <a:gd name="T26" fmla="*/ 88 w 264"/>
                  <a:gd name="T27" fmla="*/ 66 h 176"/>
                  <a:gd name="T28" fmla="*/ 84 w 264"/>
                  <a:gd name="T29" fmla="*/ 72 h 176"/>
                  <a:gd name="T30" fmla="*/ 77 w 264"/>
                  <a:gd name="T31" fmla="*/ 73 h 176"/>
                  <a:gd name="T32" fmla="*/ 62 w 264"/>
                  <a:gd name="T33" fmla="*/ 70 h 176"/>
                  <a:gd name="T34" fmla="*/ 18 w 264"/>
                  <a:gd name="T35" fmla="*/ 114 h 176"/>
                  <a:gd name="T36" fmla="*/ 60 w 264"/>
                  <a:gd name="T37" fmla="*/ 158 h 176"/>
                  <a:gd name="T38" fmla="*/ 61 w 264"/>
                  <a:gd name="T39" fmla="*/ 158 h 176"/>
                  <a:gd name="T40" fmla="*/ 65 w 264"/>
                  <a:gd name="T41" fmla="*/ 159 h 176"/>
                  <a:gd name="T42" fmla="*/ 80 w 264"/>
                  <a:gd name="T43" fmla="*/ 159 h 176"/>
                  <a:gd name="T44" fmla="*/ 88 w 264"/>
                  <a:gd name="T45" fmla="*/ 167 h 176"/>
                  <a:gd name="T46" fmla="*/ 80 w 264"/>
                  <a:gd name="T47" fmla="*/ 176 h 176"/>
                  <a:gd name="T48" fmla="*/ 63 w 264"/>
                  <a:gd name="T49" fmla="*/ 176 h 176"/>
                  <a:gd name="T50" fmla="*/ 62 w 264"/>
                  <a:gd name="T51" fmla="*/ 176 h 176"/>
                  <a:gd name="T52" fmla="*/ 0 w 264"/>
                  <a:gd name="T53" fmla="*/ 114 h 176"/>
                  <a:gd name="T54" fmla="*/ 62 w 264"/>
                  <a:gd name="T55" fmla="*/ 53 h 176"/>
                  <a:gd name="T56" fmla="*/ 73 w 264"/>
                  <a:gd name="T57" fmla="*/ 54 h 176"/>
                  <a:gd name="T58" fmla="*/ 141 w 264"/>
                  <a:gd name="T59" fmla="*/ 0 h 176"/>
                  <a:gd name="T60" fmla="*/ 211 w 264"/>
                  <a:gd name="T61" fmla="*/ 70 h 176"/>
                  <a:gd name="T62" fmla="*/ 211 w 264"/>
                  <a:gd name="T63" fmla="*/ 70 h 176"/>
                  <a:gd name="T64" fmla="*/ 211 w 264"/>
                  <a:gd name="T65" fmla="*/ 70 h 176"/>
                  <a:gd name="T66" fmla="*/ 264 w 264"/>
                  <a:gd name="T67" fmla="*/ 123 h 176"/>
                  <a:gd name="T68" fmla="*/ 211 w 264"/>
                  <a:gd name="T69" fmla="*/ 176 h 176"/>
                  <a:gd name="T70" fmla="*/ 210 w 264"/>
                  <a:gd name="T71" fmla="*/ 176 h 176"/>
                  <a:gd name="T72" fmla="*/ 193 w 264"/>
                  <a:gd name="T73" fmla="*/ 176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64" h="176">
                    <a:moveTo>
                      <a:pt x="193" y="176"/>
                    </a:moveTo>
                    <a:cubicBezTo>
                      <a:pt x="188" y="176"/>
                      <a:pt x="184" y="172"/>
                      <a:pt x="184" y="167"/>
                    </a:cubicBezTo>
                    <a:cubicBezTo>
                      <a:pt x="184" y="162"/>
                      <a:pt x="188" y="159"/>
                      <a:pt x="193" y="159"/>
                    </a:cubicBezTo>
                    <a:cubicBezTo>
                      <a:pt x="211" y="158"/>
                      <a:pt x="211" y="158"/>
                      <a:pt x="211" y="158"/>
                    </a:cubicBezTo>
                    <a:cubicBezTo>
                      <a:pt x="211" y="158"/>
                      <a:pt x="212" y="158"/>
                      <a:pt x="212" y="158"/>
                    </a:cubicBezTo>
                    <a:cubicBezTo>
                      <a:pt x="212" y="158"/>
                      <a:pt x="212" y="158"/>
                      <a:pt x="212" y="158"/>
                    </a:cubicBezTo>
                    <a:cubicBezTo>
                      <a:pt x="231" y="158"/>
                      <a:pt x="246" y="142"/>
                      <a:pt x="246" y="123"/>
                    </a:cubicBezTo>
                    <a:cubicBezTo>
                      <a:pt x="246" y="104"/>
                      <a:pt x="231" y="88"/>
                      <a:pt x="211" y="88"/>
                    </a:cubicBezTo>
                    <a:cubicBezTo>
                      <a:pt x="209" y="88"/>
                      <a:pt x="206" y="88"/>
                      <a:pt x="203" y="89"/>
                    </a:cubicBezTo>
                    <a:cubicBezTo>
                      <a:pt x="201" y="90"/>
                      <a:pt x="198" y="89"/>
                      <a:pt x="195" y="87"/>
                    </a:cubicBezTo>
                    <a:cubicBezTo>
                      <a:pt x="193" y="85"/>
                      <a:pt x="192" y="82"/>
                      <a:pt x="193" y="79"/>
                    </a:cubicBezTo>
                    <a:cubicBezTo>
                      <a:pt x="193" y="76"/>
                      <a:pt x="194" y="73"/>
                      <a:pt x="194" y="70"/>
                    </a:cubicBezTo>
                    <a:cubicBezTo>
                      <a:pt x="194" y="41"/>
                      <a:pt x="170" y="18"/>
                      <a:pt x="141" y="18"/>
                    </a:cubicBezTo>
                    <a:cubicBezTo>
                      <a:pt x="113" y="18"/>
                      <a:pt x="91" y="38"/>
                      <a:pt x="88" y="66"/>
                    </a:cubicBezTo>
                    <a:cubicBezTo>
                      <a:pt x="88" y="68"/>
                      <a:pt x="87" y="71"/>
                      <a:pt x="84" y="72"/>
                    </a:cubicBezTo>
                    <a:cubicBezTo>
                      <a:pt x="82" y="74"/>
                      <a:pt x="79" y="74"/>
                      <a:pt x="77" y="73"/>
                    </a:cubicBezTo>
                    <a:cubicBezTo>
                      <a:pt x="71" y="71"/>
                      <a:pt x="67" y="70"/>
                      <a:pt x="62" y="70"/>
                    </a:cubicBezTo>
                    <a:cubicBezTo>
                      <a:pt x="37" y="70"/>
                      <a:pt x="18" y="90"/>
                      <a:pt x="18" y="114"/>
                    </a:cubicBezTo>
                    <a:cubicBezTo>
                      <a:pt x="18" y="138"/>
                      <a:pt x="37" y="158"/>
                      <a:pt x="60" y="158"/>
                    </a:cubicBezTo>
                    <a:cubicBezTo>
                      <a:pt x="61" y="158"/>
                      <a:pt x="61" y="158"/>
                      <a:pt x="61" y="158"/>
                    </a:cubicBezTo>
                    <a:cubicBezTo>
                      <a:pt x="65" y="159"/>
                      <a:pt x="65" y="159"/>
                      <a:pt x="65" y="159"/>
                    </a:cubicBezTo>
                    <a:cubicBezTo>
                      <a:pt x="80" y="159"/>
                      <a:pt x="80" y="159"/>
                      <a:pt x="80" y="159"/>
                    </a:cubicBezTo>
                    <a:cubicBezTo>
                      <a:pt x="85" y="159"/>
                      <a:pt x="88" y="162"/>
                      <a:pt x="88" y="167"/>
                    </a:cubicBezTo>
                    <a:cubicBezTo>
                      <a:pt x="88" y="172"/>
                      <a:pt x="85" y="176"/>
                      <a:pt x="80" y="176"/>
                    </a:cubicBezTo>
                    <a:cubicBezTo>
                      <a:pt x="63" y="176"/>
                      <a:pt x="63" y="176"/>
                      <a:pt x="63" y="176"/>
                    </a:cubicBezTo>
                    <a:cubicBezTo>
                      <a:pt x="62" y="176"/>
                      <a:pt x="62" y="176"/>
                      <a:pt x="62" y="176"/>
                    </a:cubicBezTo>
                    <a:cubicBezTo>
                      <a:pt x="28" y="176"/>
                      <a:pt x="0" y="148"/>
                      <a:pt x="0" y="114"/>
                    </a:cubicBezTo>
                    <a:cubicBezTo>
                      <a:pt x="0" y="80"/>
                      <a:pt x="28" y="53"/>
                      <a:pt x="62" y="53"/>
                    </a:cubicBezTo>
                    <a:cubicBezTo>
                      <a:pt x="65" y="53"/>
                      <a:pt x="69" y="53"/>
                      <a:pt x="73" y="54"/>
                    </a:cubicBezTo>
                    <a:cubicBezTo>
                      <a:pt x="80" y="23"/>
                      <a:pt x="108" y="0"/>
                      <a:pt x="141" y="0"/>
                    </a:cubicBezTo>
                    <a:cubicBezTo>
                      <a:pt x="180" y="0"/>
                      <a:pt x="211" y="32"/>
                      <a:pt x="211" y="70"/>
                    </a:cubicBezTo>
                    <a:cubicBezTo>
                      <a:pt x="211" y="70"/>
                      <a:pt x="211" y="70"/>
                      <a:pt x="211" y="70"/>
                    </a:cubicBezTo>
                    <a:cubicBezTo>
                      <a:pt x="211" y="70"/>
                      <a:pt x="211" y="70"/>
                      <a:pt x="211" y="70"/>
                    </a:cubicBezTo>
                    <a:cubicBezTo>
                      <a:pt x="240" y="70"/>
                      <a:pt x="264" y="94"/>
                      <a:pt x="264" y="123"/>
                    </a:cubicBezTo>
                    <a:cubicBezTo>
                      <a:pt x="264" y="152"/>
                      <a:pt x="240" y="176"/>
                      <a:pt x="211" y="176"/>
                    </a:cubicBezTo>
                    <a:cubicBezTo>
                      <a:pt x="211" y="176"/>
                      <a:pt x="211" y="176"/>
                      <a:pt x="210" y="176"/>
                    </a:cubicBezTo>
                    <a:lnTo>
                      <a:pt x="193" y="176"/>
                    </a:lnTo>
                    <a:close/>
                  </a:path>
                </a:pathLst>
              </a:cu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Light"/>
                  <a:ea typeface="Helvetica Neue"/>
                  <a:cs typeface="Helvetica Neue"/>
                  <a:sym typeface="Helvetica Neue Medium"/>
                </a:endParaRPr>
              </a:p>
            </p:txBody>
          </p:sp>
          <p:sp>
            <p:nvSpPr>
              <p:cNvPr id="61" name="Freeform 31">
                <a:extLst>
                  <a:ext uri="{FF2B5EF4-FFF2-40B4-BE49-F238E27FC236}">
                    <a16:creationId xmlns:a16="http://schemas.microsoft.com/office/drawing/2014/main" id="{4A94C27F-A360-A070-06E1-07B6F008B75B}"/>
                  </a:ext>
                </a:extLst>
              </p:cNvPr>
              <p:cNvSpPr>
                <a:spLocks/>
              </p:cNvSpPr>
              <p:nvPr/>
            </p:nvSpPr>
            <p:spPr bwMode="auto">
              <a:xfrm>
                <a:off x="3167013" y="2610772"/>
                <a:ext cx="130772" cy="220640"/>
              </a:xfrm>
              <a:custGeom>
                <a:avLst/>
                <a:gdLst>
                  <a:gd name="T0" fmla="*/ 211 w 211"/>
                  <a:gd name="T1" fmla="*/ 146 h 356"/>
                  <a:gd name="T2" fmla="*/ 127 w 211"/>
                  <a:gd name="T3" fmla="*/ 146 h 356"/>
                  <a:gd name="T4" fmla="*/ 127 w 211"/>
                  <a:gd name="T5" fmla="*/ 0 h 356"/>
                  <a:gd name="T6" fmla="*/ 0 w 211"/>
                  <a:gd name="T7" fmla="*/ 210 h 356"/>
                  <a:gd name="T8" fmla="*/ 84 w 211"/>
                  <a:gd name="T9" fmla="*/ 210 h 356"/>
                  <a:gd name="T10" fmla="*/ 84 w 211"/>
                  <a:gd name="T11" fmla="*/ 356 h 356"/>
                  <a:gd name="T12" fmla="*/ 211 w 211"/>
                  <a:gd name="T13" fmla="*/ 146 h 356"/>
                </a:gdLst>
                <a:ahLst/>
                <a:cxnLst>
                  <a:cxn ang="0">
                    <a:pos x="T0" y="T1"/>
                  </a:cxn>
                  <a:cxn ang="0">
                    <a:pos x="T2" y="T3"/>
                  </a:cxn>
                  <a:cxn ang="0">
                    <a:pos x="T4" y="T5"/>
                  </a:cxn>
                  <a:cxn ang="0">
                    <a:pos x="T6" y="T7"/>
                  </a:cxn>
                  <a:cxn ang="0">
                    <a:pos x="T8" y="T9"/>
                  </a:cxn>
                  <a:cxn ang="0">
                    <a:pos x="T10" y="T11"/>
                  </a:cxn>
                  <a:cxn ang="0">
                    <a:pos x="T12" y="T13"/>
                  </a:cxn>
                </a:cxnLst>
                <a:rect l="0" t="0" r="r" b="b"/>
                <a:pathLst>
                  <a:path w="211" h="356">
                    <a:moveTo>
                      <a:pt x="211" y="146"/>
                    </a:moveTo>
                    <a:lnTo>
                      <a:pt x="127" y="146"/>
                    </a:lnTo>
                    <a:lnTo>
                      <a:pt x="127" y="0"/>
                    </a:lnTo>
                    <a:lnTo>
                      <a:pt x="0" y="210"/>
                    </a:lnTo>
                    <a:lnTo>
                      <a:pt x="84" y="210"/>
                    </a:lnTo>
                    <a:lnTo>
                      <a:pt x="84" y="356"/>
                    </a:lnTo>
                    <a:lnTo>
                      <a:pt x="211" y="146"/>
                    </a:lnTo>
                    <a:close/>
                  </a:path>
                </a:pathLst>
              </a:cu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Light"/>
                  <a:ea typeface="Helvetica Neue"/>
                  <a:cs typeface="Helvetica Neue"/>
                  <a:sym typeface="Helvetica Neue Medium"/>
                </a:endParaRPr>
              </a:p>
            </p:txBody>
          </p:sp>
        </p:grpSp>
        <p:sp>
          <p:nvSpPr>
            <p:cNvPr id="58" name="object 6">
              <a:extLst>
                <a:ext uri="{FF2B5EF4-FFF2-40B4-BE49-F238E27FC236}">
                  <a16:creationId xmlns:a16="http://schemas.microsoft.com/office/drawing/2014/main" id="{17CDE6D8-D537-2658-2E3E-457E868B73F6}"/>
                </a:ext>
              </a:extLst>
            </p:cNvPr>
            <p:cNvSpPr/>
            <p:nvPr/>
          </p:nvSpPr>
          <p:spPr>
            <a:xfrm flipV="1">
              <a:off x="3376207" y="2570904"/>
              <a:ext cx="4015193" cy="57995"/>
            </a:xfrm>
            <a:custGeom>
              <a:avLst/>
              <a:gdLst/>
              <a:ahLst/>
              <a:cxnLst/>
              <a:rect l="l" t="t" r="r" b="b"/>
              <a:pathLst>
                <a:path w="3613150">
                  <a:moveTo>
                    <a:pt x="0" y="0"/>
                  </a:moveTo>
                  <a:lnTo>
                    <a:pt x="3613044" y="0"/>
                  </a:lnTo>
                </a:path>
              </a:pathLst>
            </a:custGeom>
            <a:ln w="9532">
              <a:solidFill>
                <a:srgbClr val="00AA7E"/>
              </a:solidFill>
            </a:ln>
          </p:spPr>
          <p:txBody>
            <a:bodyPr wrap="square" lIns="0" tIns="0" rIns="0" bIns="0" rtlCol="0"/>
            <a:lstStyle/>
            <a:p>
              <a:endParaRPr/>
            </a:p>
          </p:txBody>
        </p:sp>
      </p:grpSp>
      <p:grpSp>
        <p:nvGrpSpPr>
          <p:cNvPr id="62" name="Group 61">
            <a:extLst>
              <a:ext uri="{FF2B5EF4-FFF2-40B4-BE49-F238E27FC236}">
                <a16:creationId xmlns:a16="http://schemas.microsoft.com/office/drawing/2014/main" id="{9E76D736-0A2C-027E-F129-CD5C95D5207A}"/>
              </a:ext>
            </a:extLst>
          </p:cNvPr>
          <p:cNvGrpSpPr/>
          <p:nvPr/>
        </p:nvGrpSpPr>
        <p:grpSpPr>
          <a:xfrm>
            <a:off x="7509048" y="1573917"/>
            <a:ext cx="4501665" cy="424565"/>
            <a:chOff x="2915135" y="6239199"/>
            <a:chExt cx="4501665" cy="424565"/>
          </a:xfrm>
        </p:grpSpPr>
        <p:pic>
          <p:nvPicPr>
            <p:cNvPr id="63" name="object 23">
              <a:extLst>
                <a:ext uri="{FF2B5EF4-FFF2-40B4-BE49-F238E27FC236}">
                  <a16:creationId xmlns:a16="http://schemas.microsoft.com/office/drawing/2014/main" id="{009881D6-5A96-D41C-AD9C-4A609D3DFB40}"/>
                </a:ext>
              </a:extLst>
            </p:cNvPr>
            <p:cNvPicPr/>
            <p:nvPr/>
          </p:nvPicPr>
          <p:blipFill>
            <a:blip r:embed="rId5" cstate="print"/>
            <a:stretch>
              <a:fillRect/>
            </a:stretch>
          </p:blipFill>
          <p:spPr>
            <a:xfrm>
              <a:off x="7168993" y="6318644"/>
              <a:ext cx="162060" cy="103902"/>
            </a:xfrm>
            <a:prstGeom prst="rect">
              <a:avLst/>
            </a:prstGeom>
          </p:spPr>
        </p:pic>
        <p:sp>
          <p:nvSpPr>
            <p:cNvPr id="64" name="object 32">
              <a:extLst>
                <a:ext uri="{FF2B5EF4-FFF2-40B4-BE49-F238E27FC236}">
                  <a16:creationId xmlns:a16="http://schemas.microsoft.com/office/drawing/2014/main" id="{643B1173-0BC5-C3F9-5D96-0EBBF8031F4C}"/>
                </a:ext>
              </a:extLst>
            </p:cNvPr>
            <p:cNvSpPr txBox="1"/>
            <p:nvPr/>
          </p:nvSpPr>
          <p:spPr>
            <a:xfrm>
              <a:off x="3498830" y="6239199"/>
              <a:ext cx="2033903" cy="259045"/>
            </a:xfrm>
            <a:prstGeom prst="rect">
              <a:avLst/>
            </a:prstGeom>
          </p:spPr>
          <p:txBody>
            <a:bodyPr vert="horz" wrap="square" lIns="0" tIns="12700" rIns="0" bIns="0" rtlCol="0">
              <a:spAutoFit/>
            </a:bodyPr>
            <a:lstStyle/>
            <a:p>
              <a:pPr marL="12700">
                <a:lnSpc>
                  <a:spcPct val="100000"/>
                </a:lnSpc>
                <a:spcBef>
                  <a:spcPts val="100"/>
                </a:spcBef>
              </a:pPr>
              <a:r>
                <a:rPr lang="en-AU" sz="1600" b="1">
                  <a:solidFill>
                    <a:srgbClr val="0E2A3F"/>
                  </a:solidFill>
                  <a:latin typeface="Roboto"/>
                  <a:cs typeface="Roboto"/>
                </a:rPr>
                <a:t>Solution</a:t>
              </a:r>
              <a:endParaRPr sz="1600">
                <a:solidFill>
                  <a:srgbClr val="0E2A3F"/>
                </a:solidFill>
                <a:latin typeface="Roboto"/>
                <a:cs typeface="Roboto"/>
              </a:endParaRPr>
            </a:p>
          </p:txBody>
        </p:sp>
        <p:grpSp>
          <p:nvGrpSpPr>
            <p:cNvPr id="65" name="Group 64">
              <a:extLst>
                <a:ext uri="{FF2B5EF4-FFF2-40B4-BE49-F238E27FC236}">
                  <a16:creationId xmlns:a16="http://schemas.microsoft.com/office/drawing/2014/main" id="{1DC3AA7A-E97D-47F4-1312-B04E2975997B}"/>
                </a:ext>
              </a:extLst>
            </p:cNvPr>
            <p:cNvGrpSpPr/>
            <p:nvPr/>
          </p:nvGrpSpPr>
          <p:grpSpPr>
            <a:xfrm>
              <a:off x="2915135" y="6368440"/>
              <a:ext cx="404366" cy="295324"/>
              <a:chOff x="2943269" y="5969255"/>
              <a:chExt cx="404366" cy="295324"/>
            </a:xfrm>
          </p:grpSpPr>
          <p:sp>
            <p:nvSpPr>
              <p:cNvPr id="67" name="Freeform 11">
                <a:extLst>
                  <a:ext uri="{FF2B5EF4-FFF2-40B4-BE49-F238E27FC236}">
                    <a16:creationId xmlns:a16="http://schemas.microsoft.com/office/drawing/2014/main" id="{7A14ABC9-4CDE-77E8-7CDF-92362F02B5C9}"/>
                  </a:ext>
                </a:extLst>
              </p:cNvPr>
              <p:cNvSpPr>
                <a:spLocks noEditPoints="1"/>
              </p:cNvSpPr>
              <p:nvPr/>
            </p:nvSpPr>
            <p:spPr bwMode="auto">
              <a:xfrm rot="21036247">
                <a:off x="3009452" y="6097694"/>
                <a:ext cx="101444" cy="101444"/>
              </a:xfrm>
              <a:custGeom>
                <a:avLst/>
                <a:gdLst>
                  <a:gd name="T0" fmla="*/ 28 w 56"/>
                  <a:gd name="T1" fmla="*/ 0 h 56"/>
                  <a:gd name="T2" fmla="*/ 0 w 56"/>
                  <a:gd name="T3" fmla="*/ 28 h 56"/>
                  <a:gd name="T4" fmla="*/ 28 w 56"/>
                  <a:gd name="T5" fmla="*/ 56 h 56"/>
                  <a:gd name="T6" fmla="*/ 56 w 56"/>
                  <a:gd name="T7" fmla="*/ 28 h 56"/>
                  <a:gd name="T8" fmla="*/ 28 w 56"/>
                  <a:gd name="T9" fmla="*/ 0 h 56"/>
                  <a:gd name="T10" fmla="*/ 28 w 56"/>
                  <a:gd name="T11" fmla="*/ 53 h 56"/>
                  <a:gd name="T12" fmla="*/ 4 w 56"/>
                  <a:gd name="T13" fmla="*/ 28 h 56"/>
                  <a:gd name="T14" fmla="*/ 28 w 56"/>
                  <a:gd name="T15" fmla="*/ 4 h 56"/>
                  <a:gd name="T16" fmla="*/ 53 w 56"/>
                  <a:gd name="T17" fmla="*/ 28 h 56"/>
                  <a:gd name="T18" fmla="*/ 28 w 56"/>
                  <a:gd name="T19" fmla="*/ 53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6" h="56">
                    <a:moveTo>
                      <a:pt x="28" y="0"/>
                    </a:moveTo>
                    <a:cubicBezTo>
                      <a:pt x="13" y="0"/>
                      <a:pt x="0" y="13"/>
                      <a:pt x="0" y="28"/>
                    </a:cubicBezTo>
                    <a:cubicBezTo>
                      <a:pt x="0" y="43"/>
                      <a:pt x="13" y="56"/>
                      <a:pt x="28" y="56"/>
                    </a:cubicBezTo>
                    <a:cubicBezTo>
                      <a:pt x="43" y="56"/>
                      <a:pt x="56" y="43"/>
                      <a:pt x="56" y="28"/>
                    </a:cubicBezTo>
                    <a:cubicBezTo>
                      <a:pt x="56" y="13"/>
                      <a:pt x="43" y="0"/>
                      <a:pt x="28" y="0"/>
                    </a:cubicBezTo>
                    <a:close/>
                    <a:moveTo>
                      <a:pt x="28" y="53"/>
                    </a:moveTo>
                    <a:cubicBezTo>
                      <a:pt x="14" y="53"/>
                      <a:pt x="4" y="42"/>
                      <a:pt x="4" y="28"/>
                    </a:cubicBezTo>
                    <a:cubicBezTo>
                      <a:pt x="4" y="14"/>
                      <a:pt x="14" y="4"/>
                      <a:pt x="28" y="4"/>
                    </a:cubicBezTo>
                    <a:cubicBezTo>
                      <a:pt x="42" y="4"/>
                      <a:pt x="53" y="14"/>
                      <a:pt x="53" y="28"/>
                    </a:cubicBezTo>
                    <a:cubicBezTo>
                      <a:pt x="53" y="42"/>
                      <a:pt x="42" y="53"/>
                      <a:pt x="28" y="53"/>
                    </a:cubicBezTo>
                    <a:close/>
                  </a:path>
                </a:pathLst>
              </a:cu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Light"/>
                  <a:ea typeface="Helvetica Neue"/>
                  <a:cs typeface="Helvetica Neue"/>
                  <a:sym typeface="Helvetica Neue Medium"/>
                </a:endParaRPr>
              </a:p>
            </p:txBody>
          </p:sp>
          <p:sp>
            <p:nvSpPr>
              <p:cNvPr id="68" name="Freeform 10">
                <a:extLst>
                  <a:ext uri="{FF2B5EF4-FFF2-40B4-BE49-F238E27FC236}">
                    <a16:creationId xmlns:a16="http://schemas.microsoft.com/office/drawing/2014/main" id="{55978F63-6857-4BB4-F1EA-DE8FCD3C200D}"/>
                  </a:ext>
                </a:extLst>
              </p:cNvPr>
              <p:cNvSpPr>
                <a:spLocks noEditPoints="1"/>
              </p:cNvSpPr>
              <p:nvPr/>
            </p:nvSpPr>
            <p:spPr bwMode="auto">
              <a:xfrm rot="21036247">
                <a:off x="3152527" y="5969255"/>
                <a:ext cx="195108" cy="195107"/>
              </a:xfrm>
              <a:custGeom>
                <a:avLst/>
                <a:gdLst>
                  <a:gd name="T0" fmla="*/ 109 w 128"/>
                  <a:gd name="T1" fmla="*/ 48 h 128"/>
                  <a:gd name="T2" fmla="*/ 114 w 128"/>
                  <a:gd name="T3" fmla="*/ 33 h 128"/>
                  <a:gd name="T4" fmla="*/ 105 w 128"/>
                  <a:gd name="T5" fmla="*/ 15 h 128"/>
                  <a:gd name="T6" fmla="*/ 95 w 128"/>
                  <a:gd name="T7" fmla="*/ 14 h 128"/>
                  <a:gd name="T8" fmla="*/ 80 w 128"/>
                  <a:gd name="T9" fmla="*/ 19 h 128"/>
                  <a:gd name="T10" fmla="*/ 69 w 128"/>
                  <a:gd name="T11" fmla="*/ 0 h 128"/>
                  <a:gd name="T12" fmla="*/ 51 w 128"/>
                  <a:gd name="T13" fmla="*/ 6 h 128"/>
                  <a:gd name="T14" fmla="*/ 43 w 128"/>
                  <a:gd name="T15" fmla="*/ 21 h 128"/>
                  <a:gd name="T16" fmla="*/ 28 w 128"/>
                  <a:gd name="T17" fmla="*/ 13 h 128"/>
                  <a:gd name="T18" fmla="*/ 15 w 128"/>
                  <a:gd name="T19" fmla="*/ 23 h 128"/>
                  <a:gd name="T20" fmla="*/ 21 w 128"/>
                  <a:gd name="T21" fmla="*/ 43 h 128"/>
                  <a:gd name="T22" fmla="*/ 6 w 128"/>
                  <a:gd name="T23" fmla="*/ 51 h 128"/>
                  <a:gd name="T24" fmla="*/ 0 w 128"/>
                  <a:gd name="T25" fmla="*/ 69 h 128"/>
                  <a:gd name="T26" fmla="*/ 19 w 128"/>
                  <a:gd name="T27" fmla="*/ 80 h 128"/>
                  <a:gd name="T28" fmla="*/ 14 w 128"/>
                  <a:gd name="T29" fmla="*/ 95 h 128"/>
                  <a:gd name="T30" fmla="*/ 23 w 128"/>
                  <a:gd name="T31" fmla="*/ 113 h 128"/>
                  <a:gd name="T32" fmla="*/ 33 w 128"/>
                  <a:gd name="T33" fmla="*/ 114 h 128"/>
                  <a:gd name="T34" fmla="*/ 48 w 128"/>
                  <a:gd name="T35" fmla="*/ 109 h 128"/>
                  <a:gd name="T36" fmla="*/ 59 w 128"/>
                  <a:gd name="T37" fmla="*/ 128 h 128"/>
                  <a:gd name="T38" fmla="*/ 77 w 128"/>
                  <a:gd name="T39" fmla="*/ 122 h 128"/>
                  <a:gd name="T40" fmla="*/ 85 w 128"/>
                  <a:gd name="T41" fmla="*/ 107 h 128"/>
                  <a:gd name="T42" fmla="*/ 100 w 128"/>
                  <a:gd name="T43" fmla="*/ 115 h 128"/>
                  <a:gd name="T44" fmla="*/ 113 w 128"/>
                  <a:gd name="T45" fmla="*/ 105 h 128"/>
                  <a:gd name="T46" fmla="*/ 107 w 128"/>
                  <a:gd name="T47" fmla="*/ 85 h 128"/>
                  <a:gd name="T48" fmla="*/ 122 w 128"/>
                  <a:gd name="T49" fmla="*/ 77 h 128"/>
                  <a:gd name="T50" fmla="*/ 128 w 128"/>
                  <a:gd name="T51" fmla="*/ 59 h 128"/>
                  <a:gd name="T52" fmla="*/ 108 w 128"/>
                  <a:gd name="T53" fmla="*/ 72 h 128"/>
                  <a:gd name="T54" fmla="*/ 100 w 128"/>
                  <a:gd name="T55" fmla="*/ 81 h 128"/>
                  <a:gd name="T56" fmla="*/ 107 w 128"/>
                  <a:gd name="T57" fmla="*/ 100 h 128"/>
                  <a:gd name="T58" fmla="*/ 89 w 128"/>
                  <a:gd name="T59" fmla="*/ 101 h 128"/>
                  <a:gd name="T60" fmla="*/ 81 w 128"/>
                  <a:gd name="T61" fmla="*/ 100 h 128"/>
                  <a:gd name="T62" fmla="*/ 72 w 128"/>
                  <a:gd name="T63" fmla="*/ 108 h 128"/>
                  <a:gd name="T64" fmla="*/ 59 w 128"/>
                  <a:gd name="T65" fmla="*/ 120 h 128"/>
                  <a:gd name="T66" fmla="*/ 51 w 128"/>
                  <a:gd name="T67" fmla="*/ 102 h 128"/>
                  <a:gd name="T68" fmla="*/ 43 w 128"/>
                  <a:gd name="T69" fmla="*/ 99 h 128"/>
                  <a:gd name="T70" fmla="*/ 28 w 128"/>
                  <a:gd name="T71" fmla="*/ 107 h 128"/>
                  <a:gd name="T72" fmla="*/ 27 w 128"/>
                  <a:gd name="T73" fmla="*/ 89 h 128"/>
                  <a:gd name="T74" fmla="*/ 26 w 128"/>
                  <a:gd name="T75" fmla="*/ 77 h 128"/>
                  <a:gd name="T76" fmla="*/ 8 w 128"/>
                  <a:gd name="T77" fmla="*/ 69 h 128"/>
                  <a:gd name="T78" fmla="*/ 20 w 128"/>
                  <a:gd name="T79" fmla="*/ 56 h 128"/>
                  <a:gd name="T80" fmla="*/ 28 w 128"/>
                  <a:gd name="T81" fmla="*/ 47 h 128"/>
                  <a:gd name="T82" fmla="*/ 21 w 128"/>
                  <a:gd name="T83" fmla="*/ 28 h 128"/>
                  <a:gd name="T84" fmla="*/ 39 w 128"/>
                  <a:gd name="T85" fmla="*/ 27 h 128"/>
                  <a:gd name="T86" fmla="*/ 47 w 128"/>
                  <a:gd name="T87" fmla="*/ 28 h 128"/>
                  <a:gd name="T88" fmla="*/ 56 w 128"/>
                  <a:gd name="T89" fmla="*/ 20 h 128"/>
                  <a:gd name="T90" fmla="*/ 69 w 128"/>
                  <a:gd name="T91" fmla="*/ 8 h 128"/>
                  <a:gd name="T92" fmla="*/ 77 w 128"/>
                  <a:gd name="T93" fmla="*/ 26 h 128"/>
                  <a:gd name="T94" fmla="*/ 85 w 128"/>
                  <a:gd name="T95" fmla="*/ 29 h 128"/>
                  <a:gd name="T96" fmla="*/ 100 w 128"/>
                  <a:gd name="T97" fmla="*/ 21 h 128"/>
                  <a:gd name="T98" fmla="*/ 101 w 128"/>
                  <a:gd name="T99" fmla="*/ 39 h 128"/>
                  <a:gd name="T100" fmla="*/ 102 w 128"/>
                  <a:gd name="T101" fmla="*/ 51 h 128"/>
                  <a:gd name="T102" fmla="*/ 120 w 128"/>
                  <a:gd name="T103" fmla="*/ 59 h 128"/>
                  <a:gd name="T104" fmla="*/ 108 w 128"/>
                  <a:gd name="T105" fmla="*/ 72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28" h="128">
                    <a:moveTo>
                      <a:pt x="122" y="51"/>
                    </a:moveTo>
                    <a:cubicBezTo>
                      <a:pt x="109" y="48"/>
                      <a:pt x="109" y="48"/>
                      <a:pt x="109" y="48"/>
                    </a:cubicBezTo>
                    <a:cubicBezTo>
                      <a:pt x="109" y="46"/>
                      <a:pt x="108" y="45"/>
                      <a:pt x="107" y="43"/>
                    </a:cubicBezTo>
                    <a:cubicBezTo>
                      <a:pt x="114" y="33"/>
                      <a:pt x="114" y="33"/>
                      <a:pt x="114" y="33"/>
                    </a:cubicBezTo>
                    <a:cubicBezTo>
                      <a:pt x="116" y="30"/>
                      <a:pt x="116" y="25"/>
                      <a:pt x="113" y="23"/>
                    </a:cubicBezTo>
                    <a:cubicBezTo>
                      <a:pt x="105" y="15"/>
                      <a:pt x="105" y="15"/>
                      <a:pt x="105" y="15"/>
                    </a:cubicBezTo>
                    <a:cubicBezTo>
                      <a:pt x="104" y="13"/>
                      <a:pt x="102" y="13"/>
                      <a:pt x="100" y="13"/>
                    </a:cubicBezTo>
                    <a:cubicBezTo>
                      <a:pt x="98" y="13"/>
                      <a:pt x="97" y="13"/>
                      <a:pt x="95" y="14"/>
                    </a:cubicBezTo>
                    <a:cubicBezTo>
                      <a:pt x="85" y="21"/>
                      <a:pt x="85" y="21"/>
                      <a:pt x="85" y="21"/>
                    </a:cubicBezTo>
                    <a:cubicBezTo>
                      <a:pt x="83" y="20"/>
                      <a:pt x="82" y="19"/>
                      <a:pt x="80" y="19"/>
                    </a:cubicBezTo>
                    <a:cubicBezTo>
                      <a:pt x="77" y="6"/>
                      <a:pt x="77" y="6"/>
                      <a:pt x="77" y="6"/>
                    </a:cubicBezTo>
                    <a:cubicBezTo>
                      <a:pt x="77" y="3"/>
                      <a:pt x="73" y="0"/>
                      <a:pt x="69" y="0"/>
                    </a:cubicBezTo>
                    <a:cubicBezTo>
                      <a:pt x="59" y="0"/>
                      <a:pt x="59" y="0"/>
                      <a:pt x="59" y="0"/>
                    </a:cubicBezTo>
                    <a:cubicBezTo>
                      <a:pt x="55" y="0"/>
                      <a:pt x="51" y="3"/>
                      <a:pt x="51" y="6"/>
                    </a:cubicBezTo>
                    <a:cubicBezTo>
                      <a:pt x="48" y="19"/>
                      <a:pt x="48" y="19"/>
                      <a:pt x="48" y="19"/>
                    </a:cubicBezTo>
                    <a:cubicBezTo>
                      <a:pt x="46" y="19"/>
                      <a:pt x="45" y="20"/>
                      <a:pt x="43" y="21"/>
                    </a:cubicBezTo>
                    <a:cubicBezTo>
                      <a:pt x="33" y="14"/>
                      <a:pt x="33" y="14"/>
                      <a:pt x="33" y="14"/>
                    </a:cubicBezTo>
                    <a:cubicBezTo>
                      <a:pt x="31" y="13"/>
                      <a:pt x="30" y="13"/>
                      <a:pt x="28" y="13"/>
                    </a:cubicBezTo>
                    <a:cubicBezTo>
                      <a:pt x="26" y="13"/>
                      <a:pt x="24" y="13"/>
                      <a:pt x="23" y="15"/>
                    </a:cubicBezTo>
                    <a:cubicBezTo>
                      <a:pt x="15" y="23"/>
                      <a:pt x="15" y="23"/>
                      <a:pt x="15" y="23"/>
                    </a:cubicBezTo>
                    <a:cubicBezTo>
                      <a:pt x="12" y="25"/>
                      <a:pt x="12" y="30"/>
                      <a:pt x="14" y="33"/>
                    </a:cubicBezTo>
                    <a:cubicBezTo>
                      <a:pt x="21" y="43"/>
                      <a:pt x="21" y="43"/>
                      <a:pt x="21" y="43"/>
                    </a:cubicBezTo>
                    <a:cubicBezTo>
                      <a:pt x="20" y="45"/>
                      <a:pt x="19" y="46"/>
                      <a:pt x="19" y="48"/>
                    </a:cubicBezTo>
                    <a:cubicBezTo>
                      <a:pt x="6" y="51"/>
                      <a:pt x="6" y="51"/>
                      <a:pt x="6" y="51"/>
                    </a:cubicBezTo>
                    <a:cubicBezTo>
                      <a:pt x="3" y="51"/>
                      <a:pt x="0" y="55"/>
                      <a:pt x="0" y="59"/>
                    </a:cubicBezTo>
                    <a:cubicBezTo>
                      <a:pt x="0" y="69"/>
                      <a:pt x="0" y="69"/>
                      <a:pt x="0" y="69"/>
                    </a:cubicBezTo>
                    <a:cubicBezTo>
                      <a:pt x="0" y="73"/>
                      <a:pt x="3" y="77"/>
                      <a:pt x="6" y="77"/>
                    </a:cubicBezTo>
                    <a:cubicBezTo>
                      <a:pt x="19" y="80"/>
                      <a:pt x="19" y="80"/>
                      <a:pt x="19" y="80"/>
                    </a:cubicBezTo>
                    <a:cubicBezTo>
                      <a:pt x="19" y="82"/>
                      <a:pt x="20" y="83"/>
                      <a:pt x="21" y="85"/>
                    </a:cubicBezTo>
                    <a:cubicBezTo>
                      <a:pt x="14" y="95"/>
                      <a:pt x="14" y="95"/>
                      <a:pt x="14" y="95"/>
                    </a:cubicBezTo>
                    <a:cubicBezTo>
                      <a:pt x="12" y="98"/>
                      <a:pt x="12" y="103"/>
                      <a:pt x="15" y="105"/>
                    </a:cubicBezTo>
                    <a:cubicBezTo>
                      <a:pt x="23" y="113"/>
                      <a:pt x="23" y="113"/>
                      <a:pt x="23" y="113"/>
                    </a:cubicBezTo>
                    <a:cubicBezTo>
                      <a:pt x="24" y="115"/>
                      <a:pt x="26" y="115"/>
                      <a:pt x="28" y="115"/>
                    </a:cubicBezTo>
                    <a:cubicBezTo>
                      <a:pt x="30" y="115"/>
                      <a:pt x="31" y="115"/>
                      <a:pt x="33" y="114"/>
                    </a:cubicBezTo>
                    <a:cubicBezTo>
                      <a:pt x="43" y="107"/>
                      <a:pt x="43" y="107"/>
                      <a:pt x="43" y="107"/>
                    </a:cubicBezTo>
                    <a:cubicBezTo>
                      <a:pt x="45" y="108"/>
                      <a:pt x="46" y="109"/>
                      <a:pt x="48" y="109"/>
                    </a:cubicBezTo>
                    <a:cubicBezTo>
                      <a:pt x="51" y="122"/>
                      <a:pt x="51" y="122"/>
                      <a:pt x="51" y="122"/>
                    </a:cubicBezTo>
                    <a:cubicBezTo>
                      <a:pt x="51" y="125"/>
                      <a:pt x="55" y="128"/>
                      <a:pt x="59" y="128"/>
                    </a:cubicBezTo>
                    <a:cubicBezTo>
                      <a:pt x="69" y="128"/>
                      <a:pt x="69" y="128"/>
                      <a:pt x="69" y="128"/>
                    </a:cubicBezTo>
                    <a:cubicBezTo>
                      <a:pt x="73" y="128"/>
                      <a:pt x="77" y="125"/>
                      <a:pt x="77" y="122"/>
                    </a:cubicBezTo>
                    <a:cubicBezTo>
                      <a:pt x="80" y="109"/>
                      <a:pt x="80" y="109"/>
                      <a:pt x="80" y="109"/>
                    </a:cubicBezTo>
                    <a:cubicBezTo>
                      <a:pt x="82" y="109"/>
                      <a:pt x="83" y="108"/>
                      <a:pt x="85" y="107"/>
                    </a:cubicBezTo>
                    <a:cubicBezTo>
                      <a:pt x="95" y="114"/>
                      <a:pt x="95" y="114"/>
                      <a:pt x="95" y="114"/>
                    </a:cubicBezTo>
                    <a:cubicBezTo>
                      <a:pt x="97" y="115"/>
                      <a:pt x="98" y="115"/>
                      <a:pt x="100" y="115"/>
                    </a:cubicBezTo>
                    <a:cubicBezTo>
                      <a:pt x="102" y="115"/>
                      <a:pt x="104" y="115"/>
                      <a:pt x="105" y="113"/>
                    </a:cubicBezTo>
                    <a:cubicBezTo>
                      <a:pt x="113" y="105"/>
                      <a:pt x="113" y="105"/>
                      <a:pt x="113" y="105"/>
                    </a:cubicBezTo>
                    <a:cubicBezTo>
                      <a:pt x="116" y="103"/>
                      <a:pt x="116" y="98"/>
                      <a:pt x="114" y="95"/>
                    </a:cubicBezTo>
                    <a:cubicBezTo>
                      <a:pt x="107" y="85"/>
                      <a:pt x="107" y="85"/>
                      <a:pt x="107" y="85"/>
                    </a:cubicBezTo>
                    <a:cubicBezTo>
                      <a:pt x="108" y="83"/>
                      <a:pt x="109" y="82"/>
                      <a:pt x="109" y="80"/>
                    </a:cubicBezTo>
                    <a:cubicBezTo>
                      <a:pt x="122" y="77"/>
                      <a:pt x="122" y="77"/>
                      <a:pt x="122" y="77"/>
                    </a:cubicBezTo>
                    <a:cubicBezTo>
                      <a:pt x="125" y="77"/>
                      <a:pt x="128" y="73"/>
                      <a:pt x="128" y="69"/>
                    </a:cubicBezTo>
                    <a:cubicBezTo>
                      <a:pt x="128" y="59"/>
                      <a:pt x="128" y="59"/>
                      <a:pt x="128" y="59"/>
                    </a:cubicBezTo>
                    <a:cubicBezTo>
                      <a:pt x="128" y="55"/>
                      <a:pt x="125" y="51"/>
                      <a:pt x="122" y="51"/>
                    </a:cubicBezTo>
                    <a:close/>
                    <a:moveTo>
                      <a:pt x="108" y="72"/>
                    </a:moveTo>
                    <a:cubicBezTo>
                      <a:pt x="105" y="72"/>
                      <a:pt x="103" y="74"/>
                      <a:pt x="102" y="77"/>
                    </a:cubicBezTo>
                    <a:cubicBezTo>
                      <a:pt x="101" y="79"/>
                      <a:pt x="101" y="80"/>
                      <a:pt x="100" y="81"/>
                    </a:cubicBezTo>
                    <a:cubicBezTo>
                      <a:pt x="99" y="84"/>
                      <a:pt x="99" y="87"/>
                      <a:pt x="101" y="89"/>
                    </a:cubicBezTo>
                    <a:cubicBezTo>
                      <a:pt x="107" y="100"/>
                      <a:pt x="107" y="100"/>
                      <a:pt x="107" y="100"/>
                    </a:cubicBezTo>
                    <a:cubicBezTo>
                      <a:pt x="100" y="107"/>
                      <a:pt x="100" y="107"/>
                      <a:pt x="100" y="107"/>
                    </a:cubicBezTo>
                    <a:cubicBezTo>
                      <a:pt x="89" y="101"/>
                      <a:pt x="89" y="101"/>
                      <a:pt x="89" y="101"/>
                    </a:cubicBezTo>
                    <a:cubicBezTo>
                      <a:pt x="88" y="100"/>
                      <a:pt x="86" y="99"/>
                      <a:pt x="85" y="99"/>
                    </a:cubicBezTo>
                    <a:cubicBezTo>
                      <a:pt x="84" y="99"/>
                      <a:pt x="83" y="99"/>
                      <a:pt x="81" y="100"/>
                    </a:cubicBezTo>
                    <a:cubicBezTo>
                      <a:pt x="80" y="101"/>
                      <a:pt x="79" y="101"/>
                      <a:pt x="77" y="102"/>
                    </a:cubicBezTo>
                    <a:cubicBezTo>
                      <a:pt x="74" y="103"/>
                      <a:pt x="72" y="105"/>
                      <a:pt x="72" y="108"/>
                    </a:cubicBezTo>
                    <a:cubicBezTo>
                      <a:pt x="69" y="120"/>
                      <a:pt x="69" y="120"/>
                      <a:pt x="69" y="120"/>
                    </a:cubicBezTo>
                    <a:cubicBezTo>
                      <a:pt x="59" y="120"/>
                      <a:pt x="59" y="120"/>
                      <a:pt x="59" y="120"/>
                    </a:cubicBezTo>
                    <a:cubicBezTo>
                      <a:pt x="56" y="108"/>
                      <a:pt x="56" y="108"/>
                      <a:pt x="56" y="108"/>
                    </a:cubicBezTo>
                    <a:cubicBezTo>
                      <a:pt x="56" y="105"/>
                      <a:pt x="54" y="103"/>
                      <a:pt x="51" y="102"/>
                    </a:cubicBezTo>
                    <a:cubicBezTo>
                      <a:pt x="49" y="101"/>
                      <a:pt x="48" y="101"/>
                      <a:pt x="47" y="100"/>
                    </a:cubicBezTo>
                    <a:cubicBezTo>
                      <a:pt x="45" y="99"/>
                      <a:pt x="44" y="99"/>
                      <a:pt x="43" y="99"/>
                    </a:cubicBezTo>
                    <a:cubicBezTo>
                      <a:pt x="42" y="99"/>
                      <a:pt x="40" y="100"/>
                      <a:pt x="39" y="101"/>
                    </a:cubicBezTo>
                    <a:cubicBezTo>
                      <a:pt x="28" y="107"/>
                      <a:pt x="28" y="107"/>
                      <a:pt x="28" y="107"/>
                    </a:cubicBezTo>
                    <a:cubicBezTo>
                      <a:pt x="21" y="100"/>
                      <a:pt x="21" y="100"/>
                      <a:pt x="21" y="100"/>
                    </a:cubicBezTo>
                    <a:cubicBezTo>
                      <a:pt x="27" y="89"/>
                      <a:pt x="27" y="89"/>
                      <a:pt x="27" y="89"/>
                    </a:cubicBezTo>
                    <a:cubicBezTo>
                      <a:pt x="29" y="87"/>
                      <a:pt x="29" y="84"/>
                      <a:pt x="28" y="81"/>
                    </a:cubicBezTo>
                    <a:cubicBezTo>
                      <a:pt x="27" y="80"/>
                      <a:pt x="27" y="79"/>
                      <a:pt x="26" y="77"/>
                    </a:cubicBezTo>
                    <a:cubicBezTo>
                      <a:pt x="25" y="74"/>
                      <a:pt x="23" y="72"/>
                      <a:pt x="20" y="72"/>
                    </a:cubicBezTo>
                    <a:cubicBezTo>
                      <a:pt x="8" y="69"/>
                      <a:pt x="8" y="69"/>
                      <a:pt x="8" y="69"/>
                    </a:cubicBezTo>
                    <a:cubicBezTo>
                      <a:pt x="8" y="59"/>
                      <a:pt x="8" y="59"/>
                      <a:pt x="8" y="59"/>
                    </a:cubicBezTo>
                    <a:cubicBezTo>
                      <a:pt x="20" y="56"/>
                      <a:pt x="20" y="56"/>
                      <a:pt x="20" y="56"/>
                    </a:cubicBezTo>
                    <a:cubicBezTo>
                      <a:pt x="23" y="56"/>
                      <a:pt x="25" y="54"/>
                      <a:pt x="26" y="51"/>
                    </a:cubicBezTo>
                    <a:cubicBezTo>
                      <a:pt x="27" y="49"/>
                      <a:pt x="27" y="48"/>
                      <a:pt x="28" y="47"/>
                    </a:cubicBezTo>
                    <a:cubicBezTo>
                      <a:pt x="29" y="44"/>
                      <a:pt x="29" y="41"/>
                      <a:pt x="27" y="39"/>
                    </a:cubicBezTo>
                    <a:cubicBezTo>
                      <a:pt x="21" y="28"/>
                      <a:pt x="21" y="28"/>
                      <a:pt x="21" y="28"/>
                    </a:cubicBezTo>
                    <a:cubicBezTo>
                      <a:pt x="28" y="21"/>
                      <a:pt x="28" y="21"/>
                      <a:pt x="28" y="21"/>
                    </a:cubicBezTo>
                    <a:cubicBezTo>
                      <a:pt x="39" y="27"/>
                      <a:pt x="39" y="27"/>
                      <a:pt x="39" y="27"/>
                    </a:cubicBezTo>
                    <a:cubicBezTo>
                      <a:pt x="40" y="28"/>
                      <a:pt x="42" y="29"/>
                      <a:pt x="43" y="29"/>
                    </a:cubicBezTo>
                    <a:cubicBezTo>
                      <a:pt x="44" y="29"/>
                      <a:pt x="45" y="29"/>
                      <a:pt x="47" y="28"/>
                    </a:cubicBezTo>
                    <a:cubicBezTo>
                      <a:pt x="48" y="27"/>
                      <a:pt x="49" y="27"/>
                      <a:pt x="51" y="26"/>
                    </a:cubicBezTo>
                    <a:cubicBezTo>
                      <a:pt x="54" y="25"/>
                      <a:pt x="56" y="23"/>
                      <a:pt x="56" y="20"/>
                    </a:cubicBezTo>
                    <a:cubicBezTo>
                      <a:pt x="59" y="8"/>
                      <a:pt x="59" y="8"/>
                      <a:pt x="59" y="8"/>
                    </a:cubicBezTo>
                    <a:cubicBezTo>
                      <a:pt x="69" y="8"/>
                      <a:pt x="69" y="8"/>
                      <a:pt x="69" y="8"/>
                    </a:cubicBezTo>
                    <a:cubicBezTo>
                      <a:pt x="72" y="20"/>
                      <a:pt x="72" y="20"/>
                      <a:pt x="72" y="20"/>
                    </a:cubicBezTo>
                    <a:cubicBezTo>
                      <a:pt x="72" y="23"/>
                      <a:pt x="74" y="25"/>
                      <a:pt x="77" y="26"/>
                    </a:cubicBezTo>
                    <a:cubicBezTo>
                      <a:pt x="79" y="27"/>
                      <a:pt x="80" y="27"/>
                      <a:pt x="81" y="28"/>
                    </a:cubicBezTo>
                    <a:cubicBezTo>
                      <a:pt x="83" y="29"/>
                      <a:pt x="84" y="29"/>
                      <a:pt x="85" y="29"/>
                    </a:cubicBezTo>
                    <a:cubicBezTo>
                      <a:pt x="86" y="29"/>
                      <a:pt x="88" y="28"/>
                      <a:pt x="89" y="27"/>
                    </a:cubicBezTo>
                    <a:cubicBezTo>
                      <a:pt x="100" y="21"/>
                      <a:pt x="100" y="21"/>
                      <a:pt x="100" y="21"/>
                    </a:cubicBezTo>
                    <a:cubicBezTo>
                      <a:pt x="107" y="28"/>
                      <a:pt x="107" y="28"/>
                      <a:pt x="107" y="28"/>
                    </a:cubicBezTo>
                    <a:cubicBezTo>
                      <a:pt x="101" y="39"/>
                      <a:pt x="101" y="39"/>
                      <a:pt x="101" y="39"/>
                    </a:cubicBezTo>
                    <a:cubicBezTo>
                      <a:pt x="99" y="41"/>
                      <a:pt x="99" y="44"/>
                      <a:pt x="100" y="47"/>
                    </a:cubicBezTo>
                    <a:cubicBezTo>
                      <a:pt x="101" y="48"/>
                      <a:pt x="101" y="49"/>
                      <a:pt x="102" y="51"/>
                    </a:cubicBezTo>
                    <a:cubicBezTo>
                      <a:pt x="103" y="54"/>
                      <a:pt x="105" y="56"/>
                      <a:pt x="108" y="56"/>
                    </a:cubicBezTo>
                    <a:cubicBezTo>
                      <a:pt x="120" y="59"/>
                      <a:pt x="120" y="59"/>
                      <a:pt x="120" y="59"/>
                    </a:cubicBezTo>
                    <a:cubicBezTo>
                      <a:pt x="120" y="69"/>
                      <a:pt x="120" y="69"/>
                      <a:pt x="120" y="69"/>
                    </a:cubicBezTo>
                    <a:lnTo>
                      <a:pt x="108" y="72"/>
                    </a:lnTo>
                    <a:close/>
                  </a:path>
                </a:pathLst>
              </a:cu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Light"/>
                  <a:ea typeface="Helvetica Neue"/>
                  <a:cs typeface="Helvetica Neue"/>
                  <a:sym typeface="Helvetica Neue Medium"/>
                </a:endParaRPr>
              </a:p>
            </p:txBody>
          </p:sp>
          <p:sp>
            <p:nvSpPr>
              <p:cNvPr id="69" name="Freeform 10">
                <a:extLst>
                  <a:ext uri="{FF2B5EF4-FFF2-40B4-BE49-F238E27FC236}">
                    <a16:creationId xmlns:a16="http://schemas.microsoft.com/office/drawing/2014/main" id="{23AD7FA2-BFB0-BA65-13D7-1180FC832B18}"/>
                  </a:ext>
                </a:extLst>
              </p:cNvPr>
              <p:cNvSpPr>
                <a:spLocks noEditPoints="1"/>
              </p:cNvSpPr>
              <p:nvPr/>
            </p:nvSpPr>
            <p:spPr bwMode="auto">
              <a:xfrm rot="21036247">
                <a:off x="2943269" y="6031634"/>
                <a:ext cx="232946" cy="232945"/>
              </a:xfrm>
              <a:custGeom>
                <a:avLst/>
                <a:gdLst>
                  <a:gd name="T0" fmla="*/ 109 w 128"/>
                  <a:gd name="T1" fmla="*/ 48 h 128"/>
                  <a:gd name="T2" fmla="*/ 114 w 128"/>
                  <a:gd name="T3" fmla="*/ 33 h 128"/>
                  <a:gd name="T4" fmla="*/ 105 w 128"/>
                  <a:gd name="T5" fmla="*/ 15 h 128"/>
                  <a:gd name="T6" fmla="*/ 95 w 128"/>
                  <a:gd name="T7" fmla="*/ 14 h 128"/>
                  <a:gd name="T8" fmla="*/ 80 w 128"/>
                  <a:gd name="T9" fmla="*/ 19 h 128"/>
                  <a:gd name="T10" fmla="*/ 69 w 128"/>
                  <a:gd name="T11" fmla="*/ 0 h 128"/>
                  <a:gd name="T12" fmla="*/ 51 w 128"/>
                  <a:gd name="T13" fmla="*/ 6 h 128"/>
                  <a:gd name="T14" fmla="*/ 43 w 128"/>
                  <a:gd name="T15" fmla="*/ 21 h 128"/>
                  <a:gd name="T16" fmla="*/ 28 w 128"/>
                  <a:gd name="T17" fmla="*/ 13 h 128"/>
                  <a:gd name="T18" fmla="*/ 15 w 128"/>
                  <a:gd name="T19" fmla="*/ 23 h 128"/>
                  <a:gd name="T20" fmla="*/ 21 w 128"/>
                  <a:gd name="T21" fmla="*/ 43 h 128"/>
                  <a:gd name="T22" fmla="*/ 6 w 128"/>
                  <a:gd name="T23" fmla="*/ 51 h 128"/>
                  <a:gd name="T24" fmla="*/ 0 w 128"/>
                  <a:gd name="T25" fmla="*/ 69 h 128"/>
                  <a:gd name="T26" fmla="*/ 19 w 128"/>
                  <a:gd name="T27" fmla="*/ 80 h 128"/>
                  <a:gd name="T28" fmla="*/ 14 w 128"/>
                  <a:gd name="T29" fmla="*/ 95 h 128"/>
                  <a:gd name="T30" fmla="*/ 23 w 128"/>
                  <a:gd name="T31" fmla="*/ 113 h 128"/>
                  <a:gd name="T32" fmla="*/ 33 w 128"/>
                  <a:gd name="T33" fmla="*/ 114 h 128"/>
                  <a:gd name="T34" fmla="*/ 48 w 128"/>
                  <a:gd name="T35" fmla="*/ 109 h 128"/>
                  <a:gd name="T36" fmla="*/ 59 w 128"/>
                  <a:gd name="T37" fmla="*/ 128 h 128"/>
                  <a:gd name="T38" fmla="*/ 77 w 128"/>
                  <a:gd name="T39" fmla="*/ 122 h 128"/>
                  <a:gd name="T40" fmla="*/ 85 w 128"/>
                  <a:gd name="T41" fmla="*/ 107 h 128"/>
                  <a:gd name="T42" fmla="*/ 100 w 128"/>
                  <a:gd name="T43" fmla="*/ 115 h 128"/>
                  <a:gd name="T44" fmla="*/ 113 w 128"/>
                  <a:gd name="T45" fmla="*/ 105 h 128"/>
                  <a:gd name="T46" fmla="*/ 107 w 128"/>
                  <a:gd name="T47" fmla="*/ 85 h 128"/>
                  <a:gd name="T48" fmla="*/ 122 w 128"/>
                  <a:gd name="T49" fmla="*/ 77 h 128"/>
                  <a:gd name="T50" fmla="*/ 128 w 128"/>
                  <a:gd name="T51" fmla="*/ 59 h 128"/>
                  <a:gd name="T52" fmla="*/ 108 w 128"/>
                  <a:gd name="T53" fmla="*/ 72 h 128"/>
                  <a:gd name="T54" fmla="*/ 100 w 128"/>
                  <a:gd name="T55" fmla="*/ 81 h 128"/>
                  <a:gd name="T56" fmla="*/ 107 w 128"/>
                  <a:gd name="T57" fmla="*/ 100 h 128"/>
                  <a:gd name="T58" fmla="*/ 89 w 128"/>
                  <a:gd name="T59" fmla="*/ 101 h 128"/>
                  <a:gd name="T60" fmla="*/ 81 w 128"/>
                  <a:gd name="T61" fmla="*/ 100 h 128"/>
                  <a:gd name="T62" fmla="*/ 72 w 128"/>
                  <a:gd name="T63" fmla="*/ 108 h 128"/>
                  <a:gd name="T64" fmla="*/ 59 w 128"/>
                  <a:gd name="T65" fmla="*/ 120 h 128"/>
                  <a:gd name="T66" fmla="*/ 51 w 128"/>
                  <a:gd name="T67" fmla="*/ 102 h 128"/>
                  <a:gd name="T68" fmla="*/ 43 w 128"/>
                  <a:gd name="T69" fmla="*/ 99 h 128"/>
                  <a:gd name="T70" fmla="*/ 28 w 128"/>
                  <a:gd name="T71" fmla="*/ 107 h 128"/>
                  <a:gd name="T72" fmla="*/ 27 w 128"/>
                  <a:gd name="T73" fmla="*/ 89 h 128"/>
                  <a:gd name="T74" fmla="*/ 26 w 128"/>
                  <a:gd name="T75" fmla="*/ 77 h 128"/>
                  <a:gd name="T76" fmla="*/ 8 w 128"/>
                  <a:gd name="T77" fmla="*/ 69 h 128"/>
                  <a:gd name="T78" fmla="*/ 20 w 128"/>
                  <a:gd name="T79" fmla="*/ 56 h 128"/>
                  <a:gd name="T80" fmla="*/ 28 w 128"/>
                  <a:gd name="T81" fmla="*/ 47 h 128"/>
                  <a:gd name="T82" fmla="*/ 21 w 128"/>
                  <a:gd name="T83" fmla="*/ 28 h 128"/>
                  <a:gd name="T84" fmla="*/ 39 w 128"/>
                  <a:gd name="T85" fmla="*/ 27 h 128"/>
                  <a:gd name="T86" fmla="*/ 47 w 128"/>
                  <a:gd name="T87" fmla="*/ 28 h 128"/>
                  <a:gd name="T88" fmla="*/ 56 w 128"/>
                  <a:gd name="T89" fmla="*/ 20 h 128"/>
                  <a:gd name="T90" fmla="*/ 69 w 128"/>
                  <a:gd name="T91" fmla="*/ 8 h 128"/>
                  <a:gd name="T92" fmla="*/ 77 w 128"/>
                  <a:gd name="T93" fmla="*/ 26 h 128"/>
                  <a:gd name="T94" fmla="*/ 85 w 128"/>
                  <a:gd name="T95" fmla="*/ 29 h 128"/>
                  <a:gd name="T96" fmla="*/ 100 w 128"/>
                  <a:gd name="T97" fmla="*/ 21 h 128"/>
                  <a:gd name="T98" fmla="*/ 101 w 128"/>
                  <a:gd name="T99" fmla="*/ 39 h 128"/>
                  <a:gd name="T100" fmla="*/ 102 w 128"/>
                  <a:gd name="T101" fmla="*/ 51 h 128"/>
                  <a:gd name="T102" fmla="*/ 120 w 128"/>
                  <a:gd name="T103" fmla="*/ 59 h 128"/>
                  <a:gd name="T104" fmla="*/ 108 w 128"/>
                  <a:gd name="T105" fmla="*/ 72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28" h="128">
                    <a:moveTo>
                      <a:pt x="122" y="51"/>
                    </a:moveTo>
                    <a:cubicBezTo>
                      <a:pt x="109" y="48"/>
                      <a:pt x="109" y="48"/>
                      <a:pt x="109" y="48"/>
                    </a:cubicBezTo>
                    <a:cubicBezTo>
                      <a:pt x="109" y="46"/>
                      <a:pt x="108" y="45"/>
                      <a:pt x="107" y="43"/>
                    </a:cubicBezTo>
                    <a:cubicBezTo>
                      <a:pt x="114" y="33"/>
                      <a:pt x="114" y="33"/>
                      <a:pt x="114" y="33"/>
                    </a:cubicBezTo>
                    <a:cubicBezTo>
                      <a:pt x="116" y="30"/>
                      <a:pt x="116" y="25"/>
                      <a:pt x="113" y="23"/>
                    </a:cubicBezTo>
                    <a:cubicBezTo>
                      <a:pt x="105" y="15"/>
                      <a:pt x="105" y="15"/>
                      <a:pt x="105" y="15"/>
                    </a:cubicBezTo>
                    <a:cubicBezTo>
                      <a:pt x="104" y="13"/>
                      <a:pt x="102" y="13"/>
                      <a:pt x="100" y="13"/>
                    </a:cubicBezTo>
                    <a:cubicBezTo>
                      <a:pt x="98" y="13"/>
                      <a:pt x="97" y="13"/>
                      <a:pt x="95" y="14"/>
                    </a:cubicBezTo>
                    <a:cubicBezTo>
                      <a:pt x="85" y="21"/>
                      <a:pt x="85" y="21"/>
                      <a:pt x="85" y="21"/>
                    </a:cubicBezTo>
                    <a:cubicBezTo>
                      <a:pt x="83" y="20"/>
                      <a:pt x="82" y="19"/>
                      <a:pt x="80" y="19"/>
                    </a:cubicBezTo>
                    <a:cubicBezTo>
                      <a:pt x="77" y="6"/>
                      <a:pt x="77" y="6"/>
                      <a:pt x="77" y="6"/>
                    </a:cubicBezTo>
                    <a:cubicBezTo>
                      <a:pt x="77" y="3"/>
                      <a:pt x="73" y="0"/>
                      <a:pt x="69" y="0"/>
                    </a:cubicBezTo>
                    <a:cubicBezTo>
                      <a:pt x="59" y="0"/>
                      <a:pt x="59" y="0"/>
                      <a:pt x="59" y="0"/>
                    </a:cubicBezTo>
                    <a:cubicBezTo>
                      <a:pt x="55" y="0"/>
                      <a:pt x="51" y="3"/>
                      <a:pt x="51" y="6"/>
                    </a:cubicBezTo>
                    <a:cubicBezTo>
                      <a:pt x="48" y="19"/>
                      <a:pt x="48" y="19"/>
                      <a:pt x="48" y="19"/>
                    </a:cubicBezTo>
                    <a:cubicBezTo>
                      <a:pt x="46" y="19"/>
                      <a:pt x="45" y="20"/>
                      <a:pt x="43" y="21"/>
                    </a:cubicBezTo>
                    <a:cubicBezTo>
                      <a:pt x="33" y="14"/>
                      <a:pt x="33" y="14"/>
                      <a:pt x="33" y="14"/>
                    </a:cubicBezTo>
                    <a:cubicBezTo>
                      <a:pt x="31" y="13"/>
                      <a:pt x="30" y="13"/>
                      <a:pt x="28" y="13"/>
                    </a:cubicBezTo>
                    <a:cubicBezTo>
                      <a:pt x="26" y="13"/>
                      <a:pt x="24" y="13"/>
                      <a:pt x="23" y="15"/>
                    </a:cubicBezTo>
                    <a:cubicBezTo>
                      <a:pt x="15" y="23"/>
                      <a:pt x="15" y="23"/>
                      <a:pt x="15" y="23"/>
                    </a:cubicBezTo>
                    <a:cubicBezTo>
                      <a:pt x="12" y="25"/>
                      <a:pt x="12" y="30"/>
                      <a:pt x="14" y="33"/>
                    </a:cubicBezTo>
                    <a:cubicBezTo>
                      <a:pt x="21" y="43"/>
                      <a:pt x="21" y="43"/>
                      <a:pt x="21" y="43"/>
                    </a:cubicBezTo>
                    <a:cubicBezTo>
                      <a:pt x="20" y="45"/>
                      <a:pt x="19" y="46"/>
                      <a:pt x="19" y="48"/>
                    </a:cubicBezTo>
                    <a:cubicBezTo>
                      <a:pt x="6" y="51"/>
                      <a:pt x="6" y="51"/>
                      <a:pt x="6" y="51"/>
                    </a:cubicBezTo>
                    <a:cubicBezTo>
                      <a:pt x="3" y="51"/>
                      <a:pt x="0" y="55"/>
                      <a:pt x="0" y="59"/>
                    </a:cubicBezTo>
                    <a:cubicBezTo>
                      <a:pt x="0" y="69"/>
                      <a:pt x="0" y="69"/>
                      <a:pt x="0" y="69"/>
                    </a:cubicBezTo>
                    <a:cubicBezTo>
                      <a:pt x="0" y="73"/>
                      <a:pt x="3" y="77"/>
                      <a:pt x="6" y="77"/>
                    </a:cubicBezTo>
                    <a:cubicBezTo>
                      <a:pt x="19" y="80"/>
                      <a:pt x="19" y="80"/>
                      <a:pt x="19" y="80"/>
                    </a:cubicBezTo>
                    <a:cubicBezTo>
                      <a:pt x="19" y="82"/>
                      <a:pt x="20" y="83"/>
                      <a:pt x="21" y="85"/>
                    </a:cubicBezTo>
                    <a:cubicBezTo>
                      <a:pt x="14" y="95"/>
                      <a:pt x="14" y="95"/>
                      <a:pt x="14" y="95"/>
                    </a:cubicBezTo>
                    <a:cubicBezTo>
                      <a:pt x="12" y="98"/>
                      <a:pt x="12" y="103"/>
                      <a:pt x="15" y="105"/>
                    </a:cubicBezTo>
                    <a:cubicBezTo>
                      <a:pt x="23" y="113"/>
                      <a:pt x="23" y="113"/>
                      <a:pt x="23" y="113"/>
                    </a:cubicBezTo>
                    <a:cubicBezTo>
                      <a:pt x="24" y="115"/>
                      <a:pt x="26" y="115"/>
                      <a:pt x="28" y="115"/>
                    </a:cubicBezTo>
                    <a:cubicBezTo>
                      <a:pt x="30" y="115"/>
                      <a:pt x="31" y="115"/>
                      <a:pt x="33" y="114"/>
                    </a:cubicBezTo>
                    <a:cubicBezTo>
                      <a:pt x="43" y="107"/>
                      <a:pt x="43" y="107"/>
                      <a:pt x="43" y="107"/>
                    </a:cubicBezTo>
                    <a:cubicBezTo>
                      <a:pt x="45" y="108"/>
                      <a:pt x="46" y="109"/>
                      <a:pt x="48" y="109"/>
                    </a:cubicBezTo>
                    <a:cubicBezTo>
                      <a:pt x="51" y="122"/>
                      <a:pt x="51" y="122"/>
                      <a:pt x="51" y="122"/>
                    </a:cubicBezTo>
                    <a:cubicBezTo>
                      <a:pt x="51" y="125"/>
                      <a:pt x="55" y="128"/>
                      <a:pt x="59" y="128"/>
                    </a:cubicBezTo>
                    <a:cubicBezTo>
                      <a:pt x="69" y="128"/>
                      <a:pt x="69" y="128"/>
                      <a:pt x="69" y="128"/>
                    </a:cubicBezTo>
                    <a:cubicBezTo>
                      <a:pt x="73" y="128"/>
                      <a:pt x="77" y="125"/>
                      <a:pt x="77" y="122"/>
                    </a:cubicBezTo>
                    <a:cubicBezTo>
                      <a:pt x="80" y="109"/>
                      <a:pt x="80" y="109"/>
                      <a:pt x="80" y="109"/>
                    </a:cubicBezTo>
                    <a:cubicBezTo>
                      <a:pt x="82" y="109"/>
                      <a:pt x="83" y="108"/>
                      <a:pt x="85" y="107"/>
                    </a:cubicBezTo>
                    <a:cubicBezTo>
                      <a:pt x="95" y="114"/>
                      <a:pt x="95" y="114"/>
                      <a:pt x="95" y="114"/>
                    </a:cubicBezTo>
                    <a:cubicBezTo>
                      <a:pt x="97" y="115"/>
                      <a:pt x="98" y="115"/>
                      <a:pt x="100" y="115"/>
                    </a:cubicBezTo>
                    <a:cubicBezTo>
                      <a:pt x="102" y="115"/>
                      <a:pt x="104" y="115"/>
                      <a:pt x="105" y="113"/>
                    </a:cubicBezTo>
                    <a:cubicBezTo>
                      <a:pt x="113" y="105"/>
                      <a:pt x="113" y="105"/>
                      <a:pt x="113" y="105"/>
                    </a:cubicBezTo>
                    <a:cubicBezTo>
                      <a:pt x="116" y="103"/>
                      <a:pt x="116" y="98"/>
                      <a:pt x="114" y="95"/>
                    </a:cubicBezTo>
                    <a:cubicBezTo>
                      <a:pt x="107" y="85"/>
                      <a:pt x="107" y="85"/>
                      <a:pt x="107" y="85"/>
                    </a:cubicBezTo>
                    <a:cubicBezTo>
                      <a:pt x="108" y="83"/>
                      <a:pt x="109" y="82"/>
                      <a:pt x="109" y="80"/>
                    </a:cubicBezTo>
                    <a:cubicBezTo>
                      <a:pt x="122" y="77"/>
                      <a:pt x="122" y="77"/>
                      <a:pt x="122" y="77"/>
                    </a:cubicBezTo>
                    <a:cubicBezTo>
                      <a:pt x="125" y="77"/>
                      <a:pt x="128" y="73"/>
                      <a:pt x="128" y="69"/>
                    </a:cubicBezTo>
                    <a:cubicBezTo>
                      <a:pt x="128" y="59"/>
                      <a:pt x="128" y="59"/>
                      <a:pt x="128" y="59"/>
                    </a:cubicBezTo>
                    <a:cubicBezTo>
                      <a:pt x="128" y="55"/>
                      <a:pt x="125" y="51"/>
                      <a:pt x="122" y="51"/>
                    </a:cubicBezTo>
                    <a:close/>
                    <a:moveTo>
                      <a:pt x="108" y="72"/>
                    </a:moveTo>
                    <a:cubicBezTo>
                      <a:pt x="105" y="72"/>
                      <a:pt x="103" y="74"/>
                      <a:pt x="102" y="77"/>
                    </a:cubicBezTo>
                    <a:cubicBezTo>
                      <a:pt x="101" y="79"/>
                      <a:pt x="101" y="80"/>
                      <a:pt x="100" y="81"/>
                    </a:cubicBezTo>
                    <a:cubicBezTo>
                      <a:pt x="99" y="84"/>
                      <a:pt x="99" y="87"/>
                      <a:pt x="101" y="89"/>
                    </a:cubicBezTo>
                    <a:cubicBezTo>
                      <a:pt x="107" y="100"/>
                      <a:pt x="107" y="100"/>
                      <a:pt x="107" y="100"/>
                    </a:cubicBezTo>
                    <a:cubicBezTo>
                      <a:pt x="100" y="107"/>
                      <a:pt x="100" y="107"/>
                      <a:pt x="100" y="107"/>
                    </a:cubicBezTo>
                    <a:cubicBezTo>
                      <a:pt x="89" y="101"/>
                      <a:pt x="89" y="101"/>
                      <a:pt x="89" y="101"/>
                    </a:cubicBezTo>
                    <a:cubicBezTo>
                      <a:pt x="88" y="100"/>
                      <a:pt x="86" y="99"/>
                      <a:pt x="85" y="99"/>
                    </a:cubicBezTo>
                    <a:cubicBezTo>
                      <a:pt x="84" y="99"/>
                      <a:pt x="83" y="99"/>
                      <a:pt x="81" y="100"/>
                    </a:cubicBezTo>
                    <a:cubicBezTo>
                      <a:pt x="80" y="101"/>
                      <a:pt x="79" y="101"/>
                      <a:pt x="77" y="102"/>
                    </a:cubicBezTo>
                    <a:cubicBezTo>
                      <a:pt x="74" y="103"/>
                      <a:pt x="72" y="105"/>
                      <a:pt x="72" y="108"/>
                    </a:cubicBezTo>
                    <a:cubicBezTo>
                      <a:pt x="69" y="120"/>
                      <a:pt x="69" y="120"/>
                      <a:pt x="69" y="120"/>
                    </a:cubicBezTo>
                    <a:cubicBezTo>
                      <a:pt x="59" y="120"/>
                      <a:pt x="59" y="120"/>
                      <a:pt x="59" y="120"/>
                    </a:cubicBezTo>
                    <a:cubicBezTo>
                      <a:pt x="56" y="108"/>
                      <a:pt x="56" y="108"/>
                      <a:pt x="56" y="108"/>
                    </a:cubicBezTo>
                    <a:cubicBezTo>
                      <a:pt x="56" y="105"/>
                      <a:pt x="54" y="103"/>
                      <a:pt x="51" y="102"/>
                    </a:cubicBezTo>
                    <a:cubicBezTo>
                      <a:pt x="49" y="101"/>
                      <a:pt x="48" y="101"/>
                      <a:pt x="47" y="100"/>
                    </a:cubicBezTo>
                    <a:cubicBezTo>
                      <a:pt x="45" y="99"/>
                      <a:pt x="44" y="99"/>
                      <a:pt x="43" y="99"/>
                    </a:cubicBezTo>
                    <a:cubicBezTo>
                      <a:pt x="42" y="99"/>
                      <a:pt x="40" y="100"/>
                      <a:pt x="39" y="101"/>
                    </a:cubicBezTo>
                    <a:cubicBezTo>
                      <a:pt x="28" y="107"/>
                      <a:pt x="28" y="107"/>
                      <a:pt x="28" y="107"/>
                    </a:cubicBezTo>
                    <a:cubicBezTo>
                      <a:pt x="21" y="100"/>
                      <a:pt x="21" y="100"/>
                      <a:pt x="21" y="100"/>
                    </a:cubicBezTo>
                    <a:cubicBezTo>
                      <a:pt x="27" y="89"/>
                      <a:pt x="27" y="89"/>
                      <a:pt x="27" y="89"/>
                    </a:cubicBezTo>
                    <a:cubicBezTo>
                      <a:pt x="29" y="87"/>
                      <a:pt x="29" y="84"/>
                      <a:pt x="28" y="81"/>
                    </a:cubicBezTo>
                    <a:cubicBezTo>
                      <a:pt x="27" y="80"/>
                      <a:pt x="27" y="79"/>
                      <a:pt x="26" y="77"/>
                    </a:cubicBezTo>
                    <a:cubicBezTo>
                      <a:pt x="25" y="74"/>
                      <a:pt x="23" y="72"/>
                      <a:pt x="20" y="72"/>
                    </a:cubicBezTo>
                    <a:cubicBezTo>
                      <a:pt x="8" y="69"/>
                      <a:pt x="8" y="69"/>
                      <a:pt x="8" y="69"/>
                    </a:cubicBezTo>
                    <a:cubicBezTo>
                      <a:pt x="8" y="59"/>
                      <a:pt x="8" y="59"/>
                      <a:pt x="8" y="59"/>
                    </a:cubicBezTo>
                    <a:cubicBezTo>
                      <a:pt x="20" y="56"/>
                      <a:pt x="20" y="56"/>
                      <a:pt x="20" y="56"/>
                    </a:cubicBezTo>
                    <a:cubicBezTo>
                      <a:pt x="23" y="56"/>
                      <a:pt x="25" y="54"/>
                      <a:pt x="26" y="51"/>
                    </a:cubicBezTo>
                    <a:cubicBezTo>
                      <a:pt x="27" y="49"/>
                      <a:pt x="27" y="48"/>
                      <a:pt x="28" y="47"/>
                    </a:cubicBezTo>
                    <a:cubicBezTo>
                      <a:pt x="29" y="44"/>
                      <a:pt x="29" y="41"/>
                      <a:pt x="27" y="39"/>
                    </a:cubicBezTo>
                    <a:cubicBezTo>
                      <a:pt x="21" y="28"/>
                      <a:pt x="21" y="28"/>
                      <a:pt x="21" y="28"/>
                    </a:cubicBezTo>
                    <a:cubicBezTo>
                      <a:pt x="28" y="21"/>
                      <a:pt x="28" y="21"/>
                      <a:pt x="28" y="21"/>
                    </a:cubicBezTo>
                    <a:cubicBezTo>
                      <a:pt x="39" y="27"/>
                      <a:pt x="39" y="27"/>
                      <a:pt x="39" y="27"/>
                    </a:cubicBezTo>
                    <a:cubicBezTo>
                      <a:pt x="40" y="28"/>
                      <a:pt x="42" y="29"/>
                      <a:pt x="43" y="29"/>
                    </a:cubicBezTo>
                    <a:cubicBezTo>
                      <a:pt x="44" y="29"/>
                      <a:pt x="45" y="29"/>
                      <a:pt x="47" y="28"/>
                    </a:cubicBezTo>
                    <a:cubicBezTo>
                      <a:pt x="48" y="27"/>
                      <a:pt x="49" y="27"/>
                      <a:pt x="51" y="26"/>
                    </a:cubicBezTo>
                    <a:cubicBezTo>
                      <a:pt x="54" y="25"/>
                      <a:pt x="56" y="23"/>
                      <a:pt x="56" y="20"/>
                    </a:cubicBezTo>
                    <a:cubicBezTo>
                      <a:pt x="59" y="8"/>
                      <a:pt x="59" y="8"/>
                      <a:pt x="59" y="8"/>
                    </a:cubicBezTo>
                    <a:cubicBezTo>
                      <a:pt x="69" y="8"/>
                      <a:pt x="69" y="8"/>
                      <a:pt x="69" y="8"/>
                    </a:cubicBezTo>
                    <a:cubicBezTo>
                      <a:pt x="72" y="20"/>
                      <a:pt x="72" y="20"/>
                      <a:pt x="72" y="20"/>
                    </a:cubicBezTo>
                    <a:cubicBezTo>
                      <a:pt x="72" y="23"/>
                      <a:pt x="74" y="25"/>
                      <a:pt x="77" y="26"/>
                    </a:cubicBezTo>
                    <a:cubicBezTo>
                      <a:pt x="79" y="27"/>
                      <a:pt x="80" y="27"/>
                      <a:pt x="81" y="28"/>
                    </a:cubicBezTo>
                    <a:cubicBezTo>
                      <a:pt x="83" y="29"/>
                      <a:pt x="84" y="29"/>
                      <a:pt x="85" y="29"/>
                    </a:cubicBezTo>
                    <a:cubicBezTo>
                      <a:pt x="86" y="29"/>
                      <a:pt x="88" y="28"/>
                      <a:pt x="89" y="27"/>
                    </a:cubicBezTo>
                    <a:cubicBezTo>
                      <a:pt x="100" y="21"/>
                      <a:pt x="100" y="21"/>
                      <a:pt x="100" y="21"/>
                    </a:cubicBezTo>
                    <a:cubicBezTo>
                      <a:pt x="107" y="28"/>
                      <a:pt x="107" y="28"/>
                      <a:pt x="107" y="28"/>
                    </a:cubicBezTo>
                    <a:cubicBezTo>
                      <a:pt x="101" y="39"/>
                      <a:pt x="101" y="39"/>
                      <a:pt x="101" y="39"/>
                    </a:cubicBezTo>
                    <a:cubicBezTo>
                      <a:pt x="99" y="41"/>
                      <a:pt x="99" y="44"/>
                      <a:pt x="100" y="47"/>
                    </a:cubicBezTo>
                    <a:cubicBezTo>
                      <a:pt x="101" y="48"/>
                      <a:pt x="101" y="49"/>
                      <a:pt x="102" y="51"/>
                    </a:cubicBezTo>
                    <a:cubicBezTo>
                      <a:pt x="103" y="54"/>
                      <a:pt x="105" y="56"/>
                      <a:pt x="108" y="56"/>
                    </a:cubicBezTo>
                    <a:cubicBezTo>
                      <a:pt x="120" y="59"/>
                      <a:pt x="120" y="59"/>
                      <a:pt x="120" y="59"/>
                    </a:cubicBezTo>
                    <a:cubicBezTo>
                      <a:pt x="120" y="69"/>
                      <a:pt x="120" y="69"/>
                      <a:pt x="120" y="69"/>
                    </a:cubicBezTo>
                    <a:lnTo>
                      <a:pt x="108" y="72"/>
                    </a:lnTo>
                    <a:close/>
                  </a:path>
                </a:pathLst>
              </a:cu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id-ID" b="0">
                  <a:solidFill>
                    <a:prstClr val="black"/>
                  </a:solidFill>
                  <a:latin typeface="Lato Light"/>
                  <a:ea typeface="Helvetica Neue"/>
                  <a:cs typeface="Helvetica Neue"/>
                  <a:sym typeface="Helvetica Neue Medium"/>
                </a:endParaRPr>
              </a:p>
            </p:txBody>
          </p:sp>
          <p:sp>
            <p:nvSpPr>
              <p:cNvPr id="70" name="Freeform 12">
                <a:extLst>
                  <a:ext uri="{FF2B5EF4-FFF2-40B4-BE49-F238E27FC236}">
                    <a16:creationId xmlns:a16="http://schemas.microsoft.com/office/drawing/2014/main" id="{4D811830-3AD1-B0CE-683B-CAA9B14F0626}"/>
                  </a:ext>
                </a:extLst>
              </p:cNvPr>
              <p:cNvSpPr>
                <a:spLocks noEditPoints="1"/>
              </p:cNvSpPr>
              <p:nvPr/>
            </p:nvSpPr>
            <p:spPr bwMode="auto">
              <a:xfrm rot="21036247">
                <a:off x="3226212" y="6042837"/>
                <a:ext cx="48463" cy="48462"/>
              </a:xfrm>
              <a:custGeom>
                <a:avLst/>
                <a:gdLst>
                  <a:gd name="T0" fmla="*/ 16 w 32"/>
                  <a:gd name="T1" fmla="*/ 0 h 32"/>
                  <a:gd name="T2" fmla="*/ 0 w 32"/>
                  <a:gd name="T3" fmla="*/ 16 h 32"/>
                  <a:gd name="T4" fmla="*/ 16 w 32"/>
                  <a:gd name="T5" fmla="*/ 32 h 32"/>
                  <a:gd name="T6" fmla="*/ 32 w 32"/>
                  <a:gd name="T7" fmla="*/ 16 h 32"/>
                  <a:gd name="T8" fmla="*/ 16 w 32"/>
                  <a:gd name="T9" fmla="*/ 0 h 32"/>
                  <a:gd name="T10" fmla="*/ 16 w 32"/>
                  <a:gd name="T11" fmla="*/ 28 h 32"/>
                  <a:gd name="T12" fmla="*/ 4 w 32"/>
                  <a:gd name="T13" fmla="*/ 16 h 32"/>
                  <a:gd name="T14" fmla="*/ 16 w 32"/>
                  <a:gd name="T15" fmla="*/ 4 h 32"/>
                  <a:gd name="T16" fmla="*/ 28 w 32"/>
                  <a:gd name="T17" fmla="*/ 16 h 32"/>
                  <a:gd name="T18" fmla="*/ 16 w 32"/>
                  <a:gd name="T19" fmla="*/ 2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 h="32">
                    <a:moveTo>
                      <a:pt x="16" y="0"/>
                    </a:moveTo>
                    <a:cubicBezTo>
                      <a:pt x="7" y="0"/>
                      <a:pt x="0" y="7"/>
                      <a:pt x="0" y="16"/>
                    </a:cubicBezTo>
                    <a:cubicBezTo>
                      <a:pt x="0" y="25"/>
                      <a:pt x="7" y="32"/>
                      <a:pt x="16" y="32"/>
                    </a:cubicBezTo>
                    <a:cubicBezTo>
                      <a:pt x="25" y="32"/>
                      <a:pt x="32" y="25"/>
                      <a:pt x="32" y="16"/>
                    </a:cubicBezTo>
                    <a:cubicBezTo>
                      <a:pt x="32" y="7"/>
                      <a:pt x="25" y="0"/>
                      <a:pt x="16" y="0"/>
                    </a:cubicBezTo>
                    <a:close/>
                    <a:moveTo>
                      <a:pt x="16" y="28"/>
                    </a:moveTo>
                    <a:cubicBezTo>
                      <a:pt x="9" y="28"/>
                      <a:pt x="4" y="23"/>
                      <a:pt x="4" y="16"/>
                    </a:cubicBezTo>
                    <a:cubicBezTo>
                      <a:pt x="4" y="9"/>
                      <a:pt x="9" y="4"/>
                      <a:pt x="16" y="4"/>
                    </a:cubicBezTo>
                    <a:cubicBezTo>
                      <a:pt x="23" y="4"/>
                      <a:pt x="28" y="9"/>
                      <a:pt x="28" y="16"/>
                    </a:cubicBezTo>
                    <a:cubicBezTo>
                      <a:pt x="28" y="23"/>
                      <a:pt x="23" y="28"/>
                      <a:pt x="16" y="28"/>
                    </a:cubicBezTo>
                    <a:close/>
                  </a:path>
                </a:pathLst>
              </a:cu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Light"/>
                  <a:ea typeface="Helvetica Neue"/>
                  <a:cs typeface="Helvetica Neue"/>
                  <a:sym typeface="Helvetica Neue Medium"/>
                </a:endParaRPr>
              </a:p>
            </p:txBody>
          </p:sp>
        </p:grpSp>
        <p:sp>
          <p:nvSpPr>
            <p:cNvPr id="66" name="object 6">
              <a:extLst>
                <a:ext uri="{FF2B5EF4-FFF2-40B4-BE49-F238E27FC236}">
                  <a16:creationId xmlns:a16="http://schemas.microsoft.com/office/drawing/2014/main" id="{130EF7DE-7A03-C819-30A7-C233115C4699}"/>
                </a:ext>
              </a:extLst>
            </p:cNvPr>
            <p:cNvSpPr/>
            <p:nvPr/>
          </p:nvSpPr>
          <p:spPr>
            <a:xfrm flipV="1">
              <a:off x="3401607" y="6461148"/>
              <a:ext cx="4015193" cy="57995"/>
            </a:xfrm>
            <a:custGeom>
              <a:avLst/>
              <a:gdLst/>
              <a:ahLst/>
              <a:cxnLst/>
              <a:rect l="l" t="t" r="r" b="b"/>
              <a:pathLst>
                <a:path w="3613150">
                  <a:moveTo>
                    <a:pt x="0" y="0"/>
                  </a:moveTo>
                  <a:lnTo>
                    <a:pt x="3613044" y="0"/>
                  </a:lnTo>
                </a:path>
              </a:pathLst>
            </a:custGeom>
            <a:ln w="9532">
              <a:solidFill>
                <a:srgbClr val="00AA7E"/>
              </a:solidFill>
            </a:ln>
          </p:spPr>
          <p:txBody>
            <a:bodyPr wrap="square" lIns="0" tIns="0" rIns="0" bIns="0" rtlCol="0"/>
            <a:lstStyle/>
            <a:p>
              <a:endParaRPr/>
            </a:p>
          </p:txBody>
        </p:sp>
      </p:grpSp>
      <p:grpSp>
        <p:nvGrpSpPr>
          <p:cNvPr id="2" name="Group 1">
            <a:extLst>
              <a:ext uri="{FF2B5EF4-FFF2-40B4-BE49-F238E27FC236}">
                <a16:creationId xmlns:a16="http://schemas.microsoft.com/office/drawing/2014/main" id="{8948587A-EDA7-D053-1E2A-8B0E145FE7AF}"/>
              </a:ext>
            </a:extLst>
          </p:cNvPr>
          <p:cNvGrpSpPr/>
          <p:nvPr/>
        </p:nvGrpSpPr>
        <p:grpSpPr>
          <a:xfrm>
            <a:off x="3558690" y="5829848"/>
            <a:ext cx="566513" cy="301910"/>
            <a:chOff x="3589646" y="5349549"/>
            <a:chExt cx="566513" cy="301910"/>
          </a:xfrm>
        </p:grpSpPr>
        <p:sp>
          <p:nvSpPr>
            <p:cNvPr id="77" name="Rectangle 76">
              <a:extLst>
                <a:ext uri="{FF2B5EF4-FFF2-40B4-BE49-F238E27FC236}">
                  <a16:creationId xmlns:a16="http://schemas.microsoft.com/office/drawing/2014/main" id="{A6D1B49A-7ABA-73DD-B8DA-CD259BCF41CC}"/>
                </a:ext>
              </a:extLst>
            </p:cNvPr>
            <p:cNvSpPr/>
            <p:nvPr/>
          </p:nvSpPr>
          <p:spPr>
            <a:xfrm>
              <a:off x="3589646" y="5408000"/>
              <a:ext cx="566513" cy="243459"/>
            </a:xfrm>
            <a:prstGeom prst="rect">
              <a:avLst/>
            </a:prstGeom>
            <a:solidFill>
              <a:srgbClr val="FA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7" name="object 25">
              <a:extLst>
                <a:ext uri="{FF2B5EF4-FFF2-40B4-BE49-F238E27FC236}">
                  <a16:creationId xmlns:a16="http://schemas.microsoft.com/office/drawing/2014/main" id="{47FC639F-C41F-F280-6126-414C9BA71BBF}"/>
                </a:ext>
              </a:extLst>
            </p:cNvPr>
            <p:cNvSpPr/>
            <p:nvPr/>
          </p:nvSpPr>
          <p:spPr>
            <a:xfrm>
              <a:off x="3675372" y="5349549"/>
              <a:ext cx="391160" cy="276860"/>
            </a:xfrm>
            <a:custGeom>
              <a:avLst/>
              <a:gdLst/>
              <a:ahLst/>
              <a:cxnLst/>
              <a:rect l="l" t="t" r="r" b="b"/>
              <a:pathLst>
                <a:path w="391159" h="276859">
                  <a:moveTo>
                    <a:pt x="105284" y="276359"/>
                  </a:moveTo>
                  <a:lnTo>
                    <a:pt x="64908" y="268424"/>
                  </a:lnTo>
                  <a:lnTo>
                    <a:pt x="31758" y="246740"/>
                  </a:lnTo>
                  <a:lnTo>
                    <a:pt x="9050" y="214493"/>
                  </a:lnTo>
                  <a:lnTo>
                    <a:pt x="0" y="174867"/>
                  </a:lnTo>
                  <a:lnTo>
                    <a:pt x="0" y="169167"/>
                  </a:lnTo>
                  <a:lnTo>
                    <a:pt x="6582" y="123552"/>
                  </a:lnTo>
                  <a:lnTo>
                    <a:pt x="23879" y="82351"/>
                  </a:lnTo>
                  <a:lnTo>
                    <a:pt x="50401" y="47041"/>
                  </a:lnTo>
                  <a:lnTo>
                    <a:pt x="84658" y="19098"/>
                  </a:lnTo>
                  <a:lnTo>
                    <a:pt x="125160" y="0"/>
                  </a:lnTo>
                  <a:lnTo>
                    <a:pt x="115371" y="15620"/>
                  </a:lnTo>
                  <a:lnTo>
                    <a:pt x="107199" y="32238"/>
                  </a:lnTo>
                  <a:lnTo>
                    <a:pt x="100747" y="49751"/>
                  </a:lnTo>
                  <a:lnTo>
                    <a:pt x="96123" y="68056"/>
                  </a:lnTo>
                  <a:lnTo>
                    <a:pt x="108425" y="68056"/>
                  </a:lnTo>
                  <a:lnTo>
                    <a:pt x="130811" y="70765"/>
                  </a:lnTo>
                  <a:lnTo>
                    <a:pt x="174309" y="93234"/>
                  </a:lnTo>
                  <a:lnTo>
                    <a:pt x="199139" y="124667"/>
                  </a:lnTo>
                  <a:lnTo>
                    <a:pt x="210513" y="171067"/>
                  </a:lnTo>
                  <a:lnTo>
                    <a:pt x="210522" y="172967"/>
                  </a:lnTo>
                  <a:lnTo>
                    <a:pt x="209569" y="186587"/>
                  </a:lnTo>
                  <a:lnTo>
                    <a:pt x="195379" y="226034"/>
                  </a:lnTo>
                  <a:lnTo>
                    <a:pt x="157670" y="262555"/>
                  </a:lnTo>
                  <a:lnTo>
                    <a:pt x="123907" y="274732"/>
                  </a:lnTo>
                  <a:lnTo>
                    <a:pt x="105284" y="276359"/>
                  </a:lnTo>
                  <a:close/>
                </a:path>
                <a:path w="391159" h="276859">
                  <a:moveTo>
                    <a:pt x="285494" y="276359"/>
                  </a:moveTo>
                  <a:lnTo>
                    <a:pt x="263566" y="274097"/>
                  </a:lnTo>
                  <a:lnTo>
                    <a:pt x="243216" y="267618"/>
                  </a:lnTo>
                  <a:lnTo>
                    <a:pt x="224911" y="257382"/>
                  </a:lnTo>
                  <a:lnTo>
                    <a:pt x="209119" y="243852"/>
                  </a:lnTo>
                  <a:lnTo>
                    <a:pt x="218880" y="227501"/>
                  </a:lnTo>
                  <a:lnTo>
                    <a:pt x="226019" y="209890"/>
                  </a:lnTo>
                  <a:lnTo>
                    <a:pt x="230402" y="191301"/>
                  </a:lnTo>
                  <a:lnTo>
                    <a:pt x="231820" y="172967"/>
                  </a:lnTo>
                  <a:lnTo>
                    <a:pt x="231804" y="171067"/>
                  </a:lnTo>
                  <a:lnTo>
                    <a:pt x="229726" y="148826"/>
                  </a:lnTo>
                  <a:lnTo>
                    <a:pt x="223484" y="127039"/>
                  </a:lnTo>
                  <a:lnTo>
                    <a:pt x="213559" y="107050"/>
                  </a:lnTo>
                  <a:lnTo>
                    <a:pt x="200342" y="89249"/>
                  </a:lnTo>
                  <a:lnTo>
                    <a:pt x="219492" y="59766"/>
                  </a:lnTo>
                  <a:lnTo>
                    <a:pt x="243880" y="34571"/>
                  </a:lnTo>
                  <a:lnTo>
                    <a:pt x="272762" y="14402"/>
                  </a:lnTo>
                  <a:lnTo>
                    <a:pt x="305393" y="0"/>
                  </a:lnTo>
                  <a:lnTo>
                    <a:pt x="295604" y="15620"/>
                  </a:lnTo>
                  <a:lnTo>
                    <a:pt x="287430" y="32238"/>
                  </a:lnTo>
                  <a:lnTo>
                    <a:pt x="280978" y="49751"/>
                  </a:lnTo>
                  <a:lnTo>
                    <a:pt x="276354" y="68056"/>
                  </a:lnTo>
                  <a:lnTo>
                    <a:pt x="287393" y="68056"/>
                  </a:lnTo>
                  <a:lnTo>
                    <a:pt x="326484" y="75875"/>
                  </a:lnTo>
                  <a:lnTo>
                    <a:pt x="359957" y="98236"/>
                  </a:lnTo>
                  <a:lnTo>
                    <a:pt x="382525" y="131402"/>
                  </a:lnTo>
                  <a:lnTo>
                    <a:pt x="390800" y="172017"/>
                  </a:lnTo>
                  <a:lnTo>
                    <a:pt x="388104" y="195599"/>
                  </a:lnTo>
                  <a:lnTo>
                    <a:pt x="368331" y="236468"/>
                  </a:lnTo>
                  <a:lnTo>
                    <a:pt x="337890" y="262555"/>
                  </a:lnTo>
                  <a:lnTo>
                    <a:pt x="304121" y="274732"/>
                  </a:lnTo>
                  <a:lnTo>
                    <a:pt x="285494" y="276359"/>
                  </a:lnTo>
                  <a:close/>
                </a:path>
                <a:path w="391159" h="276859">
                  <a:moveTo>
                    <a:pt x="108425" y="68056"/>
                  </a:moveTo>
                  <a:lnTo>
                    <a:pt x="96123" y="68056"/>
                  </a:lnTo>
                  <a:lnTo>
                    <a:pt x="99149" y="67801"/>
                  </a:lnTo>
                  <a:lnTo>
                    <a:pt x="102194" y="67676"/>
                  </a:lnTo>
                  <a:lnTo>
                    <a:pt x="105284" y="67676"/>
                  </a:lnTo>
                  <a:lnTo>
                    <a:pt x="108425" y="68056"/>
                  </a:lnTo>
                  <a:close/>
                </a:path>
                <a:path w="391159" h="276859">
                  <a:moveTo>
                    <a:pt x="287393" y="68056"/>
                  </a:moveTo>
                  <a:lnTo>
                    <a:pt x="276354" y="68056"/>
                  </a:lnTo>
                  <a:lnTo>
                    <a:pt x="279360" y="67801"/>
                  </a:lnTo>
                  <a:lnTo>
                    <a:pt x="282427" y="67676"/>
                  </a:lnTo>
                  <a:lnTo>
                    <a:pt x="285494" y="67676"/>
                  </a:lnTo>
                  <a:lnTo>
                    <a:pt x="287393" y="68056"/>
                  </a:lnTo>
                  <a:close/>
                </a:path>
              </a:pathLst>
            </a:custGeom>
            <a:solidFill>
              <a:srgbClr val="00AA7E"/>
            </a:solidFill>
          </p:spPr>
          <p:txBody>
            <a:bodyPr wrap="square" lIns="0" tIns="0" rIns="0" bIns="0" rtlCol="0"/>
            <a:lstStyle/>
            <a:p>
              <a:endParaRPr/>
            </a:p>
          </p:txBody>
        </p:sp>
      </p:grpSp>
      <p:pic>
        <p:nvPicPr>
          <p:cNvPr id="1040" name="Picture 16" descr="Insignia Financial Logo PNG Vector (SVG) Free Download">
            <a:extLst>
              <a:ext uri="{FF2B5EF4-FFF2-40B4-BE49-F238E27FC236}">
                <a16:creationId xmlns:a16="http://schemas.microsoft.com/office/drawing/2014/main" id="{B85287AC-8C2E-3164-2045-DD64B912080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07761" y="6140380"/>
            <a:ext cx="1200676" cy="46025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6E9412AF-7C2C-CE3D-AE4E-803B9CF125C6}"/>
              </a:ext>
            </a:extLst>
          </p:cNvPr>
          <p:cNvSpPr txBox="1"/>
          <p:nvPr/>
        </p:nvSpPr>
        <p:spPr>
          <a:xfrm>
            <a:off x="4215237" y="6505648"/>
            <a:ext cx="2166604" cy="196258"/>
          </a:xfrm>
          <a:prstGeom prst="rect">
            <a:avLst/>
          </a:prstGeom>
        </p:spPr>
        <p:txBody>
          <a:bodyPr vert="horz" wrap="square" lIns="0" tIns="12700" rIns="0" bIns="0" rtlCol="0">
            <a:spAutoFit/>
          </a:bodyPr>
          <a:lstStyle>
            <a:defPPr>
              <a:defRPr lang="en-US"/>
            </a:defPPr>
            <a:lvl1pPr marL="12700" marR="5080">
              <a:lnSpc>
                <a:spcPct val="132100"/>
              </a:lnSpc>
              <a:spcBef>
                <a:spcPts val="100"/>
              </a:spcBef>
              <a:defRPr sz="1000">
                <a:solidFill>
                  <a:srgbClr val="212121"/>
                </a:solidFill>
                <a:latin typeface="Roboto" panose="02000000000000000000" pitchFamily="2" charset="0"/>
                <a:ea typeface="Roboto" panose="02000000000000000000" pitchFamily="2" charset="0"/>
                <a:cs typeface="Tahoma"/>
              </a:defRPr>
            </a:lvl1pPr>
          </a:lstStyle>
          <a:p>
            <a:pPr algn="ctr"/>
            <a:r>
              <a:rPr lang="en-AU" dirty="0"/>
              <a:t>- Head of Data Centre of Excellence</a:t>
            </a:r>
          </a:p>
        </p:txBody>
      </p:sp>
    </p:spTree>
    <p:extLst>
      <p:ext uri="{BB962C8B-B14F-4D97-AF65-F5344CB8AC3E}">
        <p14:creationId xmlns:p14="http://schemas.microsoft.com/office/powerpoint/2010/main" val="33082463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A28F1C7168B774DBA0D947BAC95ADD1" ma:contentTypeVersion="12" ma:contentTypeDescription="Create a new document." ma:contentTypeScope="" ma:versionID="ab68f2c833e09aa7e176d4542494896f">
  <xsd:schema xmlns:xsd="http://www.w3.org/2001/XMLSchema" xmlns:xs="http://www.w3.org/2001/XMLSchema" xmlns:p="http://schemas.microsoft.com/office/2006/metadata/properties" xmlns:ns2="b134bf45-6637-4d46-9e0b-ea5dfe480f7b" xmlns:ns3="906d9bb4-c53b-48ce-ad74-2ebc50fbcd89" targetNamespace="http://schemas.microsoft.com/office/2006/metadata/properties" ma:root="true" ma:fieldsID="12b19f84125535d4bd20ca612ab127f9" ns2:_="" ns3:_="">
    <xsd:import namespace="b134bf45-6637-4d46-9e0b-ea5dfe480f7b"/>
    <xsd:import namespace="906d9bb4-c53b-48ce-ad74-2ebc50fbcd8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134bf45-6637-4d46-9e0b-ea5dfe480f7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97d36a7d-b0e2-49af-8978-949f6811527e"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06d9bb4-c53b-48ce-ad74-2ebc50fbcd8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5" nillable="true" ma:displayName="Taxonomy Catch All Column" ma:hidden="true" ma:list="{95f110a1-b8bf-4206-8128-bb6383551f4c}" ma:internalName="TaxCatchAll" ma:showField="CatchAllData" ma:web="906d9bb4-c53b-48ce-ad74-2ebc50fbcd8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b134bf45-6637-4d46-9e0b-ea5dfe480f7b">
      <Terms xmlns="http://schemas.microsoft.com/office/infopath/2007/PartnerControls"/>
    </lcf76f155ced4ddcb4097134ff3c332f>
    <TaxCatchAll xmlns="906d9bb4-c53b-48ce-ad74-2ebc50fbcd89"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3FA6304-9B42-4D9C-8DF2-5CF085578F86}">
  <ds:schemaRefs>
    <ds:schemaRef ds:uri="906d9bb4-c53b-48ce-ad74-2ebc50fbcd89"/>
    <ds:schemaRef ds:uri="b134bf45-6637-4d46-9e0b-ea5dfe480f7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BD62E0D-C58F-4CEE-99A2-97ED1A8D755E}">
  <ds:schemaRefs>
    <ds:schemaRef ds:uri="http://www.w3.org/XML/1998/namespace"/>
    <ds:schemaRef ds:uri="906d9bb4-c53b-48ce-ad74-2ebc50fbcd89"/>
    <ds:schemaRef ds:uri="http://schemas.microsoft.com/office/2006/documentManagement/types"/>
    <ds:schemaRef ds:uri="http://schemas.microsoft.com/office/2006/metadata/properties"/>
    <ds:schemaRef ds:uri="http://purl.org/dc/terms/"/>
    <ds:schemaRef ds:uri="http://schemas.microsoft.com/office/infopath/2007/PartnerControls"/>
    <ds:schemaRef ds:uri="http://purl.org/dc/elements/1.1/"/>
    <ds:schemaRef ds:uri="http://schemas.openxmlformats.org/package/2006/metadata/core-properties"/>
    <ds:schemaRef ds:uri="b134bf45-6637-4d46-9e0b-ea5dfe480f7b"/>
    <ds:schemaRef ds:uri="http://purl.org/dc/dcmitype/"/>
  </ds:schemaRefs>
</ds:datastoreItem>
</file>

<file path=customXml/itemProps3.xml><?xml version="1.0" encoding="utf-8"?>
<ds:datastoreItem xmlns:ds="http://schemas.openxmlformats.org/officeDocument/2006/customXml" ds:itemID="{BCF5D41E-5647-4C4C-ABC5-212DCEBFF33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26</TotalTime>
  <Words>519</Words>
  <Application>Microsoft Office PowerPoint</Application>
  <PresentationFormat>Widescreen</PresentationFormat>
  <Paragraphs>38</Paragraphs>
  <Slides>1</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vt:i4>
      </vt:variant>
    </vt:vector>
  </HeadingPairs>
  <TitlesOfParts>
    <vt:vector size="10" baseType="lpstr">
      <vt:lpstr>Aptos</vt:lpstr>
      <vt:lpstr>Arial</vt:lpstr>
      <vt:lpstr>Calibri</vt:lpstr>
      <vt:lpstr>Calibri Light</vt:lpstr>
      <vt:lpstr>Helvetica Neue Medium</vt:lpstr>
      <vt:lpstr>Lato Light</vt:lpstr>
      <vt:lpstr>Roboto</vt:lpstr>
      <vt:lpstr>Roboto Light</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Darcy Roach</dc:creator>
  <cp:lastModifiedBy>Darcy Roach</cp:lastModifiedBy>
  <cp:revision>7</cp:revision>
  <dcterms:created xsi:type="dcterms:W3CDTF">2023-09-07T03:51:20Z</dcterms:created>
  <dcterms:modified xsi:type="dcterms:W3CDTF">2024-12-12T01:21:00Z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0x010100EA28F1C7168B774DBA0D947BAC95ADD1</vt:lpwstr>
  </property>
  <property fmtid="{D5CDD505-2E9C-101B-9397-08002B2CF9AE}" pid="3" name="MediaServiceImageTags">
    <vt:lpwstr/>
  </property>
</Properties>
</file>