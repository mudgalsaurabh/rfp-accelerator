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9" r:id="rId4"/>
  </p:sldMasterIdLst>
  <p:sldIdLst>
    <p:sldId id="271" r:id="rId5"/>
  </p:sldIdLst>
  <p:sldSz cx="10058400" cy="7772400"/>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48" userDrawn="1">
          <p15:clr>
            <a:srgbClr val="A4A3A4"/>
          </p15:clr>
        </p15:guide>
        <p15:guide id="2" pos="3168" userDrawn="1">
          <p15:clr>
            <a:srgbClr val="A4A3A4"/>
          </p15:clr>
        </p15:guide>
        <p15:guide id="3" pos="311" userDrawn="1">
          <p15:clr>
            <a:srgbClr val="A4A3A4"/>
          </p15:clr>
        </p15:guide>
        <p15:guide id="4" pos="5994" userDrawn="1">
          <p15:clr>
            <a:srgbClr val="A4A3A4"/>
          </p15:clr>
        </p15:guide>
        <p15:guide id="5" orient="horz" pos="148" userDrawn="1">
          <p15:clr>
            <a:srgbClr val="A4A3A4"/>
          </p15:clr>
        </p15:guide>
        <p15:guide id="6" orient="horz" pos="474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2B3F"/>
    <a:srgbClr val="0059FF"/>
    <a:srgbClr val="00AB80"/>
    <a:srgbClr val="A93584"/>
    <a:srgbClr val="ED7D3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0F673EA-398E-45DD-ABA7-2E826EA61473}" v="1" dt="2022-11-15T05:36:24.76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6588"/>
    <p:restoredTop sz="95595"/>
  </p:normalViewPr>
  <p:slideViewPr>
    <p:cSldViewPr snapToGrid="0" snapToObjects="1">
      <p:cViewPr varScale="1">
        <p:scale>
          <a:sx n="92" d="100"/>
          <a:sy n="92" d="100"/>
        </p:scale>
        <p:origin x="2412" y="84"/>
      </p:cViewPr>
      <p:guideLst>
        <p:guide orient="horz" pos="2448"/>
        <p:guide pos="3168"/>
        <p:guide pos="311"/>
        <p:guide pos="5994"/>
        <p:guide orient="horz" pos="148"/>
        <p:guide orient="horz" pos="4748"/>
      </p:guideLst>
    </p:cSldViewPr>
  </p:slideViewPr>
  <p:notesTextViewPr>
    <p:cViewPr>
      <p:scale>
        <a:sx n="1" d="1"/>
        <a:sy n="1" d="1"/>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presProps" Target="presProps.xml"/><Relationship Id="rId11" Type="http://schemas.microsoft.com/office/2015/10/relationships/revisionInfo" Target="revisionInfo.xml"/><Relationship Id="rId5" Type="http://schemas.openxmlformats.org/officeDocument/2006/relationships/slide" Target="slides/slide1.xml"/><Relationship Id="rId10"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rcy Roach" userId="ba676ee9-e9b4-49e8-a515-8077106c948d" providerId="ADAL" clId="{A0F673EA-398E-45DD-ABA7-2E826EA61473}"/>
    <pc:docChg chg="undo custSel delSld modSld">
      <pc:chgData name="Darcy Roach" userId="ba676ee9-e9b4-49e8-a515-8077106c948d" providerId="ADAL" clId="{A0F673EA-398E-45DD-ABA7-2E826EA61473}" dt="2022-11-15T05:36:28.609" v="493" actId="47"/>
      <pc:docMkLst>
        <pc:docMk/>
      </pc:docMkLst>
      <pc:sldChg chg="addSp delSp modSp del mod">
        <pc:chgData name="Darcy Roach" userId="ba676ee9-e9b4-49e8-a515-8077106c948d" providerId="ADAL" clId="{A0F673EA-398E-45DD-ABA7-2E826EA61473}" dt="2022-11-15T05:36:28.609" v="493" actId="47"/>
        <pc:sldMkLst>
          <pc:docMk/>
          <pc:sldMk cId="2009923557" sldId="270"/>
        </pc:sldMkLst>
        <pc:spChg chg="mod">
          <ac:chgData name="Darcy Roach" userId="ba676ee9-e9b4-49e8-a515-8077106c948d" providerId="ADAL" clId="{A0F673EA-398E-45DD-ABA7-2E826EA61473}" dt="2022-11-15T05:28:03.844" v="420" actId="20577"/>
          <ac:spMkLst>
            <pc:docMk/>
            <pc:sldMk cId="2009923557" sldId="270"/>
            <ac:spMk id="4" creationId="{80F49B2F-21D4-F9EB-049F-717A10CB7D84}"/>
          </ac:spMkLst>
        </pc:spChg>
        <pc:spChg chg="add mod">
          <ac:chgData name="Darcy Roach" userId="ba676ee9-e9b4-49e8-a515-8077106c948d" providerId="ADAL" clId="{A0F673EA-398E-45DD-ABA7-2E826EA61473}" dt="2022-11-15T05:22:48.629" v="284" actId="20577"/>
          <ac:spMkLst>
            <pc:docMk/>
            <pc:sldMk cId="2009923557" sldId="270"/>
            <ac:spMk id="12" creationId="{B11E2A4C-14EF-31AA-4D03-774961082029}"/>
          </ac:spMkLst>
        </pc:spChg>
        <pc:spChg chg="mod">
          <ac:chgData name="Darcy Roach" userId="ba676ee9-e9b4-49e8-a515-8077106c948d" providerId="ADAL" clId="{A0F673EA-398E-45DD-ABA7-2E826EA61473}" dt="2022-11-15T05:07:56.921" v="28" actId="20577"/>
          <ac:spMkLst>
            <pc:docMk/>
            <pc:sldMk cId="2009923557" sldId="270"/>
            <ac:spMk id="13" creationId="{FD2720C9-A79F-BD7F-E179-674AD67D7892}"/>
          </ac:spMkLst>
        </pc:spChg>
        <pc:spChg chg="mod">
          <ac:chgData name="Darcy Roach" userId="ba676ee9-e9b4-49e8-a515-8077106c948d" providerId="ADAL" clId="{A0F673EA-398E-45DD-ABA7-2E826EA61473}" dt="2022-11-15T05:30:58.609" v="492" actId="20577"/>
          <ac:spMkLst>
            <pc:docMk/>
            <pc:sldMk cId="2009923557" sldId="270"/>
            <ac:spMk id="17" creationId="{1BDE5051-9F34-F139-742D-4450E5D6591E}"/>
          </ac:spMkLst>
        </pc:spChg>
        <pc:spChg chg="mod">
          <ac:chgData name="Darcy Roach" userId="ba676ee9-e9b4-49e8-a515-8077106c948d" providerId="ADAL" clId="{A0F673EA-398E-45DD-ABA7-2E826EA61473}" dt="2022-11-15T05:08:28.875" v="43" actId="20577"/>
          <ac:spMkLst>
            <pc:docMk/>
            <pc:sldMk cId="2009923557" sldId="270"/>
            <ac:spMk id="22" creationId="{9D4E289E-1D52-CBDD-E381-40963429D7F1}"/>
          </ac:spMkLst>
        </pc:spChg>
        <pc:spChg chg="del">
          <ac:chgData name="Darcy Roach" userId="ba676ee9-e9b4-49e8-a515-8077106c948d" providerId="ADAL" clId="{A0F673EA-398E-45DD-ABA7-2E826EA61473}" dt="2022-11-15T05:13:39.286" v="210" actId="478"/>
          <ac:spMkLst>
            <pc:docMk/>
            <pc:sldMk cId="2009923557" sldId="270"/>
            <ac:spMk id="24" creationId="{C204E547-6630-B6B8-5E98-6A4E05316A14}"/>
          </ac:spMkLst>
        </pc:spChg>
        <pc:spChg chg="mod">
          <ac:chgData name="Darcy Roach" userId="ba676ee9-e9b4-49e8-a515-8077106c948d" providerId="ADAL" clId="{A0F673EA-398E-45DD-ABA7-2E826EA61473}" dt="2022-11-15T05:29:00.110" v="434" actId="20577"/>
          <ac:spMkLst>
            <pc:docMk/>
            <pc:sldMk cId="2009923557" sldId="270"/>
            <ac:spMk id="26" creationId="{1A3D666D-00C8-D106-73C3-9FF300F8618C}"/>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1272013"/>
            <a:ext cx="8549640" cy="2705947"/>
          </a:xfrm>
        </p:spPr>
        <p:txBody>
          <a:bodyPr anchor="b"/>
          <a:lstStyle>
            <a:lvl1pPr algn="ctr">
              <a:defRPr sz="6599"/>
            </a:lvl1pPr>
          </a:lstStyle>
          <a:p>
            <a:r>
              <a:rPr lang="en-US"/>
              <a:t>Click to edit Master title style</a:t>
            </a:r>
            <a:endParaRPr lang="en-US" dirty="0"/>
          </a:p>
        </p:txBody>
      </p:sp>
      <p:sp>
        <p:nvSpPr>
          <p:cNvPr id="3" name="Subtitle 2"/>
          <p:cNvSpPr>
            <a:spLocks noGrp="1"/>
          </p:cNvSpPr>
          <p:nvPr>
            <p:ph type="subTitle" idx="1"/>
          </p:nvPr>
        </p:nvSpPr>
        <p:spPr>
          <a:xfrm>
            <a:off x="1257300" y="4082310"/>
            <a:ext cx="7543800" cy="1876530"/>
          </a:xfrm>
        </p:spPr>
        <p:txBody>
          <a:bodyPr/>
          <a:lstStyle>
            <a:lvl1pPr marL="0" indent="0" algn="ctr">
              <a:buNone/>
              <a:defRPr sz="2640"/>
            </a:lvl1pPr>
            <a:lvl2pPr marL="502878" indent="0" algn="ctr">
              <a:buNone/>
              <a:defRPr sz="2200"/>
            </a:lvl2pPr>
            <a:lvl3pPr marL="1005755" indent="0" algn="ctr">
              <a:buNone/>
              <a:defRPr sz="1980"/>
            </a:lvl3pPr>
            <a:lvl4pPr marL="1508634" indent="0" algn="ctr">
              <a:buNone/>
              <a:defRPr sz="1760"/>
            </a:lvl4pPr>
            <a:lvl5pPr marL="2011512" indent="0" algn="ctr">
              <a:buNone/>
              <a:defRPr sz="1760"/>
            </a:lvl5pPr>
            <a:lvl6pPr marL="2514389" indent="0" algn="ctr">
              <a:buNone/>
              <a:defRPr sz="1760"/>
            </a:lvl6pPr>
            <a:lvl7pPr marL="3017267" indent="0" algn="ctr">
              <a:buNone/>
              <a:defRPr sz="1760"/>
            </a:lvl7pPr>
            <a:lvl8pPr marL="3520145" indent="0" algn="ctr">
              <a:buNone/>
              <a:defRPr sz="1760"/>
            </a:lvl8pPr>
            <a:lvl9pPr marL="4023023" indent="0" algn="ctr">
              <a:buNone/>
              <a:defRPr sz="176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49057BF-143F-654A-BE61-7BF52D905453}" type="datetimeFigureOut">
              <a:rPr lang="en-US" smtClean="0"/>
              <a:t>11/15/2022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4437615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49057BF-143F-654A-BE61-7BF52D905453}" type="datetimeFigureOut">
              <a:rPr lang="en-US" smtClean="0"/>
              <a:t>11/15/2022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14082210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6277" y="1937705"/>
            <a:ext cx="8675370" cy="3233102"/>
          </a:xfrm>
        </p:spPr>
        <p:txBody>
          <a:bodyPr anchor="b"/>
          <a:lstStyle>
            <a:lvl1pPr>
              <a:defRPr sz="6599"/>
            </a:lvl1pPr>
          </a:lstStyle>
          <a:p>
            <a:r>
              <a:rPr lang="en-US"/>
              <a:t>Click to edit Master title style</a:t>
            </a:r>
            <a:endParaRPr lang="en-US" dirty="0"/>
          </a:p>
        </p:txBody>
      </p:sp>
      <p:sp>
        <p:nvSpPr>
          <p:cNvPr id="3" name="Text Placeholder 2"/>
          <p:cNvSpPr>
            <a:spLocks noGrp="1"/>
          </p:cNvSpPr>
          <p:nvPr>
            <p:ph type="body" idx="1"/>
          </p:nvPr>
        </p:nvSpPr>
        <p:spPr>
          <a:xfrm>
            <a:off x="686277" y="5201393"/>
            <a:ext cx="8675370" cy="1700212"/>
          </a:xfrm>
        </p:spPr>
        <p:txBody>
          <a:bodyPr/>
          <a:lstStyle>
            <a:lvl1pPr marL="0" indent="0">
              <a:buNone/>
              <a:defRPr sz="2640">
                <a:solidFill>
                  <a:schemeClr val="tx1"/>
                </a:solidFill>
              </a:defRPr>
            </a:lvl1pPr>
            <a:lvl2pPr marL="502878" indent="0">
              <a:buNone/>
              <a:defRPr sz="2200">
                <a:solidFill>
                  <a:schemeClr val="tx1">
                    <a:tint val="75000"/>
                  </a:schemeClr>
                </a:solidFill>
              </a:defRPr>
            </a:lvl2pPr>
            <a:lvl3pPr marL="1005755" indent="0">
              <a:buNone/>
              <a:defRPr sz="1980">
                <a:solidFill>
                  <a:schemeClr val="tx1">
                    <a:tint val="75000"/>
                  </a:schemeClr>
                </a:solidFill>
              </a:defRPr>
            </a:lvl3pPr>
            <a:lvl4pPr marL="1508634" indent="0">
              <a:buNone/>
              <a:defRPr sz="1760">
                <a:solidFill>
                  <a:schemeClr val="tx1">
                    <a:tint val="75000"/>
                  </a:schemeClr>
                </a:solidFill>
              </a:defRPr>
            </a:lvl4pPr>
            <a:lvl5pPr marL="2011512" indent="0">
              <a:buNone/>
              <a:defRPr sz="1760">
                <a:solidFill>
                  <a:schemeClr val="tx1">
                    <a:tint val="75000"/>
                  </a:schemeClr>
                </a:solidFill>
              </a:defRPr>
            </a:lvl5pPr>
            <a:lvl6pPr marL="2514389" indent="0">
              <a:buNone/>
              <a:defRPr sz="1760">
                <a:solidFill>
                  <a:schemeClr val="tx1">
                    <a:tint val="75000"/>
                  </a:schemeClr>
                </a:solidFill>
              </a:defRPr>
            </a:lvl6pPr>
            <a:lvl7pPr marL="3017267" indent="0">
              <a:buNone/>
              <a:defRPr sz="1760">
                <a:solidFill>
                  <a:schemeClr val="tx1">
                    <a:tint val="75000"/>
                  </a:schemeClr>
                </a:solidFill>
              </a:defRPr>
            </a:lvl7pPr>
            <a:lvl8pPr marL="3520145" indent="0">
              <a:buNone/>
              <a:defRPr sz="1760">
                <a:solidFill>
                  <a:schemeClr val="tx1">
                    <a:tint val="75000"/>
                  </a:schemeClr>
                </a:solidFill>
              </a:defRPr>
            </a:lvl8pPr>
            <a:lvl9pPr marL="4023023" indent="0">
              <a:buNone/>
              <a:defRPr sz="176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49057BF-143F-654A-BE61-7BF52D905453}" type="datetimeFigureOut">
              <a:rPr lang="en-US" smtClean="0"/>
              <a:t>11/15/2022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8786311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91515" y="2069042"/>
            <a:ext cx="4274820" cy="49315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92065" y="2069042"/>
            <a:ext cx="4274820" cy="49315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49057BF-143F-654A-BE61-7BF52D905453}" type="datetimeFigureOut">
              <a:rPr lang="en-US" smtClean="0"/>
              <a:t>11/15/2022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25855907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92825" y="413812"/>
            <a:ext cx="8675370" cy="1502305"/>
          </a:xfrm>
        </p:spPr>
        <p:txBody>
          <a:bodyPr/>
          <a:lstStyle/>
          <a:p>
            <a:r>
              <a:rPr lang="en-US"/>
              <a:t>Click to edit Master title style</a:t>
            </a:r>
            <a:endParaRPr lang="en-US" dirty="0"/>
          </a:p>
        </p:txBody>
      </p:sp>
      <p:sp>
        <p:nvSpPr>
          <p:cNvPr id="3" name="Text Placeholder 2"/>
          <p:cNvSpPr>
            <a:spLocks noGrp="1"/>
          </p:cNvSpPr>
          <p:nvPr>
            <p:ph type="body" idx="1"/>
          </p:nvPr>
        </p:nvSpPr>
        <p:spPr>
          <a:xfrm>
            <a:off x="692826" y="1905320"/>
            <a:ext cx="4255174" cy="933767"/>
          </a:xfrm>
        </p:spPr>
        <p:txBody>
          <a:bodyPr anchor="b"/>
          <a:lstStyle>
            <a:lvl1pPr marL="0" indent="0">
              <a:buNone/>
              <a:defRPr sz="2640" b="1"/>
            </a:lvl1pPr>
            <a:lvl2pPr marL="502878" indent="0">
              <a:buNone/>
              <a:defRPr sz="2200" b="1"/>
            </a:lvl2pPr>
            <a:lvl3pPr marL="1005755" indent="0">
              <a:buNone/>
              <a:defRPr sz="1980" b="1"/>
            </a:lvl3pPr>
            <a:lvl4pPr marL="1508634" indent="0">
              <a:buNone/>
              <a:defRPr sz="1760" b="1"/>
            </a:lvl4pPr>
            <a:lvl5pPr marL="2011512" indent="0">
              <a:buNone/>
              <a:defRPr sz="1760" b="1"/>
            </a:lvl5pPr>
            <a:lvl6pPr marL="2514389" indent="0">
              <a:buNone/>
              <a:defRPr sz="1760" b="1"/>
            </a:lvl6pPr>
            <a:lvl7pPr marL="3017267" indent="0">
              <a:buNone/>
              <a:defRPr sz="1760" b="1"/>
            </a:lvl7pPr>
            <a:lvl8pPr marL="3520145" indent="0">
              <a:buNone/>
              <a:defRPr sz="1760" b="1"/>
            </a:lvl8pPr>
            <a:lvl9pPr marL="4023023" indent="0">
              <a:buNone/>
              <a:defRPr sz="1760" b="1"/>
            </a:lvl9pPr>
          </a:lstStyle>
          <a:p>
            <a:pPr lvl="0"/>
            <a:r>
              <a:rPr lang="en-US"/>
              <a:t>Click to edit Master text styles</a:t>
            </a:r>
          </a:p>
        </p:txBody>
      </p:sp>
      <p:sp>
        <p:nvSpPr>
          <p:cNvPr id="4" name="Content Placeholder 3"/>
          <p:cNvSpPr>
            <a:spLocks noGrp="1"/>
          </p:cNvSpPr>
          <p:nvPr>
            <p:ph sz="half" idx="2"/>
          </p:nvPr>
        </p:nvSpPr>
        <p:spPr>
          <a:xfrm>
            <a:off x="692826" y="2839085"/>
            <a:ext cx="4255174" cy="417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92066" y="1905320"/>
            <a:ext cx="4276130" cy="933767"/>
          </a:xfrm>
        </p:spPr>
        <p:txBody>
          <a:bodyPr anchor="b"/>
          <a:lstStyle>
            <a:lvl1pPr marL="0" indent="0">
              <a:buNone/>
              <a:defRPr sz="2640" b="1"/>
            </a:lvl1pPr>
            <a:lvl2pPr marL="502878" indent="0">
              <a:buNone/>
              <a:defRPr sz="2200" b="1"/>
            </a:lvl2pPr>
            <a:lvl3pPr marL="1005755" indent="0">
              <a:buNone/>
              <a:defRPr sz="1980" b="1"/>
            </a:lvl3pPr>
            <a:lvl4pPr marL="1508634" indent="0">
              <a:buNone/>
              <a:defRPr sz="1760" b="1"/>
            </a:lvl4pPr>
            <a:lvl5pPr marL="2011512" indent="0">
              <a:buNone/>
              <a:defRPr sz="1760" b="1"/>
            </a:lvl5pPr>
            <a:lvl6pPr marL="2514389" indent="0">
              <a:buNone/>
              <a:defRPr sz="1760" b="1"/>
            </a:lvl6pPr>
            <a:lvl7pPr marL="3017267" indent="0">
              <a:buNone/>
              <a:defRPr sz="1760" b="1"/>
            </a:lvl7pPr>
            <a:lvl8pPr marL="3520145" indent="0">
              <a:buNone/>
              <a:defRPr sz="1760" b="1"/>
            </a:lvl8pPr>
            <a:lvl9pPr marL="4023023" indent="0">
              <a:buNone/>
              <a:defRPr sz="1760" b="1"/>
            </a:lvl9pPr>
          </a:lstStyle>
          <a:p>
            <a:pPr lvl="0"/>
            <a:r>
              <a:rPr lang="en-US"/>
              <a:t>Click to edit Master text styles</a:t>
            </a:r>
          </a:p>
        </p:txBody>
      </p:sp>
      <p:sp>
        <p:nvSpPr>
          <p:cNvPr id="6" name="Content Placeholder 5"/>
          <p:cNvSpPr>
            <a:spLocks noGrp="1"/>
          </p:cNvSpPr>
          <p:nvPr>
            <p:ph sz="quarter" idx="4"/>
          </p:nvPr>
        </p:nvSpPr>
        <p:spPr>
          <a:xfrm>
            <a:off x="5092066" y="2839085"/>
            <a:ext cx="4276130" cy="417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49057BF-143F-654A-BE61-7BF52D905453}" type="datetimeFigureOut">
              <a:rPr lang="en-US" smtClean="0"/>
              <a:t>11/15/2022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6127693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49057BF-143F-654A-BE61-7BF52D905453}" type="datetimeFigureOut">
              <a:rPr lang="en-US" smtClean="0"/>
              <a:t>11/15/2022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665881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49057BF-143F-654A-BE61-7BF52D905453}" type="datetimeFigureOut">
              <a:rPr lang="en-US" smtClean="0"/>
              <a:t>11/15/2022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10012561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2825" y="518160"/>
            <a:ext cx="3244096" cy="1813560"/>
          </a:xfrm>
        </p:spPr>
        <p:txBody>
          <a:bodyPr anchor="b"/>
          <a:lstStyle>
            <a:lvl1pPr>
              <a:defRPr sz="3519"/>
            </a:lvl1pPr>
          </a:lstStyle>
          <a:p>
            <a:r>
              <a:rPr lang="en-US"/>
              <a:t>Click to edit Master title style</a:t>
            </a:r>
            <a:endParaRPr lang="en-US" dirty="0"/>
          </a:p>
        </p:txBody>
      </p:sp>
      <p:sp>
        <p:nvSpPr>
          <p:cNvPr id="3" name="Content Placeholder 2"/>
          <p:cNvSpPr>
            <a:spLocks noGrp="1"/>
          </p:cNvSpPr>
          <p:nvPr>
            <p:ph idx="1"/>
          </p:nvPr>
        </p:nvSpPr>
        <p:spPr>
          <a:xfrm>
            <a:off x="4276130" y="1119083"/>
            <a:ext cx="5092065" cy="5523442"/>
          </a:xfrm>
        </p:spPr>
        <p:txBody>
          <a:bodyPr/>
          <a:lstStyle>
            <a:lvl1pPr>
              <a:defRPr sz="3519"/>
            </a:lvl1pPr>
            <a:lvl2pPr>
              <a:defRPr sz="3080"/>
            </a:lvl2pPr>
            <a:lvl3pPr>
              <a:defRPr sz="2640"/>
            </a:lvl3pPr>
            <a:lvl4pPr>
              <a:defRPr sz="2200"/>
            </a:lvl4pPr>
            <a:lvl5pPr>
              <a:defRPr sz="2200"/>
            </a:lvl5pPr>
            <a:lvl6pPr>
              <a:defRPr sz="2200"/>
            </a:lvl6pPr>
            <a:lvl7pPr>
              <a:defRPr sz="2200"/>
            </a:lvl7pPr>
            <a:lvl8pPr>
              <a:defRPr sz="2200"/>
            </a:lvl8pPr>
            <a:lvl9pPr>
              <a:defRPr sz="2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92825" y="2331720"/>
            <a:ext cx="3244096" cy="4319800"/>
          </a:xfrm>
        </p:spPr>
        <p:txBody>
          <a:bodyPr/>
          <a:lstStyle>
            <a:lvl1pPr marL="0" indent="0">
              <a:buNone/>
              <a:defRPr sz="1760"/>
            </a:lvl1pPr>
            <a:lvl2pPr marL="502878" indent="0">
              <a:buNone/>
              <a:defRPr sz="1540"/>
            </a:lvl2pPr>
            <a:lvl3pPr marL="1005755" indent="0">
              <a:buNone/>
              <a:defRPr sz="1320"/>
            </a:lvl3pPr>
            <a:lvl4pPr marL="1508634" indent="0">
              <a:buNone/>
              <a:defRPr sz="1100"/>
            </a:lvl4pPr>
            <a:lvl5pPr marL="2011512" indent="0">
              <a:buNone/>
              <a:defRPr sz="1100"/>
            </a:lvl5pPr>
            <a:lvl6pPr marL="2514389" indent="0">
              <a:buNone/>
              <a:defRPr sz="1100"/>
            </a:lvl6pPr>
            <a:lvl7pPr marL="3017267" indent="0">
              <a:buNone/>
              <a:defRPr sz="1100"/>
            </a:lvl7pPr>
            <a:lvl8pPr marL="3520145" indent="0">
              <a:buNone/>
              <a:defRPr sz="1100"/>
            </a:lvl8pPr>
            <a:lvl9pPr marL="4023023"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449057BF-143F-654A-BE61-7BF52D905453}" type="datetimeFigureOut">
              <a:rPr lang="en-US" smtClean="0"/>
              <a:t>11/15/2022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27924861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2825" y="518160"/>
            <a:ext cx="3244096" cy="1813560"/>
          </a:xfrm>
        </p:spPr>
        <p:txBody>
          <a:bodyPr anchor="b"/>
          <a:lstStyle>
            <a:lvl1pPr>
              <a:defRPr sz="3519"/>
            </a:lvl1pPr>
          </a:lstStyle>
          <a:p>
            <a:r>
              <a:rPr lang="en-US"/>
              <a:t>Click to edit Master title style</a:t>
            </a:r>
            <a:endParaRPr lang="en-US" dirty="0"/>
          </a:p>
        </p:txBody>
      </p:sp>
      <p:sp>
        <p:nvSpPr>
          <p:cNvPr id="3" name="Picture Placeholder 2"/>
          <p:cNvSpPr>
            <a:spLocks noGrp="1" noChangeAspect="1"/>
          </p:cNvSpPr>
          <p:nvPr>
            <p:ph type="pic" idx="1"/>
          </p:nvPr>
        </p:nvSpPr>
        <p:spPr>
          <a:xfrm>
            <a:off x="4276130" y="1119083"/>
            <a:ext cx="5092065" cy="5523442"/>
          </a:xfrm>
        </p:spPr>
        <p:txBody>
          <a:bodyPr anchor="t"/>
          <a:lstStyle>
            <a:lvl1pPr marL="0" indent="0">
              <a:buNone/>
              <a:defRPr sz="3519"/>
            </a:lvl1pPr>
            <a:lvl2pPr marL="502878" indent="0">
              <a:buNone/>
              <a:defRPr sz="3080"/>
            </a:lvl2pPr>
            <a:lvl3pPr marL="1005755" indent="0">
              <a:buNone/>
              <a:defRPr sz="2640"/>
            </a:lvl3pPr>
            <a:lvl4pPr marL="1508634" indent="0">
              <a:buNone/>
              <a:defRPr sz="2200"/>
            </a:lvl4pPr>
            <a:lvl5pPr marL="2011512" indent="0">
              <a:buNone/>
              <a:defRPr sz="2200"/>
            </a:lvl5pPr>
            <a:lvl6pPr marL="2514389" indent="0">
              <a:buNone/>
              <a:defRPr sz="2200"/>
            </a:lvl6pPr>
            <a:lvl7pPr marL="3017267" indent="0">
              <a:buNone/>
              <a:defRPr sz="2200"/>
            </a:lvl7pPr>
            <a:lvl8pPr marL="3520145" indent="0">
              <a:buNone/>
              <a:defRPr sz="2200"/>
            </a:lvl8pPr>
            <a:lvl9pPr marL="4023023" indent="0">
              <a:buNone/>
              <a:defRPr sz="2200"/>
            </a:lvl9pPr>
          </a:lstStyle>
          <a:p>
            <a:r>
              <a:rPr lang="en-US"/>
              <a:t>Click icon to add picture</a:t>
            </a:r>
            <a:endParaRPr lang="en-US" dirty="0"/>
          </a:p>
        </p:txBody>
      </p:sp>
      <p:sp>
        <p:nvSpPr>
          <p:cNvPr id="4" name="Text Placeholder 3"/>
          <p:cNvSpPr>
            <a:spLocks noGrp="1"/>
          </p:cNvSpPr>
          <p:nvPr>
            <p:ph type="body" sz="half" idx="2"/>
          </p:nvPr>
        </p:nvSpPr>
        <p:spPr>
          <a:xfrm>
            <a:off x="692825" y="2331720"/>
            <a:ext cx="3244096" cy="4319800"/>
          </a:xfrm>
        </p:spPr>
        <p:txBody>
          <a:bodyPr/>
          <a:lstStyle>
            <a:lvl1pPr marL="0" indent="0">
              <a:buNone/>
              <a:defRPr sz="1760"/>
            </a:lvl1pPr>
            <a:lvl2pPr marL="502878" indent="0">
              <a:buNone/>
              <a:defRPr sz="1540"/>
            </a:lvl2pPr>
            <a:lvl3pPr marL="1005755" indent="0">
              <a:buNone/>
              <a:defRPr sz="1320"/>
            </a:lvl3pPr>
            <a:lvl4pPr marL="1508634" indent="0">
              <a:buNone/>
              <a:defRPr sz="1100"/>
            </a:lvl4pPr>
            <a:lvl5pPr marL="2011512" indent="0">
              <a:buNone/>
              <a:defRPr sz="1100"/>
            </a:lvl5pPr>
            <a:lvl6pPr marL="2514389" indent="0">
              <a:buNone/>
              <a:defRPr sz="1100"/>
            </a:lvl6pPr>
            <a:lvl7pPr marL="3017267" indent="0">
              <a:buNone/>
              <a:defRPr sz="1100"/>
            </a:lvl7pPr>
            <a:lvl8pPr marL="3520145" indent="0">
              <a:buNone/>
              <a:defRPr sz="1100"/>
            </a:lvl8pPr>
            <a:lvl9pPr marL="4023023"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449057BF-143F-654A-BE61-7BF52D905453}" type="datetimeFigureOut">
              <a:rPr lang="en-US" smtClean="0"/>
              <a:t>11/15/2022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9427695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49057BF-143F-654A-BE61-7BF52D905453}" type="datetimeFigureOut">
              <a:rPr lang="en-US" smtClean="0"/>
              <a:t>11/15/2022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8788322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198044" y="413808"/>
            <a:ext cx="2168843" cy="658675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91515" y="413808"/>
            <a:ext cx="6380798" cy="65867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49057BF-143F-654A-BE61-7BF52D905453}" type="datetimeFigureOut">
              <a:rPr lang="en-US" smtClean="0"/>
              <a:t>11/15/2022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6788835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Defaul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D195B98B-9858-C440-9948-61EB8C1DD8BC}"/>
              </a:ext>
            </a:extLst>
          </p:cNvPr>
          <p:cNvSpPr>
            <a:spLocks noGrp="1" noChangeAspect="1"/>
          </p:cNvSpPr>
          <p:nvPr>
            <p:ph type="pic" sz="quarter" idx="10"/>
          </p:nvPr>
        </p:nvSpPr>
        <p:spPr>
          <a:xfrm>
            <a:off x="449682" y="264259"/>
            <a:ext cx="2362366" cy="1413164"/>
          </a:xfrm>
          <a:prstGeom prst="ellipse">
            <a:avLst/>
          </a:prstGeom>
          <a:solidFill>
            <a:schemeClr val="bg1">
              <a:lumMod val="95000"/>
            </a:schemeClr>
          </a:solidFill>
          <a:ln w="31750">
            <a:solidFill>
              <a:schemeClr val="accent1">
                <a:lumMod val="75000"/>
              </a:schemeClr>
            </a:solidFill>
            <a:miter lim="800000"/>
          </a:ln>
        </p:spPr>
        <p:txBody>
          <a:bodyPr wrap="square" anchor="ctr">
            <a:noAutofit/>
          </a:bodyPr>
          <a:lstStyle>
            <a:lvl1pPr marL="0" indent="0" algn="ctr">
              <a:buNone/>
              <a:defRPr sz="2071" b="1" i="0">
                <a:latin typeface="Libre Caslon Text" panose="02020602060300000004" pitchFamily="18" charset="77"/>
              </a:defRPr>
            </a:lvl1pPr>
          </a:lstStyle>
          <a:p>
            <a:endParaRPr lang="en-US" dirty="0"/>
          </a:p>
        </p:txBody>
      </p:sp>
    </p:spTree>
    <p:extLst>
      <p:ext uri="{BB962C8B-B14F-4D97-AF65-F5344CB8AC3E}">
        <p14:creationId xmlns:p14="http://schemas.microsoft.com/office/powerpoint/2010/main" val="12174599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91515" y="413812"/>
            <a:ext cx="8675370" cy="1502305"/>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91515" y="2069042"/>
            <a:ext cx="8675370" cy="49315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91515" y="7203865"/>
            <a:ext cx="2263140" cy="413808"/>
          </a:xfrm>
          <a:prstGeom prst="rect">
            <a:avLst/>
          </a:prstGeom>
        </p:spPr>
        <p:txBody>
          <a:bodyPr vert="horz" lIns="91440" tIns="45720" rIns="91440" bIns="45720" rtlCol="0" anchor="ctr"/>
          <a:lstStyle>
            <a:lvl1pPr algn="l">
              <a:defRPr sz="1320">
                <a:solidFill>
                  <a:schemeClr val="tx1">
                    <a:tint val="75000"/>
                  </a:schemeClr>
                </a:solidFill>
              </a:defRPr>
            </a:lvl1pPr>
          </a:lstStyle>
          <a:p>
            <a:fld id="{449057BF-143F-654A-BE61-7BF52D905453}" type="datetimeFigureOut">
              <a:rPr lang="en-US" smtClean="0"/>
              <a:t>11/15/2022</a:t>
            </a:fld>
            <a:endParaRPr lang="en-US"/>
          </a:p>
        </p:txBody>
      </p:sp>
      <p:sp>
        <p:nvSpPr>
          <p:cNvPr id="5" name="Footer Placeholder 4"/>
          <p:cNvSpPr>
            <a:spLocks noGrp="1"/>
          </p:cNvSpPr>
          <p:nvPr>
            <p:ph type="ftr" sz="quarter" idx="3"/>
          </p:nvPr>
        </p:nvSpPr>
        <p:spPr>
          <a:xfrm>
            <a:off x="3331845" y="7203865"/>
            <a:ext cx="3394710" cy="413808"/>
          </a:xfrm>
          <a:prstGeom prst="rect">
            <a:avLst/>
          </a:prstGeom>
        </p:spPr>
        <p:txBody>
          <a:bodyPr vert="horz" lIns="91440" tIns="45720" rIns="91440" bIns="45720" rtlCol="0" anchor="ctr"/>
          <a:lstStyle>
            <a:lvl1pPr algn="ctr">
              <a:defRPr sz="132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7103745" y="7203865"/>
            <a:ext cx="2263140" cy="413808"/>
          </a:xfrm>
          <a:prstGeom prst="rect">
            <a:avLst/>
          </a:prstGeom>
        </p:spPr>
        <p:txBody>
          <a:bodyPr vert="horz" lIns="91440" tIns="45720" rIns="91440" bIns="45720" rtlCol="0" anchor="ctr"/>
          <a:lstStyle>
            <a:lvl1pPr algn="r">
              <a:defRPr sz="1320">
                <a:solidFill>
                  <a:schemeClr val="tx1">
                    <a:tint val="75000"/>
                  </a:schemeClr>
                </a:solidFill>
              </a:defRPr>
            </a:lvl1pPr>
          </a:lstStyle>
          <a:p>
            <a:fld id="{9A9039BF-E0FB-D843-8F6D-3060C51D69E8}" type="slidenum">
              <a:rPr lang="en-US" smtClean="0"/>
              <a:t>‹#›</a:t>
            </a:fld>
            <a:endParaRPr lang="en-US"/>
          </a:p>
        </p:txBody>
      </p:sp>
    </p:spTree>
    <p:extLst>
      <p:ext uri="{BB962C8B-B14F-4D97-AF65-F5344CB8AC3E}">
        <p14:creationId xmlns:p14="http://schemas.microsoft.com/office/powerpoint/2010/main" val="3744927628"/>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Lst>
  <p:txStyles>
    <p:titleStyle>
      <a:lvl1pPr algn="l" defTabSz="1005755" rtl="0" eaLnBrk="1" latinLnBrk="0" hangingPunct="1">
        <a:lnSpc>
          <a:spcPct val="90000"/>
        </a:lnSpc>
        <a:spcBef>
          <a:spcPct val="0"/>
        </a:spcBef>
        <a:buNone/>
        <a:defRPr sz="4840" kern="1200">
          <a:solidFill>
            <a:schemeClr val="tx1"/>
          </a:solidFill>
          <a:latin typeface="+mj-lt"/>
          <a:ea typeface="+mj-ea"/>
          <a:cs typeface="+mj-cs"/>
        </a:defRPr>
      </a:lvl1pPr>
    </p:titleStyle>
    <p:bodyStyle>
      <a:lvl1pPr marL="251439" indent="-251439" algn="l" defTabSz="1005755" rtl="0" eaLnBrk="1" latinLnBrk="0" hangingPunct="1">
        <a:lnSpc>
          <a:spcPct val="90000"/>
        </a:lnSpc>
        <a:spcBef>
          <a:spcPts val="1100"/>
        </a:spcBef>
        <a:buFont typeface="Arial" panose="020B0604020202020204" pitchFamily="34" charset="0"/>
        <a:buChar char="•"/>
        <a:defRPr sz="3080" kern="1200">
          <a:solidFill>
            <a:schemeClr val="tx1"/>
          </a:solidFill>
          <a:latin typeface="+mn-lt"/>
          <a:ea typeface="+mn-ea"/>
          <a:cs typeface="+mn-cs"/>
        </a:defRPr>
      </a:lvl1pPr>
      <a:lvl2pPr marL="754317" indent="-251439" algn="l" defTabSz="1005755" rtl="0" eaLnBrk="1" latinLnBrk="0" hangingPunct="1">
        <a:lnSpc>
          <a:spcPct val="90000"/>
        </a:lnSpc>
        <a:spcBef>
          <a:spcPts val="550"/>
        </a:spcBef>
        <a:buFont typeface="Arial" panose="020B0604020202020204" pitchFamily="34" charset="0"/>
        <a:buChar char="•"/>
        <a:defRPr sz="2640" kern="1200">
          <a:solidFill>
            <a:schemeClr val="tx1"/>
          </a:solidFill>
          <a:latin typeface="+mn-lt"/>
          <a:ea typeface="+mn-ea"/>
          <a:cs typeface="+mn-cs"/>
        </a:defRPr>
      </a:lvl2pPr>
      <a:lvl3pPr marL="1257195" indent="-251439" algn="l" defTabSz="1005755" rtl="0" eaLnBrk="1" latinLnBrk="0" hangingPunct="1">
        <a:lnSpc>
          <a:spcPct val="90000"/>
        </a:lnSpc>
        <a:spcBef>
          <a:spcPts val="550"/>
        </a:spcBef>
        <a:buFont typeface="Arial" panose="020B0604020202020204" pitchFamily="34" charset="0"/>
        <a:buChar char="•"/>
        <a:defRPr sz="2200" kern="1200">
          <a:solidFill>
            <a:schemeClr val="tx1"/>
          </a:solidFill>
          <a:latin typeface="+mn-lt"/>
          <a:ea typeface="+mn-ea"/>
          <a:cs typeface="+mn-cs"/>
        </a:defRPr>
      </a:lvl3pPr>
      <a:lvl4pPr marL="1760072"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4pPr>
      <a:lvl5pPr marL="2262950"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5pPr>
      <a:lvl6pPr marL="2765829"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6pPr>
      <a:lvl7pPr marL="3268706"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7pPr>
      <a:lvl8pPr marL="3771584"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8pPr>
      <a:lvl9pPr marL="4274462"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9pPr>
    </p:bodyStyle>
    <p:otherStyle>
      <a:defPPr>
        <a:defRPr lang="en-US"/>
      </a:defPPr>
      <a:lvl1pPr marL="0" algn="l" defTabSz="1005755" rtl="0" eaLnBrk="1" latinLnBrk="0" hangingPunct="1">
        <a:defRPr sz="1980" kern="1200">
          <a:solidFill>
            <a:schemeClr val="tx1"/>
          </a:solidFill>
          <a:latin typeface="+mn-lt"/>
          <a:ea typeface="+mn-ea"/>
          <a:cs typeface="+mn-cs"/>
        </a:defRPr>
      </a:lvl1pPr>
      <a:lvl2pPr marL="502878" algn="l" defTabSz="1005755" rtl="0" eaLnBrk="1" latinLnBrk="0" hangingPunct="1">
        <a:defRPr sz="1980" kern="1200">
          <a:solidFill>
            <a:schemeClr val="tx1"/>
          </a:solidFill>
          <a:latin typeface="+mn-lt"/>
          <a:ea typeface="+mn-ea"/>
          <a:cs typeface="+mn-cs"/>
        </a:defRPr>
      </a:lvl2pPr>
      <a:lvl3pPr marL="1005755" algn="l" defTabSz="1005755" rtl="0" eaLnBrk="1" latinLnBrk="0" hangingPunct="1">
        <a:defRPr sz="1980" kern="1200">
          <a:solidFill>
            <a:schemeClr val="tx1"/>
          </a:solidFill>
          <a:latin typeface="+mn-lt"/>
          <a:ea typeface="+mn-ea"/>
          <a:cs typeface="+mn-cs"/>
        </a:defRPr>
      </a:lvl3pPr>
      <a:lvl4pPr marL="1508634" algn="l" defTabSz="1005755" rtl="0" eaLnBrk="1" latinLnBrk="0" hangingPunct="1">
        <a:defRPr sz="1980" kern="1200">
          <a:solidFill>
            <a:schemeClr val="tx1"/>
          </a:solidFill>
          <a:latin typeface="+mn-lt"/>
          <a:ea typeface="+mn-ea"/>
          <a:cs typeface="+mn-cs"/>
        </a:defRPr>
      </a:lvl4pPr>
      <a:lvl5pPr marL="2011512" algn="l" defTabSz="1005755" rtl="0" eaLnBrk="1" latinLnBrk="0" hangingPunct="1">
        <a:defRPr sz="1980" kern="1200">
          <a:solidFill>
            <a:schemeClr val="tx1"/>
          </a:solidFill>
          <a:latin typeface="+mn-lt"/>
          <a:ea typeface="+mn-ea"/>
          <a:cs typeface="+mn-cs"/>
        </a:defRPr>
      </a:lvl5pPr>
      <a:lvl6pPr marL="2514389" algn="l" defTabSz="1005755" rtl="0" eaLnBrk="1" latinLnBrk="0" hangingPunct="1">
        <a:defRPr sz="1980" kern="1200">
          <a:solidFill>
            <a:schemeClr val="tx1"/>
          </a:solidFill>
          <a:latin typeface="+mn-lt"/>
          <a:ea typeface="+mn-ea"/>
          <a:cs typeface="+mn-cs"/>
        </a:defRPr>
      </a:lvl6pPr>
      <a:lvl7pPr marL="3017267" algn="l" defTabSz="1005755" rtl="0" eaLnBrk="1" latinLnBrk="0" hangingPunct="1">
        <a:defRPr sz="1980" kern="1200">
          <a:solidFill>
            <a:schemeClr val="tx1"/>
          </a:solidFill>
          <a:latin typeface="+mn-lt"/>
          <a:ea typeface="+mn-ea"/>
          <a:cs typeface="+mn-cs"/>
        </a:defRPr>
      </a:lvl7pPr>
      <a:lvl8pPr marL="3520145" algn="l" defTabSz="1005755" rtl="0" eaLnBrk="1" latinLnBrk="0" hangingPunct="1">
        <a:defRPr sz="1980" kern="1200">
          <a:solidFill>
            <a:schemeClr val="tx1"/>
          </a:solidFill>
          <a:latin typeface="+mn-lt"/>
          <a:ea typeface="+mn-ea"/>
          <a:cs typeface="+mn-cs"/>
        </a:defRPr>
      </a:lvl8pPr>
      <a:lvl9pPr marL="4023023" algn="l" defTabSz="1005755" rtl="0" eaLnBrk="1" latinLnBrk="0" hangingPunct="1">
        <a:defRPr sz="198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2B3F"/>
        </a:solidFill>
        <a:effectLst/>
      </p:bgPr>
    </p:bg>
    <p:spTree>
      <p:nvGrpSpPr>
        <p:cNvPr id="1" name=""/>
        <p:cNvGrpSpPr/>
        <p:nvPr/>
      </p:nvGrpSpPr>
      <p:grpSpPr>
        <a:xfrm>
          <a:off x="0" y="0"/>
          <a:ext cx="0" cy="0"/>
          <a:chOff x="0" y="0"/>
          <a:chExt cx="0" cy="0"/>
        </a:xfrm>
      </p:grpSpPr>
      <p:sp>
        <p:nvSpPr>
          <p:cNvPr id="189" name="TextBox 188">
            <a:extLst>
              <a:ext uri="{FF2B5EF4-FFF2-40B4-BE49-F238E27FC236}">
                <a16:creationId xmlns:a16="http://schemas.microsoft.com/office/drawing/2014/main" id="{4A1CC9E5-C555-4A42-BD2F-52D83986D1E1}"/>
              </a:ext>
            </a:extLst>
          </p:cNvPr>
          <p:cNvSpPr txBox="1"/>
          <p:nvPr/>
        </p:nvSpPr>
        <p:spPr>
          <a:xfrm>
            <a:off x="3411163" y="615950"/>
            <a:ext cx="3933898" cy="246221"/>
          </a:xfrm>
          <a:prstGeom prst="rect">
            <a:avLst/>
          </a:prstGeom>
          <a:noFill/>
        </p:spPr>
        <p:txBody>
          <a:bodyPr wrap="none" lIns="0" tIns="0" rIns="0" bIns="0"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388" normalizeH="0" baseline="0" noProof="0">
                <a:ln>
                  <a:noFill/>
                </a:ln>
                <a:solidFill>
                  <a:prstClr val="white"/>
                </a:solidFill>
                <a:effectLst/>
                <a:uLnTx/>
                <a:uFillTx/>
                <a:latin typeface="Roboto" panose="02000000000000000000" pitchFamily="2" charset="0"/>
                <a:ea typeface="Roboto" panose="02000000000000000000" pitchFamily="2" charset="0"/>
                <a:cs typeface="+mn-cs"/>
              </a:rPr>
              <a:t>Selected Project Experience</a:t>
            </a:r>
          </a:p>
        </p:txBody>
      </p:sp>
      <p:cxnSp>
        <p:nvCxnSpPr>
          <p:cNvPr id="190" name="Straight Connector 189">
            <a:extLst>
              <a:ext uri="{FF2B5EF4-FFF2-40B4-BE49-F238E27FC236}">
                <a16:creationId xmlns:a16="http://schemas.microsoft.com/office/drawing/2014/main" id="{31DCAD75-9302-C642-9C74-B164C43329B0}"/>
              </a:ext>
            </a:extLst>
          </p:cNvPr>
          <p:cNvCxnSpPr>
            <a:cxnSpLocks/>
          </p:cNvCxnSpPr>
          <p:nvPr/>
        </p:nvCxnSpPr>
        <p:spPr>
          <a:xfrm>
            <a:off x="3414648" y="973546"/>
            <a:ext cx="4285563"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6B2F289A-52B4-2A27-52EA-B05DE2DA93CE}"/>
              </a:ext>
            </a:extLst>
          </p:cNvPr>
          <p:cNvSpPr/>
          <p:nvPr/>
        </p:nvSpPr>
        <p:spPr>
          <a:xfrm>
            <a:off x="0" y="0"/>
            <a:ext cx="3261728" cy="77800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2329" b="0" i="0" u="none" strike="noStrike" kern="1200" cap="none" spc="0" normalizeH="0" baseline="0" noProof="0">
              <a:ln>
                <a:noFill/>
              </a:ln>
              <a:solidFill>
                <a:srgbClr val="4472C4">
                  <a:lumMod val="20000"/>
                  <a:lumOff val="80000"/>
                </a:srgbClr>
              </a:solidFill>
              <a:effectLst/>
              <a:uLnTx/>
              <a:uFillTx/>
              <a:latin typeface="Calibri" panose="020F0502020204030204"/>
              <a:ea typeface="+mn-ea"/>
              <a:cs typeface="+mn-cs"/>
            </a:endParaRPr>
          </a:p>
        </p:txBody>
      </p:sp>
      <p:pic>
        <p:nvPicPr>
          <p:cNvPr id="11" name="Picture 10" descr="A picture containing text, clipart, vector graphics&#10;&#10;Description automatically generated">
            <a:extLst>
              <a:ext uri="{FF2B5EF4-FFF2-40B4-BE49-F238E27FC236}">
                <a16:creationId xmlns:a16="http://schemas.microsoft.com/office/drawing/2014/main" id="{450DD9D7-80A5-A592-F4F7-7A26F0024BEF}"/>
              </a:ext>
            </a:extLst>
          </p:cNvPr>
          <p:cNvPicPr>
            <a:picLocks noChangeAspect="1"/>
          </p:cNvPicPr>
          <p:nvPr/>
        </p:nvPicPr>
        <p:blipFill>
          <a:blip r:embed="rId2"/>
          <a:stretch>
            <a:fillRect/>
          </a:stretch>
        </p:blipFill>
        <p:spPr>
          <a:xfrm>
            <a:off x="8513126" y="209337"/>
            <a:ext cx="1319645" cy="306021"/>
          </a:xfrm>
          <a:prstGeom prst="rect">
            <a:avLst/>
          </a:prstGeom>
        </p:spPr>
      </p:pic>
      <p:sp>
        <p:nvSpPr>
          <p:cNvPr id="13" name="TextBox 12">
            <a:extLst>
              <a:ext uri="{FF2B5EF4-FFF2-40B4-BE49-F238E27FC236}">
                <a16:creationId xmlns:a16="http://schemas.microsoft.com/office/drawing/2014/main" id="{FD2720C9-A79F-BD7F-E179-674AD67D7892}"/>
              </a:ext>
            </a:extLst>
          </p:cNvPr>
          <p:cNvSpPr txBox="1"/>
          <p:nvPr/>
        </p:nvSpPr>
        <p:spPr>
          <a:xfrm>
            <a:off x="225629" y="120831"/>
            <a:ext cx="2168863" cy="861774"/>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a:ln>
                  <a:noFill/>
                </a:ln>
                <a:solidFill>
                  <a:srgbClr val="00AB80"/>
                </a:solidFill>
                <a:effectLst/>
                <a:uLnTx/>
                <a:uFillTx/>
                <a:latin typeface="Roboto" panose="02000000000000000000" pitchFamily="2" charset="0"/>
                <a:ea typeface="Roboto" panose="02000000000000000000" pitchFamily="2" charset="0"/>
                <a:cs typeface="+mn-cs"/>
              </a:rPr>
              <a:t>Kris</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a:ln>
                  <a:noFill/>
                </a:ln>
                <a:solidFill>
                  <a:srgbClr val="00AB80"/>
                </a:solidFill>
                <a:effectLst/>
                <a:uLnTx/>
                <a:uFillTx/>
                <a:latin typeface="Roboto" panose="02000000000000000000" pitchFamily="2" charset="0"/>
                <a:ea typeface="Roboto" panose="02000000000000000000" pitchFamily="2" charset="0"/>
                <a:cs typeface="+mn-cs"/>
              </a:rPr>
              <a:t>Gardiner</a:t>
            </a:r>
          </a:p>
        </p:txBody>
      </p:sp>
      <p:sp>
        <p:nvSpPr>
          <p:cNvPr id="17" name="TextBox 16">
            <a:extLst>
              <a:ext uri="{FF2B5EF4-FFF2-40B4-BE49-F238E27FC236}">
                <a16:creationId xmlns:a16="http://schemas.microsoft.com/office/drawing/2014/main" id="{1BDE5051-9F34-F139-742D-4450E5D6591E}"/>
              </a:ext>
            </a:extLst>
          </p:cNvPr>
          <p:cNvSpPr txBox="1"/>
          <p:nvPr/>
        </p:nvSpPr>
        <p:spPr>
          <a:xfrm>
            <a:off x="250509" y="1596808"/>
            <a:ext cx="2794374" cy="1715213"/>
          </a:xfrm>
          <a:prstGeom prst="rect">
            <a:avLst/>
          </a:prstGeom>
          <a:noFill/>
        </p:spPr>
        <p:txBody>
          <a:bodyPr wrap="square" lIns="0" tIns="0" rIns="0" bIns="0" rtlCol="0" anchor="t">
            <a:spAutoFit/>
          </a:bodyPr>
          <a:lstStyle/>
          <a:p>
            <a:pPr marL="0" marR="0" lvl="0" indent="0" algn="l" defTabSz="457200" rtl="0" eaLnBrk="1" fontAlgn="auto" latinLnBrk="0" hangingPunct="1">
              <a:lnSpc>
                <a:spcPts val="1500"/>
              </a:lnSpc>
              <a:spcBef>
                <a:spcPts val="0"/>
              </a:spcBef>
              <a:spcAft>
                <a:spcPts val="0"/>
              </a:spcAft>
              <a:buClrTx/>
              <a:buSzTx/>
              <a:buFontTx/>
              <a:buNone/>
              <a:tabLst/>
              <a:defRPr/>
            </a:pPr>
            <a:r>
              <a:rPr kumimoji="0" lang="en-US" sz="1000" b="0" i="0" u="none" strike="noStrike" kern="1200" cap="none" spc="13" normalizeH="0" baseline="0" noProof="0">
                <a:ln>
                  <a:noFill/>
                </a:ln>
                <a:solidFill>
                  <a:prstClr val="black"/>
                </a:solidFill>
                <a:effectLst/>
                <a:uLnTx/>
                <a:uFillTx/>
                <a:latin typeface="Roboto Light"/>
                <a:ea typeface="Roboto Light"/>
                <a:cs typeface="Lato"/>
              </a:rPr>
              <a:t>Kris is an industry </a:t>
            </a:r>
            <a:r>
              <a:rPr kumimoji="0" lang="en-US" sz="1000" b="0" i="0" u="none" strike="noStrike" kern="1200" cap="none" spc="13" normalizeH="0" baseline="0" noProof="0" err="1">
                <a:ln>
                  <a:noFill/>
                </a:ln>
                <a:solidFill>
                  <a:prstClr val="black"/>
                </a:solidFill>
                <a:effectLst/>
                <a:uLnTx/>
                <a:uFillTx/>
                <a:latin typeface="Roboto Light"/>
                <a:ea typeface="Roboto Light"/>
                <a:cs typeface="Lato"/>
              </a:rPr>
              <a:t>recognised</a:t>
            </a:r>
            <a:r>
              <a:rPr kumimoji="0" lang="en-US" sz="1000" b="0" i="0" u="none" strike="noStrike" kern="1200" cap="none" spc="13" normalizeH="0" baseline="0" noProof="0">
                <a:ln>
                  <a:noFill/>
                </a:ln>
                <a:solidFill>
                  <a:prstClr val="black"/>
                </a:solidFill>
                <a:effectLst/>
                <a:uLnTx/>
                <a:uFillTx/>
                <a:latin typeface="Roboto Light"/>
                <a:ea typeface="Roboto Light"/>
                <a:cs typeface="Lato"/>
              </a:rPr>
              <a:t> expert in Data Architecture, Analytics, Governance, Business Intelligence and Data Engineering practices, with a history of delivery with some of Australia's most complex </a:t>
            </a:r>
            <a:r>
              <a:rPr kumimoji="0" lang="en-US" sz="1000" b="0" i="0" u="none" strike="noStrike" kern="1200" cap="none" spc="13" normalizeH="0" baseline="0" noProof="0" err="1">
                <a:ln>
                  <a:noFill/>
                </a:ln>
                <a:solidFill>
                  <a:prstClr val="black"/>
                </a:solidFill>
                <a:effectLst/>
                <a:uLnTx/>
                <a:uFillTx/>
                <a:latin typeface="Roboto Light"/>
                <a:ea typeface="Roboto Light"/>
                <a:cs typeface="Lato"/>
              </a:rPr>
              <a:t>organisations</a:t>
            </a:r>
            <a:r>
              <a:rPr kumimoji="0" lang="en-US" sz="1000" b="0" i="0" u="none" strike="noStrike" kern="1200" cap="none" spc="13" normalizeH="0" baseline="0" noProof="0">
                <a:ln>
                  <a:noFill/>
                </a:ln>
                <a:solidFill>
                  <a:prstClr val="black"/>
                </a:solidFill>
                <a:effectLst/>
                <a:uLnTx/>
                <a:uFillTx/>
                <a:latin typeface="Roboto Light"/>
                <a:ea typeface="Roboto Light"/>
                <a:cs typeface="Lato"/>
              </a:rPr>
              <a:t>. Kris is an expert in creating and managing high functional teams that deliver and manage enterprise-wide data solutions with a particular focus on the usability and adoption of data within an </a:t>
            </a:r>
            <a:r>
              <a:rPr kumimoji="0" lang="en-US" sz="1000" b="0" i="0" u="none" strike="noStrike" kern="1200" cap="none" spc="13" normalizeH="0" baseline="0" noProof="0" err="1">
                <a:ln>
                  <a:noFill/>
                </a:ln>
                <a:solidFill>
                  <a:prstClr val="black"/>
                </a:solidFill>
                <a:effectLst/>
                <a:uLnTx/>
                <a:uFillTx/>
                <a:latin typeface="Roboto Light"/>
                <a:ea typeface="Roboto Light"/>
                <a:cs typeface="Lato"/>
              </a:rPr>
              <a:t>organisation</a:t>
            </a:r>
            <a:r>
              <a:rPr kumimoji="0" lang="en-US" sz="1000" b="0" i="0" u="none" strike="noStrike" kern="1200" cap="none" spc="13" normalizeH="0" baseline="0" noProof="0">
                <a:ln>
                  <a:noFill/>
                </a:ln>
                <a:solidFill>
                  <a:prstClr val="black"/>
                </a:solidFill>
                <a:effectLst/>
                <a:uLnTx/>
                <a:uFillTx/>
                <a:latin typeface="Roboto Light"/>
                <a:ea typeface="Roboto Light"/>
                <a:cs typeface="Lato"/>
              </a:rPr>
              <a:t>. </a:t>
            </a:r>
            <a:endParaRPr kumimoji="0" lang="en-US" sz="1000" b="0" i="0" u="none" strike="noStrike" kern="1200" cap="none" spc="13" normalizeH="0" baseline="0" noProof="0">
              <a:ln>
                <a:noFill/>
              </a:ln>
              <a:solidFill>
                <a:prstClr val="black"/>
              </a:solidFill>
              <a:effectLst/>
              <a:uLnTx/>
              <a:uFillTx/>
              <a:latin typeface="Roboto Light" panose="02000000000000000000" pitchFamily="2" charset="0"/>
              <a:ea typeface="Roboto Light" panose="02000000000000000000" pitchFamily="2" charset="0"/>
              <a:cs typeface="Lato" panose="020F0502020204030203" pitchFamily="34" charset="0"/>
            </a:endParaRPr>
          </a:p>
        </p:txBody>
      </p:sp>
      <p:sp>
        <p:nvSpPr>
          <p:cNvPr id="20" name="TextBox 19">
            <a:extLst>
              <a:ext uri="{FF2B5EF4-FFF2-40B4-BE49-F238E27FC236}">
                <a16:creationId xmlns:a16="http://schemas.microsoft.com/office/drawing/2014/main" id="{716A87E2-F657-C1C6-3715-B7C8A7F1E050}"/>
              </a:ext>
            </a:extLst>
          </p:cNvPr>
          <p:cNvSpPr txBox="1"/>
          <p:nvPr/>
        </p:nvSpPr>
        <p:spPr>
          <a:xfrm>
            <a:off x="152027" y="1239722"/>
            <a:ext cx="5029200" cy="310341"/>
          </a:xfrm>
          <a:prstGeom prst="rect">
            <a:avLst/>
          </a:prstGeom>
          <a:noFill/>
        </p:spPr>
        <p:txBody>
          <a:bodyPr wrap="square">
            <a:spAutoFit/>
          </a:bodyPr>
          <a:lstStyle/>
          <a:p>
            <a:pPr marL="0" marR="0" lvl="0" indent="0" algn="l" defTabSz="457200" rtl="0" eaLnBrk="1" fontAlgn="auto" latinLnBrk="0" hangingPunct="1">
              <a:lnSpc>
                <a:spcPts val="1812"/>
              </a:lnSpc>
              <a:spcBef>
                <a:spcPts val="0"/>
              </a:spcBef>
              <a:spcAft>
                <a:spcPts val="0"/>
              </a:spcAft>
              <a:buClrTx/>
              <a:buSzTx/>
              <a:buFontTx/>
              <a:buNone/>
              <a:tabLst/>
              <a:defRPr/>
            </a:pPr>
            <a:r>
              <a:rPr kumimoji="0" lang="en-US" sz="1400" b="1" i="0" u="none" strike="noStrike" kern="1200" cap="none" spc="13" normalizeH="0" baseline="0" noProof="0">
                <a:ln>
                  <a:noFill/>
                </a:ln>
                <a:solidFill>
                  <a:srgbClr val="00AB80"/>
                </a:solidFill>
                <a:effectLst/>
                <a:uLnTx/>
                <a:uFillTx/>
                <a:latin typeface="Roboto Light" panose="02000000000000000000" pitchFamily="2" charset="0"/>
                <a:ea typeface="Roboto Light" panose="02000000000000000000" pitchFamily="2" charset="0"/>
                <a:cs typeface="Lato" panose="020F0502020204030203" pitchFamily="34" charset="0"/>
              </a:rPr>
              <a:t>Profile</a:t>
            </a:r>
            <a:endParaRPr kumimoji="0" lang="en-US" sz="400" b="1" i="0" u="none" strike="noStrike" kern="1200" cap="none" spc="13" normalizeH="0" baseline="0" noProof="0">
              <a:ln>
                <a:noFill/>
              </a:ln>
              <a:solidFill>
                <a:srgbClr val="00AB80"/>
              </a:solidFill>
              <a:effectLst/>
              <a:uLnTx/>
              <a:uFillTx/>
              <a:latin typeface="Roboto Light" panose="02000000000000000000" pitchFamily="2" charset="0"/>
              <a:ea typeface="Roboto Light" panose="02000000000000000000" pitchFamily="2" charset="0"/>
              <a:cs typeface="Lato" panose="020F0502020204030203" pitchFamily="34" charset="0"/>
            </a:endParaRPr>
          </a:p>
        </p:txBody>
      </p:sp>
      <p:sp>
        <p:nvSpPr>
          <p:cNvPr id="22" name="TextBox 21">
            <a:extLst>
              <a:ext uri="{FF2B5EF4-FFF2-40B4-BE49-F238E27FC236}">
                <a16:creationId xmlns:a16="http://schemas.microsoft.com/office/drawing/2014/main" id="{9D4E289E-1D52-CBDD-E381-40963429D7F1}"/>
              </a:ext>
            </a:extLst>
          </p:cNvPr>
          <p:cNvSpPr txBox="1"/>
          <p:nvPr/>
        </p:nvSpPr>
        <p:spPr>
          <a:xfrm>
            <a:off x="250509" y="959224"/>
            <a:ext cx="2489720" cy="218008"/>
          </a:xfrm>
          <a:prstGeom prst="rect">
            <a:avLst/>
          </a:prstGeom>
          <a:noFill/>
        </p:spPr>
        <p:txBody>
          <a:bodyPr wrap="square" lIns="0" tIns="0" rIns="0" bIns="0" rtlCol="0" anchor="t">
            <a:spAutoFit/>
          </a:bodyPr>
          <a:lstStyle/>
          <a:p>
            <a:pPr marL="0" marR="0" lvl="0" indent="0" algn="l" defTabSz="457200" rtl="0" eaLnBrk="1" fontAlgn="auto" latinLnBrk="0" hangingPunct="1">
              <a:lnSpc>
                <a:spcPts val="1812"/>
              </a:lnSpc>
              <a:spcBef>
                <a:spcPts val="0"/>
              </a:spcBef>
              <a:spcAft>
                <a:spcPts val="0"/>
              </a:spcAft>
              <a:buClrTx/>
              <a:buSzTx/>
              <a:buFontTx/>
              <a:buNone/>
              <a:tabLst/>
              <a:defRPr/>
            </a:pPr>
            <a:r>
              <a:rPr kumimoji="0" lang="en-US" sz="1400" b="0" i="0" u="none" strike="noStrike" kern="1200" cap="none" spc="13" normalizeH="0" baseline="0" noProof="0">
                <a:ln>
                  <a:noFill/>
                </a:ln>
                <a:solidFill>
                  <a:prstClr val="white">
                    <a:lumMod val="50000"/>
                  </a:prstClr>
                </a:solidFill>
                <a:effectLst/>
                <a:uLnTx/>
                <a:uFillTx/>
                <a:latin typeface="Roboto Light" panose="02000000000000000000" pitchFamily="2" charset="0"/>
                <a:ea typeface="Roboto Light" panose="02000000000000000000" pitchFamily="2" charset="0"/>
                <a:cs typeface="Lato" panose="020F0502020204030203" pitchFamily="34" charset="0"/>
              </a:rPr>
              <a:t>Principal Consultant</a:t>
            </a:r>
          </a:p>
        </p:txBody>
      </p:sp>
      <p:sp>
        <p:nvSpPr>
          <p:cNvPr id="23" name="Rectangle 22">
            <a:extLst>
              <a:ext uri="{FF2B5EF4-FFF2-40B4-BE49-F238E27FC236}">
                <a16:creationId xmlns:a16="http://schemas.microsoft.com/office/drawing/2014/main" id="{5D7A612B-9DC7-1D9B-3085-CDB0F937FDB8}"/>
              </a:ext>
            </a:extLst>
          </p:cNvPr>
          <p:cNvSpPr/>
          <p:nvPr/>
        </p:nvSpPr>
        <p:spPr>
          <a:xfrm>
            <a:off x="132977" y="5343166"/>
            <a:ext cx="2991223" cy="230840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6" name="TextBox 25">
            <a:extLst>
              <a:ext uri="{FF2B5EF4-FFF2-40B4-BE49-F238E27FC236}">
                <a16:creationId xmlns:a16="http://schemas.microsoft.com/office/drawing/2014/main" id="{1A3D666D-00C8-D106-73C3-9FF300F8618C}"/>
              </a:ext>
            </a:extLst>
          </p:cNvPr>
          <p:cNvSpPr txBox="1"/>
          <p:nvPr/>
        </p:nvSpPr>
        <p:spPr>
          <a:xfrm>
            <a:off x="1716674" y="5747849"/>
            <a:ext cx="1510046" cy="1892826"/>
          </a:xfrm>
          <a:prstGeom prst="rect">
            <a:avLst/>
          </a:prstGeom>
          <a:noFill/>
        </p:spPr>
        <p:txBody>
          <a:bodyPr wrap="square" numCol="1" rtlCol="0">
            <a:spAutoFit/>
          </a:bodyPr>
          <a:lstStyle/>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Roboto Light" panose="02000000000000000000" pitchFamily="2" charset="0"/>
                <a:ea typeface="Roboto Light" panose="02000000000000000000" pitchFamily="2" charset="0"/>
                <a:cs typeface="+mn-cs"/>
              </a:rPr>
              <a:t>GCP</a:t>
            </a: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Roboto Light" panose="02000000000000000000" pitchFamily="2" charset="0"/>
                <a:ea typeface="Roboto Light" panose="02000000000000000000" pitchFamily="2" charset="0"/>
                <a:cs typeface="+mn-cs"/>
              </a:rPr>
              <a:t>Snowflake</a:t>
            </a: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Roboto Light" panose="02000000000000000000" pitchFamily="2" charset="0"/>
                <a:ea typeface="Roboto Light" panose="02000000000000000000" pitchFamily="2" charset="0"/>
                <a:cs typeface="+mn-cs"/>
              </a:rPr>
              <a:t>Oracle</a:t>
            </a: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Roboto Light" panose="02000000000000000000" pitchFamily="2" charset="0"/>
                <a:ea typeface="Roboto Light" panose="02000000000000000000" pitchFamily="2" charset="0"/>
                <a:cs typeface="+mn-cs"/>
              </a:rPr>
              <a:t>Azure</a:t>
            </a: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Roboto Light" panose="02000000000000000000" pitchFamily="2" charset="0"/>
                <a:ea typeface="Roboto Light" panose="02000000000000000000" pitchFamily="2" charset="0"/>
                <a:cs typeface="+mn-cs"/>
              </a:rPr>
              <a:t>Power BI</a:t>
            </a: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Roboto Light" panose="02000000000000000000" pitchFamily="2" charset="0"/>
                <a:ea typeface="Roboto Light" panose="02000000000000000000" pitchFamily="2" charset="0"/>
                <a:cs typeface="+mn-cs"/>
              </a:rPr>
              <a:t>Tableau</a:t>
            </a: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Roboto Light" panose="02000000000000000000" pitchFamily="2" charset="0"/>
                <a:ea typeface="Roboto Light" panose="02000000000000000000" pitchFamily="2" charset="0"/>
                <a:cs typeface="+mn-cs"/>
              </a:rPr>
              <a:t>SSRS/SSAS</a:t>
            </a: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Roboto Light" panose="02000000000000000000" pitchFamily="2" charset="0"/>
                <a:ea typeface="Roboto Light" panose="02000000000000000000" pitchFamily="2" charset="0"/>
                <a:cs typeface="+mn-cs"/>
              </a:rPr>
              <a:t>Qlik</a:t>
            </a: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Roboto Light" panose="02000000000000000000" pitchFamily="2" charset="0"/>
                <a:ea typeface="Roboto Light" panose="02000000000000000000" pitchFamily="2" charset="0"/>
                <a:cs typeface="+mn-cs"/>
              </a:rPr>
              <a:t>Java</a:t>
            </a: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Roboto Light" panose="02000000000000000000" pitchFamily="2" charset="0"/>
                <a:ea typeface="Roboto Light" panose="02000000000000000000" pitchFamily="2" charset="0"/>
                <a:cs typeface="+mn-cs"/>
              </a:rPr>
              <a:t>Python</a:t>
            </a: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Roboto Light" panose="02000000000000000000" pitchFamily="2" charset="0"/>
                <a:ea typeface="Roboto Light" panose="02000000000000000000" pitchFamily="2" charset="0"/>
                <a:cs typeface="+mn-cs"/>
              </a:rPr>
              <a:t>Talend</a:t>
            </a: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Roboto Light" panose="02000000000000000000" pitchFamily="2" charset="0"/>
                <a:ea typeface="Roboto Light" panose="02000000000000000000" pitchFamily="2" charset="0"/>
                <a:cs typeface="+mn-cs"/>
              </a:rPr>
              <a:t>ETL</a:t>
            </a: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endParaRPr kumimoji="0" lang="en-US" sz="900" b="0" i="0" u="none" strike="noStrike" kern="1200" cap="none" spc="0" normalizeH="0" baseline="0" noProof="0">
              <a:ln>
                <a:noFill/>
              </a:ln>
              <a:solidFill>
                <a:prstClr val="black"/>
              </a:solidFill>
              <a:effectLst/>
              <a:uLnTx/>
              <a:uFillTx/>
              <a:latin typeface="Roboto Light" panose="02000000000000000000" pitchFamily="2" charset="0"/>
              <a:ea typeface="Roboto Light" panose="02000000000000000000" pitchFamily="2" charset="0"/>
              <a:cs typeface="+mn-cs"/>
            </a:endParaRPr>
          </a:p>
        </p:txBody>
      </p:sp>
      <p:cxnSp>
        <p:nvCxnSpPr>
          <p:cNvPr id="27" name="Straight Connector 26">
            <a:extLst>
              <a:ext uri="{FF2B5EF4-FFF2-40B4-BE49-F238E27FC236}">
                <a16:creationId xmlns:a16="http://schemas.microsoft.com/office/drawing/2014/main" id="{FA56C067-11D9-4FE3-B97E-743BDA13E1DD}"/>
              </a:ext>
            </a:extLst>
          </p:cNvPr>
          <p:cNvCxnSpPr>
            <a:cxnSpLocks/>
          </p:cNvCxnSpPr>
          <p:nvPr/>
        </p:nvCxnSpPr>
        <p:spPr>
          <a:xfrm rot="5400000" flipH="1" flipV="1">
            <a:off x="712796" y="6641662"/>
            <a:ext cx="1809412" cy="0"/>
          </a:xfrm>
          <a:prstGeom prst="line">
            <a:avLst/>
          </a:prstGeom>
          <a:ln w="12700">
            <a:solidFill>
              <a:srgbClr val="00AB80"/>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67C34E10-2CF8-9BCA-1CC6-D78A3FF9CA80}"/>
              </a:ext>
            </a:extLst>
          </p:cNvPr>
          <p:cNvCxnSpPr>
            <a:cxnSpLocks/>
          </p:cNvCxnSpPr>
          <p:nvPr/>
        </p:nvCxnSpPr>
        <p:spPr>
          <a:xfrm>
            <a:off x="3428143" y="1405802"/>
            <a:ext cx="0" cy="1651651"/>
          </a:xfrm>
          <a:prstGeom prst="line">
            <a:avLst/>
          </a:prstGeom>
          <a:ln w="19050">
            <a:solidFill>
              <a:srgbClr val="0059FF"/>
            </a:solidFill>
          </a:ln>
        </p:spPr>
        <p:style>
          <a:lnRef idx="1">
            <a:schemeClr val="accent1"/>
          </a:lnRef>
          <a:fillRef idx="0">
            <a:schemeClr val="accent1"/>
          </a:fillRef>
          <a:effectRef idx="0">
            <a:schemeClr val="accent1"/>
          </a:effectRef>
          <a:fontRef idx="minor">
            <a:schemeClr val="tx1"/>
          </a:fontRef>
        </p:style>
      </p:cxnSp>
      <p:grpSp>
        <p:nvGrpSpPr>
          <p:cNvPr id="163" name="Group 162">
            <a:extLst>
              <a:ext uri="{FF2B5EF4-FFF2-40B4-BE49-F238E27FC236}">
                <a16:creationId xmlns:a16="http://schemas.microsoft.com/office/drawing/2014/main" id="{E52FDF9F-B084-9074-7DB9-539AD5456487}"/>
              </a:ext>
            </a:extLst>
          </p:cNvPr>
          <p:cNvGrpSpPr/>
          <p:nvPr/>
        </p:nvGrpSpPr>
        <p:grpSpPr>
          <a:xfrm>
            <a:off x="3428144" y="3413953"/>
            <a:ext cx="4549884" cy="2277547"/>
            <a:chOff x="5030740" y="2225627"/>
            <a:chExt cx="4859979" cy="2277547"/>
          </a:xfrm>
        </p:grpSpPr>
        <p:sp>
          <p:nvSpPr>
            <p:cNvPr id="10" name="TextBox 9">
              <a:extLst>
                <a:ext uri="{FF2B5EF4-FFF2-40B4-BE49-F238E27FC236}">
                  <a16:creationId xmlns:a16="http://schemas.microsoft.com/office/drawing/2014/main" id="{06312B81-BCF1-2796-C112-3DBE0E02F483}"/>
                </a:ext>
              </a:extLst>
            </p:cNvPr>
            <p:cNvSpPr txBox="1"/>
            <p:nvPr/>
          </p:nvSpPr>
          <p:spPr>
            <a:xfrm>
              <a:off x="5059474" y="2225627"/>
              <a:ext cx="4831245" cy="2277547"/>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solidFill>
                    <a:schemeClr val="bg1"/>
                  </a:solidFill>
                  <a:latin typeface="Roboto Light" panose="02000000000000000000" pitchFamily="2" charset="0"/>
                  <a:ea typeface="Roboto Light" panose="02000000000000000000" pitchFamily="2" charset="0"/>
                </a:defRPr>
              </a:lvl1pPr>
            </a:lstStyle>
            <a:p>
              <a:pPr marL="0" marR="0" lvl="0" indent="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None/>
                <a:tabLst/>
                <a:defRPr/>
              </a:pPr>
              <a:r>
                <a:rPr kumimoji="0" lang="en-US" sz="1000" b="0" i="0" u="none" strike="noStrike" kern="1200" cap="none" spc="0" normalizeH="0" baseline="0" noProof="0" dirty="0">
                  <a:ln>
                    <a:noFill/>
                  </a:ln>
                  <a:solidFill>
                    <a:prstClr val="white"/>
                  </a:solidFill>
                  <a:effectLst/>
                  <a:uLnTx/>
                  <a:uFillTx/>
                  <a:latin typeface="Roboto Light" panose="02000000000000000000" pitchFamily="2" charset="0"/>
                  <a:ea typeface="Roboto Light" panose="02000000000000000000" pitchFamily="2" charset="0"/>
                  <a:cs typeface="+mn-cs"/>
                </a:rPr>
                <a:t>Successfully brought together several disparate business intelligence teams across the </a:t>
              </a:r>
              <a:r>
                <a:rPr kumimoji="0" lang="en-US" sz="1000" b="0" i="0" u="none" strike="noStrike" kern="1200" cap="none" spc="0" normalizeH="0" baseline="0" noProof="0" dirty="0" err="1">
                  <a:ln>
                    <a:noFill/>
                  </a:ln>
                  <a:solidFill>
                    <a:prstClr val="white"/>
                  </a:solidFill>
                  <a:effectLst/>
                  <a:uLnTx/>
                  <a:uFillTx/>
                  <a:latin typeface="Roboto Light" panose="02000000000000000000" pitchFamily="2" charset="0"/>
                  <a:ea typeface="Roboto Light" panose="02000000000000000000" pitchFamily="2" charset="0"/>
                  <a:cs typeface="+mn-cs"/>
                </a:rPr>
                <a:t>organisation</a:t>
              </a:r>
              <a:r>
                <a:rPr kumimoji="0" lang="en-US" sz="1000" b="0" i="0" u="none" strike="noStrike" kern="1200" cap="none" spc="0" normalizeH="0" baseline="0" noProof="0" dirty="0">
                  <a:ln>
                    <a:noFill/>
                  </a:ln>
                  <a:solidFill>
                    <a:prstClr val="white"/>
                  </a:solidFill>
                  <a:effectLst/>
                  <a:uLnTx/>
                  <a:uFillTx/>
                  <a:latin typeface="Roboto Light" panose="02000000000000000000" pitchFamily="2" charset="0"/>
                  <a:ea typeface="Roboto Light" panose="02000000000000000000" pitchFamily="2" charset="0"/>
                  <a:cs typeface="+mn-cs"/>
                </a:rPr>
                <a:t>, whilst fostering strong relationships with numerous business stakeholders. Key responsibilities included:</a:t>
              </a:r>
            </a:p>
            <a:p>
              <a:pPr marL="0" marR="0" lvl="0" indent="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None/>
                <a:tabLst/>
                <a:defRPr/>
              </a:pPr>
              <a:endParaRPr kumimoji="0" lang="en-US" sz="200" b="0" i="0" u="none" strike="noStrike" kern="1200" cap="none" spc="0" normalizeH="0" baseline="0" noProof="0" dirty="0">
                <a:ln>
                  <a:noFill/>
                </a:ln>
                <a:solidFill>
                  <a:prstClr val="white"/>
                </a:solidFill>
                <a:effectLst/>
                <a:uLnTx/>
                <a:uFillTx/>
                <a:latin typeface="Roboto Light" panose="02000000000000000000" pitchFamily="2" charset="0"/>
                <a:ea typeface="Roboto Light" panose="02000000000000000000" pitchFamily="2" charset="0"/>
                <a:cs typeface="+mn-cs"/>
              </a:endParaRP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kumimoji="0" lang="en-US" sz="1000" b="0" i="0" u="none" strike="noStrike" kern="1200" cap="none" spc="0" normalizeH="0" baseline="0" noProof="0" dirty="0">
                  <a:ln>
                    <a:noFill/>
                  </a:ln>
                  <a:solidFill>
                    <a:prstClr val="white"/>
                  </a:solidFill>
                  <a:effectLst/>
                  <a:uLnTx/>
                  <a:uFillTx/>
                  <a:latin typeface="Roboto Light" panose="02000000000000000000" pitchFamily="2" charset="0"/>
                  <a:ea typeface="Roboto Light" panose="02000000000000000000" pitchFamily="2" charset="0"/>
                  <a:cs typeface="+mn-cs"/>
                </a:rPr>
                <a:t>Manage a team of BI, Analysis and Warehousing specialists</a:t>
              </a: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kumimoji="0" lang="en-US" sz="1000" b="0" i="0" u="none" strike="noStrike" kern="1200" cap="none" spc="0" normalizeH="0" baseline="0" noProof="0" dirty="0">
                  <a:ln>
                    <a:noFill/>
                  </a:ln>
                  <a:solidFill>
                    <a:prstClr val="white"/>
                  </a:solidFill>
                  <a:effectLst/>
                  <a:uLnTx/>
                  <a:uFillTx/>
                  <a:latin typeface="Roboto Light" panose="02000000000000000000" pitchFamily="2" charset="0"/>
                  <a:ea typeface="Roboto Light" panose="02000000000000000000" pitchFamily="2" charset="0"/>
                  <a:cs typeface="+mn-cs"/>
                </a:rPr>
                <a:t>Foster relationships with business stakeholders across the </a:t>
              </a:r>
              <a:r>
                <a:rPr kumimoji="0" lang="en-US" sz="1000" b="0" i="0" u="none" strike="noStrike" kern="1200" cap="none" spc="0" normalizeH="0" baseline="0" noProof="0" dirty="0" err="1">
                  <a:ln>
                    <a:noFill/>
                  </a:ln>
                  <a:solidFill>
                    <a:prstClr val="white"/>
                  </a:solidFill>
                  <a:effectLst/>
                  <a:uLnTx/>
                  <a:uFillTx/>
                  <a:latin typeface="Roboto Light" panose="02000000000000000000" pitchFamily="2" charset="0"/>
                  <a:ea typeface="Roboto Light" panose="02000000000000000000" pitchFamily="2" charset="0"/>
                  <a:cs typeface="+mn-cs"/>
                </a:rPr>
                <a:t>organisation</a:t>
              </a:r>
              <a:endParaRPr kumimoji="0" lang="en-US" sz="1000" b="0" i="0" u="none" strike="noStrike" kern="1200" cap="none" spc="0" normalizeH="0" baseline="0" noProof="0" dirty="0">
                <a:ln>
                  <a:noFill/>
                </a:ln>
                <a:solidFill>
                  <a:prstClr val="white"/>
                </a:solidFill>
                <a:effectLst/>
                <a:uLnTx/>
                <a:uFillTx/>
                <a:latin typeface="Roboto Light" panose="02000000000000000000" pitchFamily="2" charset="0"/>
                <a:ea typeface="Roboto Light" panose="02000000000000000000" pitchFamily="2" charset="0"/>
                <a:cs typeface="+mn-cs"/>
              </a:endParaRP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kumimoji="0" lang="en-US" sz="1000" b="0" i="0" u="none" strike="noStrike" kern="1200" cap="none" spc="0" normalizeH="0" baseline="0" noProof="0" dirty="0">
                  <a:ln>
                    <a:noFill/>
                  </a:ln>
                  <a:solidFill>
                    <a:prstClr val="white"/>
                  </a:solidFill>
                  <a:effectLst/>
                  <a:uLnTx/>
                  <a:uFillTx/>
                  <a:latin typeface="Roboto Light" panose="02000000000000000000" pitchFamily="2" charset="0"/>
                  <a:ea typeface="Roboto Light" panose="02000000000000000000" pitchFamily="2" charset="0"/>
                  <a:cs typeface="+mn-cs"/>
                </a:rPr>
                <a:t>Deliver an Enterprise-wide capability to implementing BI Solutions</a:t>
              </a: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kumimoji="0" lang="en-US" sz="1000" b="0" i="0" u="none" strike="noStrike" kern="1200" cap="none" spc="0" normalizeH="0" baseline="0" noProof="0" dirty="0">
                  <a:ln>
                    <a:noFill/>
                  </a:ln>
                  <a:solidFill>
                    <a:prstClr val="white"/>
                  </a:solidFill>
                  <a:effectLst/>
                  <a:uLnTx/>
                  <a:uFillTx/>
                  <a:latin typeface="Roboto Light" panose="02000000000000000000" pitchFamily="2" charset="0"/>
                  <a:ea typeface="Roboto Light" panose="02000000000000000000" pitchFamily="2" charset="0"/>
                  <a:cs typeface="+mn-cs"/>
                </a:rPr>
                <a:t>Deliver a highly functional user engagement and Operational Level Agreement models</a:t>
              </a: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kumimoji="0" lang="en-US" sz="1000" b="0" i="0" u="none" strike="noStrike" kern="1200" cap="none" spc="0" normalizeH="0" baseline="0" noProof="0" dirty="0">
                  <a:ln>
                    <a:noFill/>
                  </a:ln>
                  <a:solidFill>
                    <a:prstClr val="white"/>
                  </a:solidFill>
                  <a:effectLst/>
                  <a:uLnTx/>
                  <a:uFillTx/>
                  <a:latin typeface="Roboto Light" panose="02000000000000000000" pitchFamily="2" charset="0"/>
                  <a:ea typeface="Roboto Light" panose="02000000000000000000" pitchFamily="2" charset="0"/>
                  <a:cs typeface="+mn-cs"/>
                </a:rPr>
                <a:t>Develop asset lifecycle plans for each asset, in conjunction with the stakeholders</a:t>
              </a: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kumimoji="0" lang="en-US" sz="1000" b="0" i="0" u="none" strike="noStrike" kern="1200" cap="none" spc="0" normalizeH="0" baseline="0" noProof="0" dirty="0">
                  <a:ln>
                    <a:noFill/>
                  </a:ln>
                  <a:solidFill>
                    <a:prstClr val="white"/>
                  </a:solidFill>
                  <a:effectLst/>
                  <a:uLnTx/>
                  <a:uFillTx/>
                  <a:latin typeface="Roboto Light" panose="02000000000000000000" pitchFamily="2" charset="0"/>
                  <a:ea typeface="Roboto Light" panose="02000000000000000000" pitchFamily="2" charset="0"/>
                  <a:cs typeface="+mn-cs"/>
                </a:rPr>
                <a:t>Execute asset lifecycle initiatives including capacity uplifting, upgrading, re-platforming and decommissioning as required</a:t>
              </a: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kumimoji="0" lang="en-US" sz="1000" b="0" i="0" u="none" strike="noStrike" kern="1200" cap="none" spc="0" normalizeH="0" baseline="0" noProof="0" dirty="0">
                  <a:ln>
                    <a:noFill/>
                  </a:ln>
                  <a:solidFill>
                    <a:prstClr val="white"/>
                  </a:solidFill>
                  <a:effectLst/>
                  <a:uLnTx/>
                  <a:uFillTx/>
                  <a:latin typeface="Roboto Light" panose="02000000000000000000" pitchFamily="2" charset="0"/>
                  <a:ea typeface="Roboto Light" panose="02000000000000000000" pitchFamily="2" charset="0"/>
                  <a:cs typeface="+mn-cs"/>
                </a:rPr>
                <a:t>Define achievable Service Level Agreements, in conjunction with stakeholders</a:t>
              </a:r>
              <a:endParaRPr kumimoji="0" lang="en-AU" sz="1000" b="0" i="0" u="none" strike="noStrike" kern="1200" cap="none" spc="0" normalizeH="0" baseline="0" noProof="0" dirty="0">
                <a:ln>
                  <a:noFill/>
                </a:ln>
                <a:solidFill>
                  <a:prstClr val="white"/>
                </a:solidFill>
                <a:effectLst/>
                <a:uLnTx/>
                <a:uFillTx/>
                <a:latin typeface="Roboto Light" panose="02000000000000000000" pitchFamily="2" charset="0"/>
                <a:ea typeface="Roboto Light" panose="02000000000000000000" pitchFamily="2" charset="0"/>
                <a:cs typeface="+mn-cs"/>
              </a:endParaRPr>
            </a:p>
          </p:txBody>
        </p:sp>
        <p:cxnSp>
          <p:nvCxnSpPr>
            <p:cNvPr id="15" name="Straight Connector 14">
              <a:extLst>
                <a:ext uri="{FF2B5EF4-FFF2-40B4-BE49-F238E27FC236}">
                  <a16:creationId xmlns:a16="http://schemas.microsoft.com/office/drawing/2014/main" id="{F87F05F2-DA4C-4F55-A5D0-1887110DF155}"/>
                </a:ext>
              </a:extLst>
            </p:cNvPr>
            <p:cNvCxnSpPr>
              <a:cxnSpLocks/>
            </p:cNvCxnSpPr>
            <p:nvPr/>
          </p:nvCxnSpPr>
          <p:spPr>
            <a:xfrm>
              <a:off x="5030740" y="2294036"/>
              <a:ext cx="0" cy="2076774"/>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grpSp>
      <p:pic>
        <p:nvPicPr>
          <p:cNvPr id="33" name="Picture 32" descr="A picture containing icon&#10;&#10;Description automatically generated">
            <a:extLst>
              <a:ext uri="{FF2B5EF4-FFF2-40B4-BE49-F238E27FC236}">
                <a16:creationId xmlns:a16="http://schemas.microsoft.com/office/drawing/2014/main" id="{20B94328-DB79-FB55-B636-C97F5174B4C4}"/>
              </a:ext>
            </a:extLst>
          </p:cNvPr>
          <p:cNvPicPr>
            <a:picLocks noChangeAspect="1"/>
          </p:cNvPicPr>
          <p:nvPr/>
        </p:nvPicPr>
        <p:blipFill>
          <a:blip r:embed="rId3"/>
          <a:stretch>
            <a:fillRect/>
          </a:stretch>
        </p:blipFill>
        <p:spPr>
          <a:xfrm>
            <a:off x="8743252" y="7221015"/>
            <a:ext cx="1187809" cy="479883"/>
          </a:xfrm>
          <a:prstGeom prst="rect">
            <a:avLst/>
          </a:prstGeom>
        </p:spPr>
      </p:pic>
      <p:sp>
        <p:nvSpPr>
          <p:cNvPr id="39" name="TextBox 38">
            <a:extLst>
              <a:ext uri="{FF2B5EF4-FFF2-40B4-BE49-F238E27FC236}">
                <a16:creationId xmlns:a16="http://schemas.microsoft.com/office/drawing/2014/main" id="{3EA81938-6A76-B850-B0E8-A5F905AEBA98}"/>
              </a:ext>
            </a:extLst>
          </p:cNvPr>
          <p:cNvSpPr txBox="1"/>
          <p:nvPr/>
        </p:nvSpPr>
        <p:spPr>
          <a:xfrm>
            <a:off x="8192705" y="2750148"/>
            <a:ext cx="1648720" cy="215444"/>
          </a:xfrm>
          <a:prstGeom prst="rect">
            <a:avLst/>
          </a:prstGeom>
          <a:noFill/>
        </p:spPr>
        <p:txBody>
          <a:bodyPr wrap="none" lIns="0" tIns="0" rIns="0" bIns="0"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388" normalizeH="0" baseline="0" noProof="0">
                <a:ln>
                  <a:noFill/>
                </a:ln>
                <a:solidFill>
                  <a:prstClr val="white"/>
                </a:solidFill>
                <a:effectLst/>
                <a:uLnTx/>
                <a:uFillTx/>
                <a:latin typeface="Roboto" panose="02000000000000000000" pitchFamily="2" charset="0"/>
                <a:ea typeface="Roboto" panose="02000000000000000000" pitchFamily="2" charset="0"/>
                <a:cs typeface="+mn-cs"/>
              </a:rPr>
              <a:t>Certification</a:t>
            </a:r>
          </a:p>
        </p:txBody>
      </p:sp>
      <p:sp>
        <p:nvSpPr>
          <p:cNvPr id="169" name="TextBox 168">
            <a:extLst>
              <a:ext uri="{FF2B5EF4-FFF2-40B4-BE49-F238E27FC236}">
                <a16:creationId xmlns:a16="http://schemas.microsoft.com/office/drawing/2014/main" id="{96EB3CB7-14B5-2B9E-400D-049800DFED74}"/>
              </a:ext>
            </a:extLst>
          </p:cNvPr>
          <p:cNvSpPr txBox="1"/>
          <p:nvPr/>
        </p:nvSpPr>
        <p:spPr>
          <a:xfrm>
            <a:off x="3414648" y="116660"/>
            <a:ext cx="5463194" cy="430887"/>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a:ln>
                  <a:noFill/>
                </a:ln>
                <a:solidFill>
                  <a:srgbClr val="00AB80"/>
                </a:solidFill>
                <a:effectLst/>
                <a:uLnTx/>
                <a:uFillTx/>
                <a:latin typeface="Roboto" panose="02000000000000000000" pitchFamily="2" charset="0"/>
                <a:ea typeface="Roboto" panose="02000000000000000000" pitchFamily="2" charset="0"/>
                <a:cs typeface="+mn-cs"/>
              </a:rPr>
              <a:t>Consultant Profile</a:t>
            </a:r>
          </a:p>
        </p:txBody>
      </p:sp>
      <p:cxnSp>
        <p:nvCxnSpPr>
          <p:cNvPr id="170" name="Straight Connector 169">
            <a:extLst>
              <a:ext uri="{FF2B5EF4-FFF2-40B4-BE49-F238E27FC236}">
                <a16:creationId xmlns:a16="http://schemas.microsoft.com/office/drawing/2014/main" id="{0D51728F-48BB-14BB-256E-5F0C0284BCDF}"/>
              </a:ext>
            </a:extLst>
          </p:cNvPr>
          <p:cNvCxnSpPr>
            <a:cxnSpLocks/>
          </p:cNvCxnSpPr>
          <p:nvPr/>
        </p:nvCxnSpPr>
        <p:spPr>
          <a:xfrm flipV="1">
            <a:off x="8035461" y="957777"/>
            <a:ext cx="0" cy="4385389"/>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73" name="TextBox 172">
            <a:extLst>
              <a:ext uri="{FF2B5EF4-FFF2-40B4-BE49-F238E27FC236}">
                <a16:creationId xmlns:a16="http://schemas.microsoft.com/office/drawing/2014/main" id="{994303C8-DFEA-5175-3E9D-3727861435B6}"/>
              </a:ext>
            </a:extLst>
          </p:cNvPr>
          <p:cNvSpPr txBox="1"/>
          <p:nvPr/>
        </p:nvSpPr>
        <p:spPr>
          <a:xfrm>
            <a:off x="8216224" y="880726"/>
            <a:ext cx="1392048" cy="430887"/>
          </a:xfrm>
          <a:prstGeom prst="rect">
            <a:avLst/>
          </a:prstGeom>
          <a:noFill/>
        </p:spPr>
        <p:txBody>
          <a:bodyPr wrap="non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388" normalizeH="0" baseline="0" noProof="0">
                <a:ln>
                  <a:noFill/>
                </a:ln>
                <a:solidFill>
                  <a:prstClr val="white"/>
                </a:solidFill>
                <a:effectLst/>
                <a:uLnTx/>
                <a:uFillTx/>
                <a:latin typeface="Roboto" panose="02000000000000000000" pitchFamily="2" charset="0"/>
                <a:ea typeface="Roboto" panose="02000000000000000000" pitchFamily="2" charset="0"/>
                <a:cs typeface="+mn-cs"/>
              </a:rPr>
              <a:t>Industry</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388" normalizeH="0" baseline="0" noProof="0">
                <a:ln>
                  <a:noFill/>
                </a:ln>
                <a:solidFill>
                  <a:prstClr val="white"/>
                </a:solidFill>
                <a:effectLst/>
                <a:uLnTx/>
                <a:uFillTx/>
                <a:latin typeface="Roboto" panose="02000000000000000000" pitchFamily="2" charset="0"/>
                <a:ea typeface="Roboto" panose="02000000000000000000" pitchFamily="2" charset="0"/>
                <a:cs typeface="+mn-cs"/>
              </a:rPr>
              <a:t>Experience</a:t>
            </a:r>
          </a:p>
        </p:txBody>
      </p:sp>
      <p:sp>
        <p:nvSpPr>
          <p:cNvPr id="175" name="TextBox 174">
            <a:extLst>
              <a:ext uri="{FF2B5EF4-FFF2-40B4-BE49-F238E27FC236}">
                <a16:creationId xmlns:a16="http://schemas.microsoft.com/office/drawing/2014/main" id="{B9775FC7-7124-8CCA-9B1C-7CCD7D3DF384}"/>
              </a:ext>
            </a:extLst>
          </p:cNvPr>
          <p:cNvSpPr txBox="1"/>
          <p:nvPr/>
        </p:nvSpPr>
        <p:spPr>
          <a:xfrm>
            <a:off x="8118489" y="1456630"/>
            <a:ext cx="1951941" cy="1169551"/>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latin typeface="Roboto Light" panose="02000000000000000000" pitchFamily="2" charset="0"/>
                <a:ea typeface="Roboto Light" panose="02000000000000000000" pitchFamily="2" charset="0"/>
              </a:defRPr>
            </a:lvl1pPr>
          </a:lstStyle>
          <a:p>
            <a:pPr marL="0" marR="0" lvl="0" indent="0" algn="l" defTabSz="457200" rtl="0" eaLnBrk="1" fontAlgn="auto" latinLnBrk="0" hangingPunct="1">
              <a:lnSpc>
                <a:spcPct val="150000"/>
              </a:lnSpc>
              <a:spcBef>
                <a:spcPts val="0"/>
              </a:spcBef>
              <a:spcAft>
                <a:spcPts val="0"/>
              </a:spcAft>
              <a:buClr>
                <a:srgbClr val="00AB80"/>
              </a:buClr>
              <a:buSzTx/>
              <a:buFont typeface="Arial" panose="020B0604020202020204" pitchFamily="34" charset="0"/>
              <a:buNone/>
              <a:tabLst/>
              <a:defRPr/>
            </a:pPr>
            <a:r>
              <a:rPr kumimoji="0" lang="en-GB" sz="1200" b="0" i="0" u="none" strike="noStrike" kern="1200" cap="none" spc="0" normalizeH="0" baseline="0" noProof="0">
                <a:ln>
                  <a:noFill/>
                </a:ln>
                <a:solidFill>
                  <a:srgbClr val="00AB80"/>
                </a:solidFill>
                <a:effectLst/>
                <a:uLnTx/>
                <a:uFillTx/>
                <a:latin typeface="Roboto Light" panose="02000000000000000000" pitchFamily="2" charset="0"/>
                <a:ea typeface="Roboto Light" panose="02000000000000000000" pitchFamily="2" charset="0"/>
                <a:cs typeface="+mn-cs"/>
              </a:rPr>
              <a:t>Financial Services</a:t>
            </a:r>
          </a:p>
          <a:p>
            <a:pPr marL="0" marR="0" lvl="0" indent="0" algn="l" defTabSz="457200" rtl="0" eaLnBrk="1" fontAlgn="auto" latinLnBrk="0" hangingPunct="1">
              <a:lnSpc>
                <a:spcPct val="150000"/>
              </a:lnSpc>
              <a:spcBef>
                <a:spcPts val="0"/>
              </a:spcBef>
              <a:spcAft>
                <a:spcPts val="0"/>
              </a:spcAft>
              <a:buClr>
                <a:srgbClr val="00AB80"/>
              </a:buClr>
              <a:buSzTx/>
              <a:buFont typeface="Arial" panose="020B0604020202020204" pitchFamily="34" charset="0"/>
              <a:buNone/>
              <a:tabLst/>
              <a:defRPr/>
            </a:pPr>
            <a:r>
              <a:rPr kumimoji="0" lang="en-GB" sz="1200" b="0" i="0" u="none" strike="noStrike" kern="1200" cap="none" spc="0" normalizeH="0" baseline="0" noProof="0">
                <a:ln>
                  <a:noFill/>
                </a:ln>
                <a:solidFill>
                  <a:srgbClr val="00AB80"/>
                </a:solidFill>
                <a:effectLst/>
                <a:uLnTx/>
                <a:uFillTx/>
                <a:latin typeface="Roboto Light" panose="02000000000000000000" pitchFamily="2" charset="0"/>
                <a:ea typeface="Roboto Light" panose="02000000000000000000" pitchFamily="2" charset="0"/>
                <a:cs typeface="+mn-cs"/>
              </a:rPr>
              <a:t>Telecommunications</a:t>
            </a:r>
          </a:p>
          <a:p>
            <a:pPr marL="0" marR="0" lvl="0" indent="0" algn="l" defTabSz="457200" rtl="0" eaLnBrk="1" fontAlgn="auto" latinLnBrk="0" hangingPunct="1">
              <a:lnSpc>
                <a:spcPct val="150000"/>
              </a:lnSpc>
              <a:spcBef>
                <a:spcPts val="0"/>
              </a:spcBef>
              <a:spcAft>
                <a:spcPts val="0"/>
              </a:spcAft>
              <a:buClr>
                <a:srgbClr val="00AB80"/>
              </a:buClr>
              <a:buSzTx/>
              <a:buFont typeface="Arial" panose="020B0604020202020204" pitchFamily="34" charset="0"/>
              <a:buNone/>
              <a:tabLst/>
              <a:defRPr/>
            </a:pPr>
            <a:r>
              <a:rPr kumimoji="0" lang="en-GB" sz="1200" b="0" i="0" u="none" strike="noStrike" kern="1200" cap="none" spc="0" normalizeH="0" baseline="0" noProof="0">
                <a:ln>
                  <a:noFill/>
                </a:ln>
                <a:solidFill>
                  <a:srgbClr val="00AB80"/>
                </a:solidFill>
                <a:effectLst/>
                <a:uLnTx/>
                <a:uFillTx/>
                <a:latin typeface="Roboto Light" panose="02000000000000000000" pitchFamily="2" charset="0"/>
                <a:ea typeface="Roboto Light" panose="02000000000000000000" pitchFamily="2" charset="0"/>
                <a:cs typeface="+mn-cs"/>
              </a:rPr>
              <a:t>Logistics</a:t>
            </a:r>
          </a:p>
          <a:p>
            <a:pPr marL="0" marR="0" lvl="0" indent="0" algn="l" defTabSz="457200" rtl="0" eaLnBrk="1" fontAlgn="auto" latinLnBrk="0" hangingPunct="1">
              <a:lnSpc>
                <a:spcPct val="150000"/>
              </a:lnSpc>
              <a:spcBef>
                <a:spcPts val="0"/>
              </a:spcBef>
              <a:spcAft>
                <a:spcPts val="0"/>
              </a:spcAft>
              <a:buClr>
                <a:srgbClr val="00AB80"/>
              </a:buClr>
              <a:buSzTx/>
              <a:buFont typeface="Arial" panose="020B0604020202020204" pitchFamily="34" charset="0"/>
              <a:buNone/>
              <a:tabLst/>
              <a:defRPr/>
            </a:pPr>
            <a:r>
              <a:rPr kumimoji="0" lang="en-GB" sz="1200" b="0" i="0" u="none" strike="noStrike" kern="1200" cap="none" spc="0" normalizeH="0" baseline="0" noProof="0">
                <a:ln>
                  <a:noFill/>
                </a:ln>
                <a:solidFill>
                  <a:srgbClr val="00AB80"/>
                </a:solidFill>
                <a:effectLst/>
                <a:uLnTx/>
                <a:uFillTx/>
                <a:latin typeface="Roboto Light" panose="02000000000000000000" pitchFamily="2" charset="0"/>
                <a:ea typeface="Roboto Light" panose="02000000000000000000" pitchFamily="2" charset="0"/>
                <a:cs typeface="+mn-cs"/>
              </a:rPr>
              <a:t>Retail </a:t>
            </a:r>
          </a:p>
        </p:txBody>
      </p:sp>
      <p:cxnSp>
        <p:nvCxnSpPr>
          <p:cNvPr id="25" name="Straight Connector 24">
            <a:extLst>
              <a:ext uri="{FF2B5EF4-FFF2-40B4-BE49-F238E27FC236}">
                <a16:creationId xmlns:a16="http://schemas.microsoft.com/office/drawing/2014/main" id="{F7D64658-1F62-2EE9-AB01-2FD4F7E2D84D}"/>
              </a:ext>
            </a:extLst>
          </p:cNvPr>
          <p:cNvCxnSpPr>
            <a:cxnSpLocks/>
          </p:cNvCxnSpPr>
          <p:nvPr/>
        </p:nvCxnSpPr>
        <p:spPr>
          <a:xfrm>
            <a:off x="8216224" y="1453698"/>
            <a:ext cx="1558988"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980A06B1-0A2F-7DF6-91DB-0F6DFA896A23}"/>
              </a:ext>
            </a:extLst>
          </p:cNvPr>
          <p:cNvGrpSpPr/>
          <p:nvPr/>
        </p:nvGrpSpPr>
        <p:grpSpPr>
          <a:xfrm>
            <a:off x="8106458" y="2965592"/>
            <a:ext cx="1951941" cy="1200329"/>
            <a:chOff x="8106458" y="2681447"/>
            <a:chExt cx="1951941" cy="1200329"/>
          </a:xfrm>
        </p:grpSpPr>
        <p:cxnSp>
          <p:nvCxnSpPr>
            <p:cNvPr id="40" name="Straight Connector 39">
              <a:extLst>
                <a:ext uri="{FF2B5EF4-FFF2-40B4-BE49-F238E27FC236}">
                  <a16:creationId xmlns:a16="http://schemas.microsoft.com/office/drawing/2014/main" id="{872A9DC1-BA60-5A54-0907-130AE22B314D}"/>
                </a:ext>
              </a:extLst>
            </p:cNvPr>
            <p:cNvCxnSpPr>
              <a:cxnSpLocks/>
            </p:cNvCxnSpPr>
            <p:nvPr/>
          </p:nvCxnSpPr>
          <p:spPr>
            <a:xfrm>
              <a:off x="8192160" y="2773308"/>
              <a:ext cx="1734788"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AB47A2EE-BF0B-DB05-8B7C-DB6594B2B3D5}"/>
                </a:ext>
              </a:extLst>
            </p:cNvPr>
            <p:cNvSpPr txBox="1"/>
            <p:nvPr/>
          </p:nvSpPr>
          <p:spPr>
            <a:xfrm>
              <a:off x="8106458" y="2681447"/>
              <a:ext cx="1951941" cy="1200329"/>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tab pos="3819525" algn="l"/>
                  <a:tab pos="3895725" algn="l"/>
                </a:tabLst>
                <a:defRPr/>
              </a:pPr>
              <a:endParaRPr kumimoji="0" lang="en-AU" sz="1200" b="0" i="0" u="none" strike="noStrike" kern="1200" cap="none" spc="0" normalizeH="0" baseline="0" noProof="0">
                <a:ln>
                  <a:noFill/>
                </a:ln>
                <a:solidFill>
                  <a:srgbClr val="00AB80"/>
                </a:solidFill>
                <a:effectLst/>
                <a:uLnTx/>
                <a:uFillTx/>
                <a:latin typeface="Times New Roman" panose="02020603050405020304" pitchFamily="18" charset="0"/>
                <a:ea typeface="Calibri" panose="020F0502020204030204" pitchFamily="34" charset="0"/>
                <a:cs typeface="+mn-cs"/>
              </a:endParaRPr>
            </a:p>
            <a:p>
              <a:pPr marL="0" marR="0" lvl="0" indent="0" algn="l" defTabSz="457200" rtl="0" eaLnBrk="1" fontAlgn="auto" latinLnBrk="0" hangingPunct="1">
                <a:lnSpc>
                  <a:spcPct val="100000"/>
                </a:lnSpc>
                <a:spcBef>
                  <a:spcPts val="0"/>
                </a:spcBef>
                <a:spcAft>
                  <a:spcPts val="0"/>
                </a:spcAft>
                <a:buClrTx/>
                <a:buSzTx/>
                <a:buFontTx/>
                <a:buNone/>
                <a:tabLst>
                  <a:tab pos="3819525" algn="l"/>
                  <a:tab pos="3895725" algn="l"/>
                </a:tabLst>
                <a:defRPr/>
              </a:pPr>
              <a:r>
                <a:rPr kumimoji="0" lang="en-GB" sz="1200" b="0" i="0" u="none" strike="noStrike" kern="1200" cap="none" spc="0" normalizeH="0" baseline="0" noProof="0">
                  <a:ln>
                    <a:noFill/>
                  </a:ln>
                  <a:solidFill>
                    <a:srgbClr val="00AB80"/>
                  </a:solidFill>
                  <a:effectLst/>
                  <a:uLnTx/>
                  <a:uFillTx/>
                  <a:latin typeface="Roboto Light" panose="02000000000000000000" pitchFamily="2" charset="0"/>
                  <a:ea typeface="Calibri" panose="020F0502020204030204" pitchFamily="34" charset="0"/>
                  <a:cs typeface="+mn-cs"/>
                </a:rPr>
                <a:t>Bachelor – Computing (Honours)</a:t>
              </a:r>
            </a:p>
            <a:p>
              <a:pPr marL="0" marR="0" lvl="0" indent="0" algn="l" defTabSz="457200" rtl="0" eaLnBrk="1" fontAlgn="auto" latinLnBrk="0" hangingPunct="1">
                <a:lnSpc>
                  <a:spcPct val="100000"/>
                </a:lnSpc>
                <a:spcBef>
                  <a:spcPts val="0"/>
                </a:spcBef>
                <a:spcAft>
                  <a:spcPts val="0"/>
                </a:spcAft>
                <a:buClrTx/>
                <a:buSzTx/>
                <a:buFontTx/>
                <a:buNone/>
                <a:tabLst>
                  <a:tab pos="3819525" algn="l"/>
                  <a:tab pos="3895725" algn="l"/>
                </a:tabLst>
                <a:defRPr/>
              </a:pPr>
              <a:r>
                <a:rPr kumimoji="0" lang="en-GB" sz="1200" b="0" i="0" u="none" strike="noStrike" kern="1200" cap="none" spc="0" normalizeH="0" baseline="0" noProof="0">
                  <a:ln>
                    <a:noFill/>
                  </a:ln>
                  <a:solidFill>
                    <a:srgbClr val="00AB80"/>
                  </a:solidFill>
                  <a:effectLst/>
                  <a:uLnTx/>
                  <a:uFillTx/>
                  <a:latin typeface="Roboto Light" panose="02000000000000000000" pitchFamily="2" charset="0"/>
                  <a:ea typeface="Calibri" panose="020F0502020204030204" pitchFamily="34" charset="0"/>
                  <a:cs typeface="+mn-cs"/>
                </a:rPr>
                <a:t>Federation University</a:t>
              </a:r>
            </a:p>
            <a:p>
              <a:pPr marL="0" marR="0" lvl="0" indent="0" algn="l" defTabSz="457200" rtl="0" eaLnBrk="1" fontAlgn="auto" latinLnBrk="0" hangingPunct="1">
                <a:lnSpc>
                  <a:spcPct val="100000"/>
                </a:lnSpc>
                <a:spcBef>
                  <a:spcPts val="0"/>
                </a:spcBef>
                <a:spcAft>
                  <a:spcPts val="0"/>
                </a:spcAft>
                <a:buClrTx/>
                <a:buSzTx/>
                <a:buFontTx/>
                <a:buNone/>
                <a:tabLst>
                  <a:tab pos="3819525" algn="l"/>
                  <a:tab pos="3895725" algn="l"/>
                </a:tabLst>
                <a:defRPr/>
              </a:pPr>
              <a:endParaRPr kumimoji="0" lang="en-GB" sz="1200" b="0" i="0" u="none" strike="noStrike" kern="1200" cap="none" spc="0" normalizeH="0" baseline="0" noProof="0">
                <a:ln>
                  <a:noFill/>
                </a:ln>
                <a:solidFill>
                  <a:srgbClr val="00AB80"/>
                </a:solidFill>
                <a:effectLst/>
                <a:uLnTx/>
                <a:uFillTx/>
                <a:latin typeface="Roboto Light" panose="02000000000000000000" pitchFamily="2" charset="0"/>
                <a:ea typeface="Calibri" panose="020F0502020204030204" pitchFamily="34" charset="0"/>
                <a:cs typeface="+mn-cs"/>
              </a:endParaRPr>
            </a:p>
            <a:p>
              <a:pPr marL="0" marR="0" lvl="0" indent="0" algn="l" defTabSz="457200" rtl="0" eaLnBrk="1" fontAlgn="auto" latinLnBrk="0" hangingPunct="1">
                <a:lnSpc>
                  <a:spcPct val="100000"/>
                </a:lnSpc>
                <a:spcBef>
                  <a:spcPts val="0"/>
                </a:spcBef>
                <a:spcAft>
                  <a:spcPts val="0"/>
                </a:spcAft>
                <a:buClrTx/>
                <a:buSzTx/>
                <a:buFontTx/>
                <a:buNone/>
                <a:tabLst>
                  <a:tab pos="3819525" algn="l"/>
                  <a:tab pos="3895725" algn="l"/>
                </a:tabLst>
                <a:defRPr/>
              </a:pPr>
              <a:endParaRPr kumimoji="0" lang="en-AU" sz="1200" b="0" i="0" u="none" strike="noStrike" kern="1200" cap="none" spc="0" normalizeH="0" baseline="0" noProof="0">
                <a:ln>
                  <a:noFill/>
                </a:ln>
                <a:solidFill>
                  <a:srgbClr val="00AB80"/>
                </a:solidFill>
                <a:effectLst/>
                <a:uLnTx/>
                <a:uFillTx/>
                <a:latin typeface="Times New Roman" panose="02020603050405020304" pitchFamily="18" charset="0"/>
                <a:ea typeface="Calibri" panose="020F0502020204030204" pitchFamily="34" charset="0"/>
                <a:cs typeface="+mn-cs"/>
              </a:endParaRPr>
            </a:p>
          </p:txBody>
        </p:sp>
      </p:grpSp>
      <p:sp>
        <p:nvSpPr>
          <p:cNvPr id="2" name="TextBox 1">
            <a:extLst>
              <a:ext uri="{FF2B5EF4-FFF2-40B4-BE49-F238E27FC236}">
                <a16:creationId xmlns:a16="http://schemas.microsoft.com/office/drawing/2014/main" id="{2FA774CA-3857-9308-4D38-9414B0CC2B95}"/>
              </a:ext>
            </a:extLst>
          </p:cNvPr>
          <p:cNvSpPr txBox="1"/>
          <p:nvPr/>
        </p:nvSpPr>
        <p:spPr>
          <a:xfrm>
            <a:off x="3335753" y="3129317"/>
            <a:ext cx="4616675"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200" b="1" i="0" u="none" strike="noStrike" kern="1200" cap="none" spc="0" normalizeH="0" baseline="0" noProof="0">
                <a:ln>
                  <a:noFill/>
                </a:ln>
                <a:solidFill>
                  <a:srgbClr val="ED7D31"/>
                </a:solidFill>
                <a:effectLst/>
                <a:uLnTx/>
                <a:uFillTx/>
                <a:latin typeface="Roboto" panose="02000000000000000000" pitchFamily="2" charset="0"/>
                <a:ea typeface="Roboto" panose="02000000000000000000" pitchFamily="2" charset="0"/>
                <a:cs typeface="+mn-cs"/>
              </a:rPr>
              <a:t>Big 4 Australian Bank – Head of Business Intelligence </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200" b="1" i="0" u="none" strike="noStrike" kern="1200" cap="none" spc="0" normalizeH="0" baseline="0" noProof="0">
              <a:ln>
                <a:noFill/>
              </a:ln>
              <a:solidFill>
                <a:srgbClr val="ED7D31"/>
              </a:solidFill>
              <a:effectLst/>
              <a:uLnTx/>
              <a:uFillTx/>
              <a:latin typeface="Roboto" panose="02000000000000000000" pitchFamily="2" charset="0"/>
              <a:ea typeface="Roboto" panose="02000000000000000000" pitchFamily="2" charset="0"/>
              <a:cs typeface="+mn-cs"/>
            </a:endParaRPr>
          </a:p>
        </p:txBody>
      </p:sp>
      <p:sp>
        <p:nvSpPr>
          <p:cNvPr id="4" name="TextBox 3">
            <a:extLst>
              <a:ext uri="{FF2B5EF4-FFF2-40B4-BE49-F238E27FC236}">
                <a16:creationId xmlns:a16="http://schemas.microsoft.com/office/drawing/2014/main" id="{80F49B2F-21D4-F9EB-049F-717A10CB7D84}"/>
              </a:ext>
            </a:extLst>
          </p:cNvPr>
          <p:cNvSpPr txBox="1"/>
          <p:nvPr/>
        </p:nvSpPr>
        <p:spPr>
          <a:xfrm>
            <a:off x="146651" y="5747849"/>
            <a:ext cx="1510046" cy="1892826"/>
          </a:xfrm>
          <a:prstGeom prst="rect">
            <a:avLst/>
          </a:prstGeom>
          <a:noFill/>
        </p:spPr>
        <p:txBody>
          <a:bodyPr wrap="square" numCol="1" rtlCol="0">
            <a:spAutoFit/>
          </a:bodyPr>
          <a:lstStyle/>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kumimoji="0" lang="en-US" sz="900" b="0" i="0" u="none" strike="noStrike" kern="1200" cap="none" spc="0" normalizeH="0" baseline="0" noProof="0" dirty="0">
                <a:ln>
                  <a:noFill/>
                </a:ln>
                <a:solidFill>
                  <a:prstClr val="black"/>
                </a:solidFill>
                <a:effectLst/>
                <a:uLnTx/>
                <a:uFillTx/>
                <a:latin typeface="Roboto Light" panose="02000000000000000000" pitchFamily="2" charset="0"/>
                <a:ea typeface="Roboto Light" panose="02000000000000000000" pitchFamily="2" charset="0"/>
                <a:cs typeface="+mn-cs"/>
              </a:rPr>
              <a:t>Data Architecture</a:t>
            </a: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kumimoji="0" lang="en-US" sz="900" b="0" i="0" u="none" strike="noStrike" kern="1200" cap="none" spc="0" normalizeH="0" baseline="0" noProof="0" dirty="0">
                <a:ln>
                  <a:noFill/>
                </a:ln>
                <a:solidFill>
                  <a:prstClr val="black"/>
                </a:solidFill>
                <a:effectLst/>
                <a:uLnTx/>
                <a:uFillTx/>
                <a:latin typeface="Roboto Light" panose="02000000000000000000" pitchFamily="2" charset="0"/>
                <a:ea typeface="Roboto Light" panose="02000000000000000000" pitchFamily="2" charset="0"/>
                <a:cs typeface="+mn-cs"/>
              </a:rPr>
              <a:t>Data Modeling</a:t>
            </a: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kumimoji="0" lang="en-US" sz="900" b="0" i="0" u="none" strike="noStrike" kern="1200" cap="none" spc="0" normalizeH="0" baseline="0" noProof="0" dirty="0">
                <a:ln>
                  <a:noFill/>
                </a:ln>
                <a:solidFill>
                  <a:prstClr val="black"/>
                </a:solidFill>
                <a:effectLst/>
                <a:uLnTx/>
                <a:uFillTx/>
                <a:latin typeface="Roboto Light" panose="02000000000000000000" pitchFamily="2" charset="0"/>
                <a:ea typeface="Roboto Light" panose="02000000000000000000" pitchFamily="2" charset="0"/>
                <a:cs typeface="+mn-cs"/>
              </a:rPr>
              <a:t>Data Analytics</a:t>
            </a: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kumimoji="0" lang="en-US" sz="900" b="0" i="0" u="none" strike="noStrike" kern="1200" cap="none" spc="0" normalizeH="0" baseline="0" noProof="0" dirty="0">
                <a:ln>
                  <a:noFill/>
                </a:ln>
                <a:solidFill>
                  <a:prstClr val="black"/>
                </a:solidFill>
                <a:effectLst/>
                <a:uLnTx/>
                <a:uFillTx/>
                <a:latin typeface="Roboto Light" panose="02000000000000000000" pitchFamily="2" charset="0"/>
                <a:ea typeface="Roboto Light" panose="02000000000000000000" pitchFamily="2" charset="0"/>
                <a:cs typeface="+mn-cs"/>
              </a:rPr>
              <a:t>Data Governance</a:t>
            </a: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kumimoji="0" lang="en-US" sz="900" b="0" i="0" u="none" strike="noStrike" kern="1200" cap="none" spc="0" normalizeH="0" baseline="0" noProof="0" dirty="0">
                <a:ln>
                  <a:noFill/>
                </a:ln>
                <a:solidFill>
                  <a:prstClr val="black"/>
                </a:solidFill>
                <a:effectLst/>
                <a:uLnTx/>
                <a:uFillTx/>
                <a:latin typeface="Roboto Light" panose="02000000000000000000" pitchFamily="2" charset="0"/>
                <a:ea typeface="Roboto Light" panose="02000000000000000000" pitchFamily="2" charset="0"/>
                <a:cs typeface="+mn-cs"/>
              </a:rPr>
              <a:t>Data Engineering</a:t>
            </a: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kumimoji="0" lang="en-US" sz="900" b="0" i="0" u="none" strike="noStrike" kern="1200" cap="none" spc="0" normalizeH="0" baseline="0" noProof="0" dirty="0">
                <a:ln>
                  <a:noFill/>
                </a:ln>
                <a:solidFill>
                  <a:prstClr val="black"/>
                </a:solidFill>
                <a:effectLst/>
                <a:uLnTx/>
                <a:uFillTx/>
                <a:latin typeface="Roboto Light" panose="02000000000000000000" pitchFamily="2" charset="0"/>
                <a:ea typeface="Roboto Light" panose="02000000000000000000" pitchFamily="2" charset="0"/>
                <a:cs typeface="+mn-cs"/>
              </a:rPr>
              <a:t>Data Warehousing</a:t>
            </a: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kumimoji="0" lang="en-US" sz="900" b="0" i="0" u="none" strike="noStrike" kern="1200" cap="none" spc="0" normalizeH="0" baseline="0" noProof="0" dirty="0">
                <a:ln>
                  <a:noFill/>
                </a:ln>
                <a:solidFill>
                  <a:prstClr val="black"/>
                </a:solidFill>
                <a:effectLst/>
                <a:uLnTx/>
                <a:uFillTx/>
                <a:latin typeface="Roboto Light" panose="02000000000000000000" pitchFamily="2" charset="0"/>
                <a:ea typeface="Roboto Light" panose="02000000000000000000" pitchFamily="2" charset="0"/>
                <a:cs typeface="+mn-cs"/>
              </a:rPr>
              <a:t>Data Literacy</a:t>
            </a: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kumimoji="0" lang="en-US" sz="900" b="0" i="0" u="none" strike="noStrike" kern="1200" cap="none" spc="0" normalizeH="0" baseline="0" noProof="0" dirty="0">
                <a:ln>
                  <a:noFill/>
                </a:ln>
                <a:solidFill>
                  <a:prstClr val="black"/>
                </a:solidFill>
                <a:effectLst/>
                <a:uLnTx/>
                <a:uFillTx/>
                <a:latin typeface="Roboto Light" panose="02000000000000000000" pitchFamily="2" charset="0"/>
                <a:ea typeface="Roboto Light" panose="02000000000000000000" pitchFamily="2" charset="0"/>
                <a:cs typeface="+mn-cs"/>
              </a:rPr>
              <a:t>Business Engagement</a:t>
            </a: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kumimoji="0" lang="en-US" sz="900" b="0" i="0" u="none" strike="noStrike" kern="1200" cap="none" spc="0" normalizeH="0" baseline="0" noProof="0" dirty="0">
                <a:ln>
                  <a:noFill/>
                </a:ln>
                <a:solidFill>
                  <a:prstClr val="black"/>
                </a:solidFill>
                <a:effectLst/>
                <a:uLnTx/>
                <a:uFillTx/>
                <a:latin typeface="Roboto Light" panose="02000000000000000000" pitchFamily="2" charset="0"/>
                <a:ea typeface="Roboto Light" panose="02000000000000000000" pitchFamily="2" charset="0"/>
                <a:cs typeface="+mn-cs"/>
              </a:rPr>
              <a:t>Business Intelligence</a:t>
            </a: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kumimoji="0" lang="en-US" sz="900" b="0" i="0" u="none" strike="noStrike" kern="1200" cap="none" spc="0" normalizeH="0" baseline="0" noProof="0" dirty="0">
                <a:ln>
                  <a:noFill/>
                </a:ln>
                <a:solidFill>
                  <a:prstClr val="black"/>
                </a:solidFill>
                <a:effectLst/>
                <a:uLnTx/>
                <a:uFillTx/>
                <a:latin typeface="Roboto Light" panose="02000000000000000000" pitchFamily="2" charset="0"/>
                <a:ea typeface="Roboto Light" panose="02000000000000000000" pitchFamily="2" charset="0"/>
                <a:cs typeface="+mn-cs"/>
              </a:rPr>
              <a:t>Stakeholder Management</a:t>
            </a: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kumimoji="0" lang="en-US" sz="900" b="0" i="0" u="none" strike="noStrike" kern="1200" cap="none" spc="0" normalizeH="0" baseline="0" noProof="0" dirty="0">
                <a:ln>
                  <a:noFill/>
                </a:ln>
                <a:solidFill>
                  <a:prstClr val="black"/>
                </a:solidFill>
                <a:effectLst/>
                <a:uLnTx/>
                <a:uFillTx/>
                <a:latin typeface="Roboto Light" panose="02000000000000000000" pitchFamily="2" charset="0"/>
                <a:ea typeface="Roboto Light" panose="02000000000000000000" pitchFamily="2" charset="0"/>
                <a:cs typeface="+mn-cs"/>
              </a:rPr>
              <a:t>Project Management</a:t>
            </a: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kumimoji="0" lang="en-US" sz="900" b="0" i="0" u="none" strike="noStrike" kern="1200" cap="none" spc="0" normalizeH="0" baseline="0" noProof="0" dirty="0">
                <a:ln>
                  <a:noFill/>
                </a:ln>
                <a:solidFill>
                  <a:prstClr val="black"/>
                </a:solidFill>
                <a:effectLst/>
                <a:uLnTx/>
                <a:uFillTx/>
                <a:latin typeface="Roboto Light" panose="02000000000000000000" pitchFamily="2" charset="0"/>
                <a:ea typeface="Roboto Light" panose="02000000000000000000" pitchFamily="2" charset="0"/>
                <a:cs typeface="+mn-cs"/>
              </a:rPr>
              <a:t>Team Management </a:t>
            </a:r>
          </a:p>
        </p:txBody>
      </p:sp>
      <p:sp>
        <p:nvSpPr>
          <p:cNvPr id="14" name="TextBox 13">
            <a:extLst>
              <a:ext uri="{FF2B5EF4-FFF2-40B4-BE49-F238E27FC236}">
                <a16:creationId xmlns:a16="http://schemas.microsoft.com/office/drawing/2014/main" id="{476A2B4B-DF73-B449-C876-B221F898C872}"/>
              </a:ext>
            </a:extLst>
          </p:cNvPr>
          <p:cNvSpPr txBox="1"/>
          <p:nvPr/>
        </p:nvSpPr>
        <p:spPr>
          <a:xfrm>
            <a:off x="-19943" y="5386173"/>
            <a:ext cx="2552013" cy="307777"/>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a:ln>
                  <a:noFill/>
                </a:ln>
                <a:solidFill>
                  <a:srgbClr val="00AB80"/>
                </a:solidFill>
                <a:effectLst/>
                <a:uLnTx/>
                <a:uFillTx/>
                <a:latin typeface="Roboto" panose="02000000000000000000" pitchFamily="2" charset="0"/>
                <a:ea typeface="Roboto" panose="02000000000000000000" pitchFamily="2" charset="0"/>
                <a:cs typeface="+mn-cs"/>
              </a:rPr>
              <a:t>Key Skills &amp; Technologies</a:t>
            </a:r>
          </a:p>
        </p:txBody>
      </p:sp>
      <p:sp>
        <p:nvSpPr>
          <p:cNvPr id="6" name="TextBox 5">
            <a:extLst>
              <a:ext uri="{FF2B5EF4-FFF2-40B4-BE49-F238E27FC236}">
                <a16:creationId xmlns:a16="http://schemas.microsoft.com/office/drawing/2014/main" id="{701E125D-B356-8A2A-B86B-AB6567CEABE1}"/>
              </a:ext>
            </a:extLst>
          </p:cNvPr>
          <p:cNvSpPr txBox="1"/>
          <p:nvPr/>
        </p:nvSpPr>
        <p:spPr>
          <a:xfrm>
            <a:off x="3321267" y="1023734"/>
            <a:ext cx="4631164" cy="27699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200" b="1" i="0" u="none" strike="noStrike" kern="1200" cap="none" spc="0" normalizeH="0" baseline="0" noProof="0">
                <a:ln>
                  <a:noFill/>
                </a:ln>
                <a:solidFill>
                  <a:srgbClr val="0059FF"/>
                </a:solidFill>
                <a:effectLst/>
                <a:uLnTx/>
                <a:uFillTx/>
                <a:latin typeface="Roboto" panose="02000000000000000000" pitchFamily="2" charset="0"/>
                <a:ea typeface="Roboto" panose="02000000000000000000" pitchFamily="2" charset="0"/>
                <a:cs typeface="+mn-cs"/>
              </a:rPr>
              <a:t>Big 4 Australian Bank – Head of Business Insights &amp; Analytics</a:t>
            </a:r>
          </a:p>
        </p:txBody>
      </p:sp>
      <p:sp>
        <p:nvSpPr>
          <p:cNvPr id="8" name="TextBox 7">
            <a:extLst>
              <a:ext uri="{FF2B5EF4-FFF2-40B4-BE49-F238E27FC236}">
                <a16:creationId xmlns:a16="http://schemas.microsoft.com/office/drawing/2014/main" id="{59FEB941-5146-6B10-4E4D-8A4ADE918AEF}"/>
              </a:ext>
            </a:extLst>
          </p:cNvPr>
          <p:cNvSpPr txBox="1"/>
          <p:nvPr/>
        </p:nvSpPr>
        <p:spPr>
          <a:xfrm>
            <a:off x="3463961" y="1300460"/>
            <a:ext cx="4488473" cy="1815882"/>
          </a:xfrm>
          <a:prstGeom prst="rect">
            <a:avLst/>
          </a:prstGeom>
          <a:noFill/>
        </p:spPr>
        <p:txBody>
          <a:bodyPr wrap="square" lIns="91440" tIns="45720" rIns="91440" bIns="45720" numCol="1" rtlCol="0" anchor="t">
            <a:spAutoFit/>
          </a:bodyPr>
          <a:lstStyle>
            <a:defPPr>
              <a:defRPr lang="en-US"/>
            </a:defPPr>
            <a:lvl1pPr marL="171450" indent="-171450">
              <a:buClr>
                <a:srgbClr val="00AB80"/>
              </a:buClr>
              <a:buFont typeface="Arial" panose="020B0604020202020204" pitchFamily="34" charset="0"/>
              <a:buChar char="•"/>
              <a:defRPr sz="900">
                <a:latin typeface="Roboto Light" panose="02000000000000000000" pitchFamily="2" charset="0"/>
                <a:ea typeface="Roboto Light" panose="02000000000000000000" pitchFamily="2" charset="0"/>
              </a:defRPr>
            </a:lvl1pPr>
          </a:lstStyle>
          <a:p>
            <a:pPr marL="0" marR="0" lvl="0" indent="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None/>
              <a:tabLst/>
              <a:defRPr/>
            </a:pPr>
            <a:r>
              <a:rPr kumimoji="0" lang="en-US" sz="1000" b="0" i="0" u="none" strike="noStrike" kern="1200" cap="none" spc="0" normalizeH="0" baseline="0" noProof="0">
                <a:ln>
                  <a:noFill/>
                </a:ln>
                <a:solidFill>
                  <a:prstClr val="white"/>
                </a:solidFill>
                <a:effectLst/>
                <a:uLnTx/>
                <a:uFillTx/>
                <a:latin typeface="Roboto Light"/>
                <a:ea typeface="Roboto Light"/>
                <a:cs typeface="Roboto Light"/>
              </a:rPr>
              <a:t>Employed to assess and investigate emerging technologies in the data analytical space with regards to big data, social media, statistical analysis, and visual analytics. Worked directly with business executives to demonstrate how these technologies can be used to support business functions. The responsibilities of this role included:</a:t>
            </a:r>
          </a:p>
          <a:p>
            <a:pPr marL="0" marR="0" lvl="0" indent="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None/>
              <a:tabLst/>
              <a:defRPr/>
            </a:pPr>
            <a:endParaRPr kumimoji="0" lang="en-US" sz="200" b="0" i="0" u="none" strike="noStrike" kern="1200" cap="none" spc="0" normalizeH="0" baseline="0" noProof="0">
              <a:ln>
                <a:noFill/>
              </a:ln>
              <a:solidFill>
                <a:prstClr val="white"/>
              </a:solidFill>
              <a:effectLst/>
              <a:uLnTx/>
              <a:uFillTx/>
              <a:latin typeface="Roboto Light" panose="02000000000000000000" pitchFamily="2" charset="0"/>
              <a:ea typeface="Roboto Light" panose="02000000000000000000" pitchFamily="2" charset="0"/>
              <a:cs typeface="+mn-cs"/>
            </a:endParaRP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kumimoji="0" lang="en-US" sz="1000" b="0" i="0" u="none" strike="noStrike" kern="1200" cap="none" spc="0" normalizeH="0" baseline="0" noProof="0">
                <a:ln>
                  <a:noFill/>
                </a:ln>
                <a:solidFill>
                  <a:prstClr val="white"/>
                </a:solidFill>
                <a:effectLst/>
                <a:uLnTx/>
                <a:uFillTx/>
                <a:latin typeface="Roboto Light" panose="02000000000000000000" pitchFamily="2" charset="0"/>
                <a:ea typeface="Roboto Light" panose="02000000000000000000" pitchFamily="2" charset="0"/>
                <a:cs typeface="+mn-cs"/>
              </a:rPr>
              <a:t>Define a strategic direction for Business Analytics</a:t>
            </a: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kumimoji="0" lang="en-US" sz="1000" b="0" i="0" u="none" strike="noStrike" kern="1200" cap="none" spc="0" normalizeH="0" baseline="0" noProof="0">
                <a:ln>
                  <a:noFill/>
                </a:ln>
                <a:solidFill>
                  <a:prstClr val="white"/>
                </a:solidFill>
                <a:effectLst/>
                <a:uLnTx/>
                <a:uFillTx/>
                <a:latin typeface="Roboto Light"/>
                <a:ea typeface="Roboto Light"/>
                <a:cs typeface="Roboto Light"/>
              </a:rPr>
              <a:t>Define efficient and usable development frameworks</a:t>
            </a: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kumimoji="0" lang="en-US" sz="1000" b="0" i="0" u="none" strike="noStrike" kern="1200" cap="none" spc="0" normalizeH="0" baseline="0" noProof="0">
                <a:ln>
                  <a:noFill/>
                </a:ln>
                <a:solidFill>
                  <a:prstClr val="white"/>
                </a:solidFill>
                <a:effectLst/>
                <a:uLnTx/>
                <a:uFillTx/>
                <a:latin typeface="Roboto Light" panose="02000000000000000000" pitchFamily="2" charset="0"/>
                <a:ea typeface="Roboto Light" panose="02000000000000000000" pitchFamily="2" charset="0"/>
                <a:cs typeface="+mn-cs"/>
              </a:rPr>
              <a:t>Enable the adoption of emerging technologies with the </a:t>
            </a:r>
            <a:r>
              <a:rPr kumimoji="0" lang="en-US" sz="1000" b="0" i="0" u="none" strike="noStrike" kern="1200" cap="none" spc="0" normalizeH="0" baseline="0" noProof="0" err="1">
                <a:ln>
                  <a:noFill/>
                </a:ln>
                <a:solidFill>
                  <a:prstClr val="white"/>
                </a:solidFill>
                <a:effectLst/>
                <a:uLnTx/>
                <a:uFillTx/>
                <a:latin typeface="Roboto Light" panose="02000000000000000000" pitchFamily="2" charset="0"/>
                <a:ea typeface="Roboto Light" panose="02000000000000000000" pitchFamily="2" charset="0"/>
                <a:cs typeface="+mn-cs"/>
              </a:rPr>
              <a:t>organisation</a:t>
            </a:r>
            <a:endParaRPr kumimoji="0" lang="en-US" sz="1000" b="0" i="0" u="none" strike="noStrike" kern="1200" cap="none" spc="0" normalizeH="0" baseline="0" noProof="0">
              <a:ln>
                <a:noFill/>
              </a:ln>
              <a:solidFill>
                <a:prstClr val="white"/>
              </a:solidFill>
              <a:effectLst/>
              <a:uLnTx/>
              <a:uFillTx/>
              <a:latin typeface="Roboto Light" panose="02000000000000000000" pitchFamily="2" charset="0"/>
              <a:ea typeface="Roboto Light" panose="02000000000000000000" pitchFamily="2" charset="0"/>
              <a:cs typeface="+mn-cs"/>
            </a:endParaRP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kumimoji="0" lang="en-US" sz="1000" b="0" i="0" u="none" strike="noStrike" kern="1200" cap="none" spc="0" normalizeH="0" baseline="0" noProof="0">
                <a:ln>
                  <a:noFill/>
                </a:ln>
                <a:solidFill>
                  <a:prstClr val="white"/>
                </a:solidFill>
                <a:effectLst/>
                <a:uLnTx/>
                <a:uFillTx/>
                <a:latin typeface="Roboto Light" panose="02000000000000000000" pitchFamily="2" charset="0"/>
                <a:ea typeface="Roboto Light" panose="02000000000000000000" pitchFamily="2" charset="0"/>
                <a:cs typeface="+mn-cs"/>
              </a:rPr>
              <a:t>Transitioned to a unified engagement process and agile delivery framework</a:t>
            </a: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kumimoji="0" lang="en-US" sz="1000" b="0" i="0" u="none" strike="noStrike" kern="1200" cap="none" spc="0" normalizeH="0" baseline="0" noProof="0">
                <a:ln>
                  <a:noFill/>
                </a:ln>
                <a:solidFill>
                  <a:prstClr val="white"/>
                </a:solidFill>
                <a:effectLst/>
                <a:uLnTx/>
                <a:uFillTx/>
                <a:latin typeface="Roboto Light" panose="02000000000000000000" pitchFamily="2" charset="0"/>
                <a:ea typeface="Roboto Light" panose="02000000000000000000" pitchFamily="2" charset="0"/>
                <a:cs typeface="+mn-cs"/>
              </a:rPr>
              <a:t>Successful alignment of Commercial and Institutional data strategies</a:t>
            </a:r>
          </a:p>
        </p:txBody>
      </p:sp>
      <p:grpSp>
        <p:nvGrpSpPr>
          <p:cNvPr id="18" name="Group 17">
            <a:extLst>
              <a:ext uri="{FF2B5EF4-FFF2-40B4-BE49-F238E27FC236}">
                <a16:creationId xmlns:a16="http://schemas.microsoft.com/office/drawing/2014/main" id="{E0B3FDFC-4A78-346F-E1D4-E183BEB90A60}"/>
              </a:ext>
            </a:extLst>
          </p:cNvPr>
          <p:cNvGrpSpPr/>
          <p:nvPr/>
        </p:nvGrpSpPr>
        <p:grpSpPr>
          <a:xfrm>
            <a:off x="3428144" y="5923859"/>
            <a:ext cx="4584890" cy="1785104"/>
            <a:chOff x="5023753" y="4247510"/>
            <a:chExt cx="4757437" cy="1785104"/>
          </a:xfrm>
        </p:grpSpPr>
        <p:sp>
          <p:nvSpPr>
            <p:cNvPr id="19" name="TextBox 18">
              <a:extLst>
                <a:ext uri="{FF2B5EF4-FFF2-40B4-BE49-F238E27FC236}">
                  <a16:creationId xmlns:a16="http://schemas.microsoft.com/office/drawing/2014/main" id="{7513C49A-2DF2-8111-FED4-FC07A8EAD258}"/>
                </a:ext>
              </a:extLst>
            </p:cNvPr>
            <p:cNvSpPr txBox="1"/>
            <p:nvPr/>
          </p:nvSpPr>
          <p:spPr>
            <a:xfrm>
              <a:off x="5059474" y="4247510"/>
              <a:ext cx="4721716" cy="1785104"/>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solidFill>
                    <a:schemeClr val="bg1"/>
                  </a:solidFill>
                  <a:latin typeface="Roboto Light" panose="02000000000000000000" pitchFamily="2" charset="0"/>
                  <a:ea typeface="Roboto Light" panose="02000000000000000000" pitchFamily="2" charset="0"/>
                </a:defRPr>
              </a:lvl1pPr>
            </a:lstStyle>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kumimoji="0" lang="en-US" sz="1000" b="0" i="0" u="none" strike="noStrike" kern="1200" cap="none" spc="0" normalizeH="0" baseline="0" noProof="0" dirty="0">
                  <a:ln>
                    <a:noFill/>
                  </a:ln>
                  <a:solidFill>
                    <a:prstClr val="white"/>
                  </a:solidFill>
                  <a:effectLst/>
                  <a:uLnTx/>
                  <a:uFillTx/>
                  <a:latin typeface="Roboto Light" panose="02000000000000000000" pitchFamily="2" charset="0"/>
                  <a:ea typeface="Roboto Light" panose="02000000000000000000" pitchFamily="2" charset="0"/>
                  <a:cs typeface="+mn-cs"/>
                </a:rPr>
                <a:t>Creating a Data Analytics strategy including an operational framework and principles, tool selection, platforming options and migration plans for legacy on premise to cloud-based solutions</a:t>
              </a: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kumimoji="0" lang="en-US" sz="1000" b="0" i="0" u="none" strike="noStrike" kern="1200" cap="none" spc="0" normalizeH="0" baseline="0" noProof="0" dirty="0">
                  <a:ln>
                    <a:noFill/>
                  </a:ln>
                  <a:solidFill>
                    <a:prstClr val="white"/>
                  </a:solidFill>
                  <a:effectLst/>
                  <a:uLnTx/>
                  <a:uFillTx/>
                  <a:latin typeface="Roboto Light" panose="02000000000000000000" pitchFamily="2" charset="0"/>
                  <a:ea typeface="Roboto Light" panose="02000000000000000000" pitchFamily="2" charset="0"/>
                  <a:cs typeface="+mn-cs"/>
                </a:rPr>
                <a:t>Fostering relationships with business stakeholders across the </a:t>
              </a:r>
              <a:r>
                <a:rPr kumimoji="0" lang="en-US" sz="1000" b="0" i="0" u="none" strike="noStrike" kern="1200" cap="none" spc="0" normalizeH="0" baseline="0" noProof="0" dirty="0" err="1">
                  <a:ln>
                    <a:noFill/>
                  </a:ln>
                  <a:solidFill>
                    <a:prstClr val="white"/>
                  </a:solidFill>
                  <a:effectLst/>
                  <a:uLnTx/>
                  <a:uFillTx/>
                  <a:latin typeface="Roboto Light" panose="02000000000000000000" pitchFamily="2" charset="0"/>
                  <a:ea typeface="Roboto Light" panose="02000000000000000000" pitchFamily="2" charset="0"/>
                  <a:cs typeface="+mn-cs"/>
                </a:rPr>
                <a:t>organisation</a:t>
              </a:r>
              <a:r>
                <a:rPr kumimoji="0" lang="en-US" sz="1000" b="0" i="0" u="none" strike="noStrike" kern="1200" cap="none" spc="0" normalizeH="0" baseline="0" noProof="0" dirty="0">
                  <a:ln>
                    <a:noFill/>
                  </a:ln>
                  <a:solidFill>
                    <a:prstClr val="white"/>
                  </a:solidFill>
                  <a:effectLst/>
                  <a:uLnTx/>
                  <a:uFillTx/>
                  <a:latin typeface="Roboto Light" panose="02000000000000000000" pitchFamily="2" charset="0"/>
                  <a:ea typeface="Roboto Light" panose="02000000000000000000" pitchFamily="2" charset="0"/>
                  <a:cs typeface="+mn-cs"/>
                </a:rPr>
                <a:t>, building trust, increasing engagement, and aligning initiatives</a:t>
              </a: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kumimoji="0" lang="en-US" sz="1000" b="0" i="0" u="none" strike="noStrike" kern="1200" cap="none" spc="0" normalizeH="0" baseline="0" noProof="0" dirty="0">
                  <a:ln>
                    <a:noFill/>
                  </a:ln>
                  <a:solidFill>
                    <a:prstClr val="white"/>
                  </a:solidFill>
                  <a:effectLst/>
                  <a:uLnTx/>
                  <a:uFillTx/>
                  <a:latin typeface="Roboto Light" panose="02000000000000000000" pitchFamily="2" charset="0"/>
                  <a:ea typeface="Roboto Light" panose="02000000000000000000" pitchFamily="2" charset="0"/>
                  <a:cs typeface="+mn-cs"/>
                </a:rPr>
                <a:t>Integrating data from multiple warehouse management and transport management systems with staff, finance, and payroll data to provide a holistic view of operation efficiencies and costs.</a:t>
              </a: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kumimoji="0" lang="en-US" sz="1000" b="0" i="0" u="none" strike="noStrike" kern="1200" cap="none" spc="0" normalizeH="0" baseline="0" noProof="0" dirty="0">
                  <a:ln>
                    <a:noFill/>
                  </a:ln>
                  <a:solidFill>
                    <a:prstClr val="white"/>
                  </a:solidFill>
                  <a:effectLst/>
                  <a:uLnTx/>
                  <a:uFillTx/>
                  <a:latin typeface="Roboto Light" panose="02000000000000000000" pitchFamily="2" charset="0"/>
                  <a:ea typeface="Roboto Light" panose="02000000000000000000" pitchFamily="2" charset="0"/>
                  <a:cs typeface="+mn-cs"/>
                </a:rPr>
                <a:t>Produce multi-source, near real time data consumption patterns that enabled data to be leveraged in multitude of key solutions including customer shipment tracking, and last mile real time location updates.</a:t>
              </a:r>
            </a:p>
          </p:txBody>
        </p:sp>
        <p:cxnSp>
          <p:nvCxnSpPr>
            <p:cNvPr id="21" name="Straight Connector 20">
              <a:extLst>
                <a:ext uri="{FF2B5EF4-FFF2-40B4-BE49-F238E27FC236}">
                  <a16:creationId xmlns:a16="http://schemas.microsoft.com/office/drawing/2014/main" id="{B0913DE4-461D-CE43-AABC-C4B3D7D22F45}"/>
                </a:ext>
              </a:extLst>
            </p:cNvPr>
            <p:cNvCxnSpPr>
              <a:cxnSpLocks/>
            </p:cNvCxnSpPr>
            <p:nvPr/>
          </p:nvCxnSpPr>
          <p:spPr>
            <a:xfrm>
              <a:off x="5023753" y="4312460"/>
              <a:ext cx="0" cy="1662760"/>
            </a:xfrm>
            <a:prstGeom prst="line">
              <a:avLst/>
            </a:prstGeom>
            <a:ln w="19050">
              <a:solidFill>
                <a:srgbClr val="A93584"/>
              </a:solidFill>
            </a:ln>
          </p:spPr>
          <p:style>
            <a:lnRef idx="1">
              <a:schemeClr val="accent1"/>
            </a:lnRef>
            <a:fillRef idx="0">
              <a:schemeClr val="accent1"/>
            </a:fillRef>
            <a:effectRef idx="0">
              <a:schemeClr val="accent1"/>
            </a:effectRef>
            <a:fontRef idx="minor">
              <a:schemeClr val="tx1"/>
            </a:fontRef>
          </p:style>
        </p:cxnSp>
      </p:grpSp>
      <p:sp>
        <p:nvSpPr>
          <p:cNvPr id="28" name="TextBox 27">
            <a:extLst>
              <a:ext uri="{FF2B5EF4-FFF2-40B4-BE49-F238E27FC236}">
                <a16:creationId xmlns:a16="http://schemas.microsoft.com/office/drawing/2014/main" id="{6059F888-3BDF-A1C0-65E5-CB6FDD43D97C}"/>
              </a:ext>
            </a:extLst>
          </p:cNvPr>
          <p:cNvSpPr txBox="1"/>
          <p:nvPr/>
        </p:nvSpPr>
        <p:spPr>
          <a:xfrm>
            <a:off x="3335752" y="5646860"/>
            <a:ext cx="4782734" cy="27699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200" b="1" i="0" u="none" strike="noStrike" kern="1200" cap="none" spc="0" normalizeH="0" baseline="0" noProof="0">
                <a:ln>
                  <a:noFill/>
                </a:ln>
                <a:solidFill>
                  <a:srgbClr val="A93584"/>
                </a:solidFill>
                <a:effectLst/>
                <a:uLnTx/>
                <a:uFillTx/>
                <a:latin typeface="Roboto" panose="02000000000000000000" pitchFamily="2" charset="0"/>
                <a:ea typeface="Roboto" panose="02000000000000000000" pitchFamily="2" charset="0"/>
                <a:cs typeface="+mn-cs"/>
              </a:rPr>
              <a:t>Major Australian Logistics Organisation – Head of Data &amp; Analytics</a:t>
            </a:r>
          </a:p>
        </p:txBody>
      </p:sp>
      <p:sp>
        <p:nvSpPr>
          <p:cNvPr id="24" name="TextBox 23">
            <a:extLst>
              <a:ext uri="{FF2B5EF4-FFF2-40B4-BE49-F238E27FC236}">
                <a16:creationId xmlns:a16="http://schemas.microsoft.com/office/drawing/2014/main" id="{C204E547-6630-B6B8-5E98-6A4E05316A14}"/>
              </a:ext>
            </a:extLst>
          </p:cNvPr>
          <p:cNvSpPr txBox="1"/>
          <p:nvPr/>
        </p:nvSpPr>
        <p:spPr>
          <a:xfrm>
            <a:off x="231401" y="3365920"/>
            <a:ext cx="2794374" cy="1907573"/>
          </a:xfrm>
          <a:prstGeom prst="rect">
            <a:avLst/>
          </a:prstGeom>
          <a:noFill/>
        </p:spPr>
        <p:txBody>
          <a:bodyPr wrap="square" lIns="0" tIns="0" rIns="0" bIns="0" rtlCol="0" anchor="t">
            <a:spAutoFit/>
          </a:bodyPr>
          <a:lstStyle>
            <a:defPPr>
              <a:defRPr lang="en-US"/>
            </a:defPPr>
            <a:lvl1pPr>
              <a:lnSpc>
                <a:spcPts val="1500"/>
              </a:lnSpc>
              <a:defRPr sz="1000" spc="13">
                <a:latin typeface="Roboto Light" panose="02000000000000000000" pitchFamily="2" charset="0"/>
                <a:ea typeface="Roboto Light" panose="02000000000000000000" pitchFamily="2" charset="0"/>
                <a:cs typeface="Lato" panose="020F0502020204030203" pitchFamily="34" charset="0"/>
              </a:defRPr>
            </a:lvl1pPr>
          </a:lstStyle>
          <a:p>
            <a:pPr marL="0" marR="0" lvl="0" indent="0" algn="l" defTabSz="457200" rtl="0" eaLnBrk="1" fontAlgn="auto" latinLnBrk="0" hangingPunct="1">
              <a:lnSpc>
                <a:spcPts val="1500"/>
              </a:lnSpc>
              <a:spcBef>
                <a:spcPts val="0"/>
              </a:spcBef>
              <a:spcAft>
                <a:spcPts val="0"/>
              </a:spcAft>
              <a:buClrTx/>
              <a:buSzTx/>
              <a:buFontTx/>
              <a:buNone/>
              <a:tabLst/>
              <a:defRPr/>
            </a:pPr>
            <a:r>
              <a:rPr kumimoji="0" lang="en-US" sz="1000" b="0" i="0" u="none" strike="noStrike" kern="1200" cap="none" spc="13" normalizeH="0" baseline="0" noProof="0">
                <a:ln>
                  <a:noFill/>
                </a:ln>
                <a:solidFill>
                  <a:prstClr val="black"/>
                </a:solidFill>
                <a:effectLst/>
                <a:uLnTx/>
                <a:uFillTx/>
                <a:latin typeface="Roboto Light" panose="02000000000000000000" pitchFamily="2" charset="0"/>
                <a:ea typeface="Roboto Light" panose="02000000000000000000" pitchFamily="2" charset="0"/>
                <a:cs typeface="Lato" panose="020F0502020204030203" pitchFamily="34" charset="0"/>
              </a:rPr>
              <a:t>Leading by example Kris takes the time to build relationships based on trust, commitment, and engagement. Kris is mindful of tailoring his management style based on individual needs and an advocate for mentoring and graduate programs. He is known for demonstrating a passion and willingness to deliver business outcomes, as well as having the ability to see the bigger picture whilst not losing sight of the details. </a:t>
            </a:r>
          </a:p>
        </p:txBody>
      </p:sp>
      <p:sp>
        <p:nvSpPr>
          <p:cNvPr id="16" name="TextBox 15">
            <a:extLst>
              <a:ext uri="{FF2B5EF4-FFF2-40B4-BE49-F238E27FC236}">
                <a16:creationId xmlns:a16="http://schemas.microsoft.com/office/drawing/2014/main" id="{63764321-363D-C1BE-1D4B-888B068F63F2}"/>
              </a:ext>
            </a:extLst>
          </p:cNvPr>
          <p:cNvSpPr txBox="1"/>
          <p:nvPr/>
        </p:nvSpPr>
        <p:spPr>
          <a:xfrm>
            <a:off x="8192705" y="3886200"/>
            <a:ext cx="1104981" cy="430887"/>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388" normalizeH="0" baseline="0" noProof="0">
                <a:ln>
                  <a:noFill/>
                </a:ln>
                <a:solidFill>
                  <a:prstClr val="white"/>
                </a:solidFill>
                <a:effectLst/>
                <a:uLnTx/>
                <a:uFillTx/>
                <a:latin typeface="Roboto" panose="02000000000000000000" pitchFamily="2" charset="0"/>
                <a:ea typeface="Roboto" panose="02000000000000000000" pitchFamily="2" charset="0"/>
                <a:cs typeface="+mn-cs"/>
              </a:rPr>
              <a:t>Keynote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388" normalizeH="0" baseline="0" noProof="0">
                <a:ln>
                  <a:noFill/>
                </a:ln>
                <a:solidFill>
                  <a:prstClr val="white"/>
                </a:solidFill>
                <a:effectLst/>
                <a:uLnTx/>
                <a:uFillTx/>
                <a:latin typeface="Roboto" panose="02000000000000000000" pitchFamily="2" charset="0"/>
                <a:ea typeface="Roboto" panose="02000000000000000000" pitchFamily="2" charset="0"/>
                <a:cs typeface="+mn-cs"/>
              </a:rPr>
              <a:t>Speaker</a:t>
            </a:r>
          </a:p>
        </p:txBody>
      </p:sp>
      <p:sp>
        <p:nvSpPr>
          <p:cNvPr id="29" name="TextBox 28">
            <a:extLst>
              <a:ext uri="{FF2B5EF4-FFF2-40B4-BE49-F238E27FC236}">
                <a16:creationId xmlns:a16="http://schemas.microsoft.com/office/drawing/2014/main" id="{2A74FF7A-B35A-8CC7-6512-1A7E563062D8}"/>
              </a:ext>
            </a:extLst>
          </p:cNvPr>
          <p:cNvSpPr txBox="1"/>
          <p:nvPr/>
        </p:nvSpPr>
        <p:spPr>
          <a:xfrm>
            <a:off x="8118486" y="4515660"/>
            <a:ext cx="1951941" cy="646331"/>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tab pos="3819525" algn="l"/>
                <a:tab pos="3895725" algn="l"/>
              </a:tabLst>
              <a:defRPr/>
            </a:pPr>
            <a:r>
              <a:rPr kumimoji="0" lang="en-GB" sz="1200" b="0" i="0" u="none" strike="noStrike" kern="1200" cap="none" spc="0" normalizeH="0" baseline="0" noProof="0">
                <a:ln>
                  <a:noFill/>
                </a:ln>
                <a:solidFill>
                  <a:srgbClr val="00AB80"/>
                </a:solidFill>
                <a:effectLst/>
                <a:uLnTx/>
                <a:uFillTx/>
                <a:latin typeface="Roboto Light" panose="02000000000000000000" pitchFamily="2" charset="0"/>
                <a:ea typeface="Calibri" panose="020F0502020204030204" pitchFamily="34" charset="0"/>
                <a:cs typeface="+mn-cs"/>
              </a:rPr>
              <a:t>CIO Leaders Summit</a:t>
            </a:r>
          </a:p>
          <a:p>
            <a:pPr marL="0" marR="0" lvl="0" indent="0" algn="l" defTabSz="457200" rtl="0" eaLnBrk="1" fontAlgn="auto" latinLnBrk="0" hangingPunct="1">
              <a:lnSpc>
                <a:spcPct val="100000"/>
              </a:lnSpc>
              <a:spcBef>
                <a:spcPts val="0"/>
              </a:spcBef>
              <a:spcAft>
                <a:spcPts val="0"/>
              </a:spcAft>
              <a:buClrTx/>
              <a:buSzTx/>
              <a:buFontTx/>
              <a:buNone/>
              <a:tabLst>
                <a:tab pos="3819525" algn="l"/>
                <a:tab pos="3895725" algn="l"/>
              </a:tabLst>
              <a:defRPr/>
            </a:pPr>
            <a:r>
              <a:rPr kumimoji="0" lang="en-GB" sz="1200" b="0" i="0" u="none" strike="noStrike" kern="1200" cap="none" spc="0" normalizeH="0" baseline="0" noProof="0">
                <a:ln>
                  <a:noFill/>
                </a:ln>
                <a:solidFill>
                  <a:srgbClr val="00AB80"/>
                </a:solidFill>
                <a:effectLst/>
                <a:uLnTx/>
                <a:uFillTx/>
                <a:latin typeface="Roboto Light" panose="02000000000000000000" pitchFamily="2" charset="0"/>
                <a:ea typeface="Calibri" panose="020F0502020204030204" pitchFamily="34" charset="0"/>
                <a:cs typeface="+mn-cs"/>
              </a:rPr>
              <a:t>CISO Leaders Australia</a:t>
            </a:r>
          </a:p>
          <a:p>
            <a:pPr marL="0" marR="0" lvl="0" indent="0" algn="l" defTabSz="457200" rtl="0" eaLnBrk="1" fontAlgn="auto" latinLnBrk="0" hangingPunct="1">
              <a:lnSpc>
                <a:spcPct val="100000"/>
              </a:lnSpc>
              <a:spcBef>
                <a:spcPts val="0"/>
              </a:spcBef>
              <a:spcAft>
                <a:spcPts val="0"/>
              </a:spcAft>
              <a:buClrTx/>
              <a:buSzTx/>
              <a:buFontTx/>
              <a:buNone/>
              <a:tabLst>
                <a:tab pos="3819525" algn="l"/>
                <a:tab pos="3895725" algn="l"/>
              </a:tabLst>
              <a:defRPr/>
            </a:pPr>
            <a:r>
              <a:rPr kumimoji="0" lang="en-GB" sz="1200" b="0" i="0" u="none" strike="noStrike" kern="1200" cap="none" spc="0" normalizeH="0" baseline="0" noProof="0">
                <a:ln>
                  <a:noFill/>
                </a:ln>
                <a:solidFill>
                  <a:srgbClr val="00AB80"/>
                </a:solidFill>
                <a:effectLst/>
                <a:uLnTx/>
                <a:uFillTx/>
                <a:latin typeface="Roboto Light" panose="02000000000000000000" pitchFamily="2" charset="0"/>
                <a:ea typeface="Calibri" panose="020F0502020204030204" pitchFamily="34" charset="0"/>
                <a:cs typeface="+mn-cs"/>
              </a:rPr>
              <a:t>CDAO Melbourne </a:t>
            </a:r>
          </a:p>
        </p:txBody>
      </p:sp>
      <p:cxnSp>
        <p:nvCxnSpPr>
          <p:cNvPr id="37" name="Straight Connector 36">
            <a:extLst>
              <a:ext uri="{FF2B5EF4-FFF2-40B4-BE49-F238E27FC236}">
                <a16:creationId xmlns:a16="http://schemas.microsoft.com/office/drawing/2014/main" id="{DF30A21A-E6A0-D751-8343-AEA597A4BFEE}"/>
              </a:ext>
            </a:extLst>
          </p:cNvPr>
          <p:cNvCxnSpPr>
            <a:cxnSpLocks/>
          </p:cNvCxnSpPr>
          <p:nvPr/>
        </p:nvCxnSpPr>
        <p:spPr>
          <a:xfrm>
            <a:off x="8192160" y="4390861"/>
            <a:ext cx="1558988"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52727176"/>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81F5EC79307BDF4295C10AC82BCAE190" ma:contentTypeVersion="12" ma:contentTypeDescription="Create a new document." ma:contentTypeScope="" ma:versionID="0f0308aefe13974c65752fd3353aedfb">
  <xsd:schema xmlns:xsd="http://www.w3.org/2001/XMLSchema" xmlns:xs="http://www.w3.org/2001/XMLSchema" xmlns:p="http://schemas.microsoft.com/office/2006/metadata/properties" xmlns:ns2="daf93972-1964-4522-aa34-640805a01c3a" xmlns:ns3="e52cd9e7-35e5-4bd3-9cab-ca6a63c31e52" targetNamespace="http://schemas.microsoft.com/office/2006/metadata/properties" ma:root="true" ma:fieldsID="aba3c788a807feaf6f638ceb175dbe8c" ns2:_="" ns3:_="">
    <xsd:import namespace="daf93972-1964-4522-aa34-640805a01c3a"/>
    <xsd:import namespace="e52cd9e7-35e5-4bd3-9cab-ca6a63c31e52"/>
    <xsd:element name="properties">
      <xsd:complexType>
        <xsd:sequence>
          <xsd:element name="documentManagement">
            <xsd:complexType>
              <xsd:all>
                <xsd:element ref="ns2:MediaServiceMetadata" minOccurs="0"/>
                <xsd:element ref="ns2:MediaServiceFastMetadata"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AutoTags" minOccurs="0"/>
                <xsd:element ref="ns2:MediaServiceOCR"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af93972-1964-4522-aa34-640805a01c3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EventHashCode" ma:index="10" nillable="true" ma:displayName="MediaServiceEventHashCode" ma:hidden="true" ma:internalName="MediaServiceEventHashCode"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52cd9e7-35e5-4bd3-9cab-ca6a63c31e52"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BBC6410C-B420-4127-9D32-DC600766FC34}">
  <ds:schemaRefs>
    <ds:schemaRef ds:uri="http://schemas.microsoft.com/sharepoint/v3/contenttype/forms"/>
  </ds:schemaRefs>
</ds:datastoreItem>
</file>

<file path=customXml/itemProps2.xml><?xml version="1.0" encoding="utf-8"?>
<ds:datastoreItem xmlns:ds="http://schemas.openxmlformats.org/officeDocument/2006/customXml" ds:itemID="{C95F7664-7F85-4176-B0A0-37BFCBED896B}"/>
</file>

<file path=customXml/itemProps3.xml><?xml version="1.0" encoding="utf-8"?>
<ds:datastoreItem xmlns:ds="http://schemas.openxmlformats.org/officeDocument/2006/customXml" ds:itemID="{25D78DE8-CA0B-4723-AF37-2B344746F8D2}">
  <ds:schemaRefs>
    <ds:schemaRef ds:uri="http://purl.org/dc/elements/1.1/"/>
    <ds:schemaRef ds:uri="http://purl.org/dc/terms/"/>
    <ds:schemaRef ds:uri="http://schemas.microsoft.com/office/2006/documentManagement/types"/>
    <ds:schemaRef ds:uri="http://schemas.microsoft.com/office/2006/metadata/properties"/>
    <ds:schemaRef ds:uri="http://purl.org/dc/dcmitype/"/>
    <ds:schemaRef ds:uri="http://schemas.microsoft.com/office/infopath/2007/PartnerControls"/>
    <ds:schemaRef ds:uri="http://schemas.openxmlformats.org/package/2006/metadata/core-properties"/>
    <ds:schemaRef ds:uri="e52cd9e7-35e5-4bd3-9cab-ca6a63c31e52"/>
    <ds:schemaRef ds:uri="daf93972-1964-4522-aa34-640805a01c3a"/>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Office Theme</Template>
  <TotalTime>13567</TotalTime>
  <Words>549</Words>
  <Application>Microsoft Office PowerPoint</Application>
  <PresentationFormat>Custom</PresentationFormat>
  <Paragraphs>71</Paragraphs>
  <Slides>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vt:i4>
      </vt:variant>
    </vt:vector>
  </HeadingPairs>
  <TitlesOfParts>
    <vt:vector size="9" baseType="lpstr">
      <vt:lpstr>Arial</vt:lpstr>
      <vt:lpstr>Calibri</vt:lpstr>
      <vt:lpstr>Calibri Light</vt:lpstr>
      <vt:lpstr>Libre Caslon Text</vt:lpstr>
      <vt:lpstr>Roboto</vt:lpstr>
      <vt:lpstr>Roboto Light</vt:lpstr>
      <vt:lpstr>Times New Roman</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Johanna Jovel Hernández</dc:creator>
  <cp:lastModifiedBy>Darcy Roach</cp:lastModifiedBy>
  <cp:revision>91</cp:revision>
  <dcterms:created xsi:type="dcterms:W3CDTF">2019-12-03T01:50:37Z</dcterms:created>
  <dcterms:modified xsi:type="dcterms:W3CDTF">2022-11-15T05:36:30Z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0x01010081F5EC79307BDF4295C10AC82BCAE190</vt:lpwstr>
  </property>
</Properties>
</file>