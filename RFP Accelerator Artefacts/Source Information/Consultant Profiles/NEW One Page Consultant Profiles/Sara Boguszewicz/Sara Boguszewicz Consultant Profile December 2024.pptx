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72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59FF"/>
    <a:srgbClr val="0F2B3F"/>
    <a:srgbClr val="00AB80"/>
    <a:srgbClr val="A935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932CA0-7A8B-DE3A-2E04-78FC369892CC}" v="4" dt="2025-06-19T02:59:58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878" y="9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o Bates" userId="S::hugo.bates@intelia.com.au::ba74953f-2fdb-4aeb-90e3-56b78010c38c" providerId="AD" clId="Web-{9353C61C-A362-9F40-A9B0-A87405B0F85D}"/>
    <pc:docChg chg="modSld">
      <pc:chgData name="Hugo Bates" userId="S::hugo.bates@intelia.com.au::ba74953f-2fdb-4aeb-90e3-56b78010c38c" providerId="AD" clId="Web-{9353C61C-A362-9F40-A9B0-A87405B0F85D}" dt="2025-02-25T23:55:35.705" v="12" actId="20577"/>
      <pc:docMkLst>
        <pc:docMk/>
      </pc:docMkLst>
      <pc:sldChg chg="modSp">
        <pc:chgData name="Hugo Bates" userId="S::hugo.bates@intelia.com.au::ba74953f-2fdb-4aeb-90e3-56b78010c38c" providerId="AD" clId="Web-{9353C61C-A362-9F40-A9B0-A87405B0F85D}" dt="2025-02-25T23:55:35.705" v="12" actId="20577"/>
        <pc:sldMkLst>
          <pc:docMk/>
          <pc:sldMk cId="3817754629" sldId="272"/>
        </pc:sldMkLst>
        <pc:spChg chg="mod">
          <ac:chgData name="Hugo Bates" userId="S::hugo.bates@intelia.com.au::ba74953f-2fdb-4aeb-90e3-56b78010c38c" providerId="AD" clId="Web-{9353C61C-A362-9F40-A9B0-A87405B0F85D}" dt="2025-02-25T23:54:56.454" v="3" actId="20577"/>
          <ac:spMkLst>
            <pc:docMk/>
            <pc:sldMk cId="3817754629" sldId="272"/>
            <ac:spMk id="9" creationId="{73AF90DA-A8BA-A38E-D7B5-20B62F60DBA2}"/>
          </ac:spMkLst>
        </pc:spChg>
        <pc:spChg chg="mod">
          <ac:chgData name="Hugo Bates" userId="S::hugo.bates@intelia.com.au::ba74953f-2fdb-4aeb-90e3-56b78010c38c" providerId="AD" clId="Web-{9353C61C-A362-9F40-A9B0-A87405B0F85D}" dt="2025-02-25T23:55:35.705" v="12" actId="20577"/>
          <ac:spMkLst>
            <pc:docMk/>
            <pc:sldMk cId="3817754629" sldId="272"/>
            <ac:spMk id="10" creationId="{FB195297-4328-12B6-7509-294D90CE8F9F}"/>
          </ac:spMkLst>
        </pc:spChg>
        <pc:spChg chg="mod">
          <ac:chgData name="Hugo Bates" userId="S::hugo.bates@intelia.com.au::ba74953f-2fdb-4aeb-90e3-56b78010c38c" providerId="AD" clId="Web-{9353C61C-A362-9F40-A9B0-A87405B0F85D}" dt="2025-02-25T23:54:58.813" v="9" actId="20577"/>
          <ac:spMkLst>
            <pc:docMk/>
            <pc:sldMk cId="3817754629" sldId="272"/>
            <ac:spMk id="12" creationId="{8A2D52C1-A913-9030-FA42-0609235DBD3B}"/>
          </ac:spMkLst>
        </pc:spChg>
      </pc:sldChg>
    </pc:docChg>
  </pc:docChgLst>
  <pc:docChgLst>
    <pc:chgData name="Darcy Roach" userId="ba676ee9-e9b4-49e8-a515-8077106c948d" providerId="ADAL" clId="{5AF9E7A2-3737-4D00-BDEF-C5902247BA00}"/>
    <pc:docChg chg="undo custSel addSld delSld modSld">
      <pc:chgData name="Darcy Roach" userId="ba676ee9-e9b4-49e8-a515-8077106c948d" providerId="ADAL" clId="{5AF9E7A2-3737-4D00-BDEF-C5902247BA00}" dt="2025-01-14T03:51:52.485" v="2057" actId="47"/>
      <pc:docMkLst>
        <pc:docMk/>
      </pc:docMkLst>
      <pc:sldChg chg="del">
        <pc:chgData name="Darcy Roach" userId="ba676ee9-e9b4-49e8-a515-8077106c948d" providerId="ADAL" clId="{5AF9E7A2-3737-4D00-BDEF-C5902247BA00}" dt="2024-11-24T22:37:40.892" v="0" actId="47"/>
        <pc:sldMkLst>
          <pc:docMk/>
          <pc:sldMk cId="2009923557" sldId="270"/>
        </pc:sldMkLst>
      </pc:sldChg>
      <pc:sldChg chg="modSp del mod">
        <pc:chgData name="Darcy Roach" userId="ba676ee9-e9b4-49e8-a515-8077106c948d" providerId="ADAL" clId="{5AF9E7A2-3737-4D00-BDEF-C5902247BA00}" dt="2025-01-14T03:51:52.485" v="2057" actId="47"/>
        <pc:sldMkLst>
          <pc:docMk/>
          <pc:sldMk cId="2828613413" sldId="271"/>
        </pc:sldMkLst>
        <pc:spChg chg="mod">
          <ac:chgData name="Darcy Roach" userId="ba676ee9-e9b4-49e8-a515-8077106c948d" providerId="ADAL" clId="{5AF9E7A2-3737-4D00-BDEF-C5902247BA00}" dt="2024-11-25T00:26:55.159" v="497" actId="20577"/>
          <ac:spMkLst>
            <pc:docMk/>
            <pc:sldMk cId="2828613413" sldId="271"/>
            <ac:spMk id="4" creationId="{80F49B2F-21D4-F9EB-049F-717A10CB7D84}"/>
          </ac:spMkLst>
        </pc:spChg>
        <pc:spChg chg="mod">
          <ac:chgData name="Darcy Roach" userId="ba676ee9-e9b4-49e8-a515-8077106c948d" providerId="ADAL" clId="{5AF9E7A2-3737-4D00-BDEF-C5902247BA00}" dt="2024-12-04T04:06:53.478" v="1439" actId="20577"/>
          <ac:spMkLst>
            <pc:docMk/>
            <pc:sldMk cId="2828613413" sldId="271"/>
            <ac:spMk id="6" creationId="{701E125D-B356-8A2A-B86B-AB6567CEABE1}"/>
          </ac:spMkLst>
        </pc:spChg>
        <pc:spChg chg="mod">
          <ac:chgData name="Darcy Roach" userId="ba676ee9-e9b4-49e8-a515-8077106c948d" providerId="ADAL" clId="{5AF9E7A2-3737-4D00-BDEF-C5902247BA00}" dt="2024-12-04T04:46:08.180" v="1673" actId="20577"/>
          <ac:spMkLst>
            <pc:docMk/>
            <pc:sldMk cId="2828613413" sldId="271"/>
            <ac:spMk id="9" creationId="{73AF90DA-A8BA-A38E-D7B5-20B62F60DBA2}"/>
          </ac:spMkLst>
        </pc:spChg>
        <pc:spChg chg="mod">
          <ac:chgData name="Darcy Roach" userId="ba676ee9-e9b4-49e8-a515-8077106c948d" providerId="ADAL" clId="{5AF9E7A2-3737-4D00-BDEF-C5902247BA00}" dt="2024-11-25T00:36:53.169" v="747" actId="20577"/>
          <ac:spMkLst>
            <pc:docMk/>
            <pc:sldMk cId="2828613413" sldId="271"/>
            <ac:spMk id="12" creationId="{8A2D52C1-A913-9030-FA42-0609235DBD3B}"/>
          </ac:spMkLst>
        </pc:spChg>
        <pc:spChg chg="mod">
          <ac:chgData name="Darcy Roach" userId="ba676ee9-e9b4-49e8-a515-8077106c948d" providerId="ADAL" clId="{5AF9E7A2-3737-4D00-BDEF-C5902247BA00}" dt="2024-11-24T22:37:57.222" v="27" actId="20577"/>
          <ac:spMkLst>
            <pc:docMk/>
            <pc:sldMk cId="2828613413" sldId="271"/>
            <ac:spMk id="13" creationId="{FD2720C9-A79F-BD7F-E179-674AD67D7892}"/>
          </ac:spMkLst>
        </pc:spChg>
        <pc:spChg chg="mod">
          <ac:chgData name="Darcy Roach" userId="ba676ee9-e9b4-49e8-a515-8077106c948d" providerId="ADAL" clId="{5AF9E7A2-3737-4D00-BDEF-C5902247BA00}" dt="2024-12-04T04:56:39.812" v="1956" actId="20577"/>
          <ac:spMkLst>
            <pc:docMk/>
            <pc:sldMk cId="2828613413" sldId="271"/>
            <ac:spMk id="15" creationId="{06312B81-BCF1-2796-C112-3DBE0E02F483}"/>
          </ac:spMkLst>
        </pc:spChg>
        <pc:spChg chg="mod">
          <ac:chgData name="Darcy Roach" userId="ba676ee9-e9b4-49e8-a515-8077106c948d" providerId="ADAL" clId="{5AF9E7A2-3737-4D00-BDEF-C5902247BA00}" dt="2024-12-04T03:55:18.705" v="1320" actId="20577"/>
          <ac:spMkLst>
            <pc:docMk/>
            <pc:sldMk cId="2828613413" sldId="271"/>
            <ac:spMk id="17" creationId="{B67F4AF4-9C49-B950-33A2-97AB82049161}"/>
          </ac:spMkLst>
        </pc:spChg>
        <pc:spChg chg="mod">
          <ac:chgData name="Darcy Roach" userId="ba676ee9-e9b4-49e8-a515-8077106c948d" providerId="ADAL" clId="{5AF9E7A2-3737-4D00-BDEF-C5902247BA00}" dt="2024-11-24T22:38:04.232" v="42" actId="20577"/>
          <ac:spMkLst>
            <pc:docMk/>
            <pc:sldMk cId="2828613413" sldId="271"/>
            <ac:spMk id="22" creationId="{9D4E289E-1D52-CBDD-E381-40963429D7F1}"/>
          </ac:spMkLst>
        </pc:spChg>
        <pc:spChg chg="mod">
          <ac:chgData name="Darcy Roach" userId="ba676ee9-e9b4-49e8-a515-8077106c948d" providerId="ADAL" clId="{5AF9E7A2-3737-4D00-BDEF-C5902247BA00}" dt="2024-11-25T00:34:55.128" v="694" actId="20577"/>
          <ac:spMkLst>
            <pc:docMk/>
            <pc:sldMk cId="2828613413" sldId="271"/>
            <ac:spMk id="26" creationId="{1A3D666D-00C8-D106-73C3-9FF300F8618C}"/>
          </ac:spMkLst>
        </pc:spChg>
        <pc:spChg chg="mod">
          <ac:chgData name="Darcy Roach" userId="ba676ee9-e9b4-49e8-a515-8077106c948d" providerId="ADAL" clId="{5AF9E7A2-3737-4D00-BDEF-C5902247BA00}" dt="2024-12-04T04:48:27.583" v="1707" actId="20577"/>
          <ac:spMkLst>
            <pc:docMk/>
            <pc:sldMk cId="2828613413" sldId="271"/>
            <ac:spMk id="28" creationId="{6059F888-3BDF-A1C0-65E5-CB6FDD43D97C}"/>
          </ac:spMkLst>
        </pc:spChg>
        <pc:spChg chg="mod">
          <ac:chgData name="Darcy Roach" userId="ba676ee9-e9b4-49e8-a515-8077106c948d" providerId="ADAL" clId="{5AF9E7A2-3737-4D00-BDEF-C5902247BA00}" dt="2024-12-04T04:42:01.221" v="1565" actId="20577"/>
          <ac:spMkLst>
            <pc:docMk/>
            <pc:sldMk cId="2828613413" sldId="271"/>
            <ac:spMk id="32" creationId="{0B703521-F331-D24D-2144-A609A273150D}"/>
          </ac:spMkLst>
        </pc:spChg>
        <pc:spChg chg="mod">
          <ac:chgData name="Darcy Roach" userId="ba676ee9-e9b4-49e8-a515-8077106c948d" providerId="ADAL" clId="{5AF9E7A2-3737-4D00-BDEF-C5902247BA00}" dt="2024-12-04T03:24:12.121" v="1105" actId="20577"/>
          <ac:spMkLst>
            <pc:docMk/>
            <pc:sldMk cId="2828613413" sldId="271"/>
            <ac:spMk id="38" creationId="{AB47A2EE-BF0B-DB05-8B7C-DB6594B2B3D5}"/>
          </ac:spMkLst>
        </pc:spChg>
        <pc:spChg chg="mod">
          <ac:chgData name="Darcy Roach" userId="ba676ee9-e9b4-49e8-a515-8077106c948d" providerId="ADAL" clId="{5AF9E7A2-3737-4D00-BDEF-C5902247BA00}" dt="2024-12-04T05:00:32.641" v="2009" actId="20577"/>
          <ac:spMkLst>
            <pc:docMk/>
            <pc:sldMk cId="2828613413" sldId="271"/>
            <ac:spMk id="175" creationId="{B9775FC7-7124-8CCA-9B1C-7CCD7D3DF384}"/>
          </ac:spMkLst>
        </pc:spChg>
        <pc:grpChg chg="mod">
          <ac:chgData name="Darcy Roach" userId="ba676ee9-e9b4-49e8-a515-8077106c948d" providerId="ADAL" clId="{5AF9E7A2-3737-4D00-BDEF-C5902247BA00}" dt="2024-12-04T03:57:06.515" v="1332" actId="1076"/>
          <ac:grpSpMkLst>
            <pc:docMk/>
            <pc:sldMk cId="2828613413" sldId="271"/>
            <ac:grpSpMk id="8" creationId="{7F2EC238-3B36-597E-315F-5AE59D204581}"/>
          </ac:grpSpMkLst>
        </pc:grpChg>
        <pc:grpChg chg="mod">
          <ac:chgData name="Darcy Roach" userId="ba676ee9-e9b4-49e8-a515-8077106c948d" providerId="ADAL" clId="{5AF9E7A2-3737-4D00-BDEF-C5902247BA00}" dt="2024-12-04T04:46:18.749" v="1675" actId="1076"/>
          <ac:grpSpMkLst>
            <pc:docMk/>
            <pc:sldMk cId="2828613413" sldId="271"/>
            <ac:grpSpMk id="16" creationId="{A1F14AC0-7E81-3290-BFBD-9B334F5C0EFB}"/>
          </ac:grpSpMkLst>
        </pc:grpChg>
        <pc:cxnChg chg="mod">
          <ac:chgData name="Darcy Roach" userId="ba676ee9-e9b4-49e8-a515-8077106c948d" providerId="ADAL" clId="{5AF9E7A2-3737-4D00-BDEF-C5902247BA00}" dt="2024-12-04T04:42:34.248" v="1566" actId="14100"/>
          <ac:cxnSpMkLst>
            <pc:docMk/>
            <pc:sldMk cId="2828613413" sldId="271"/>
            <ac:cxnSpMk id="3" creationId="{67C34E10-2CF8-9BCA-1CC6-D78A3FF9CA80}"/>
          </ac:cxnSpMkLst>
        </pc:cxnChg>
        <pc:cxnChg chg="mod">
          <ac:chgData name="Darcy Roach" userId="ba676ee9-e9b4-49e8-a515-8077106c948d" providerId="ADAL" clId="{5AF9E7A2-3737-4D00-BDEF-C5902247BA00}" dt="2024-12-04T04:56:46.515" v="1957" actId="14100"/>
          <ac:cxnSpMkLst>
            <pc:docMk/>
            <pc:sldMk cId="2828613413" sldId="271"/>
            <ac:cxnSpMk id="21" creationId="{B0913DE4-461D-CE43-AABC-C4B3D7D22F45}"/>
          </ac:cxnSpMkLst>
        </pc:cxnChg>
        <pc:cxnChg chg="mod">
          <ac:chgData name="Darcy Roach" userId="ba676ee9-e9b4-49e8-a515-8077106c948d" providerId="ADAL" clId="{5AF9E7A2-3737-4D00-BDEF-C5902247BA00}" dt="2024-12-04T04:47:18.917" v="1676" actId="1035"/>
          <ac:cxnSpMkLst>
            <pc:docMk/>
            <pc:sldMk cId="2828613413" sldId="271"/>
            <ac:cxnSpMk id="24" creationId="{97E4C28E-0AF8-DEC9-9349-96EC49BD3714}"/>
          </ac:cxnSpMkLst>
        </pc:cxnChg>
      </pc:sldChg>
      <pc:sldChg chg="addSp delSp modSp add mod">
        <pc:chgData name="Darcy Roach" userId="ba676ee9-e9b4-49e8-a515-8077106c948d" providerId="ADAL" clId="{5AF9E7A2-3737-4D00-BDEF-C5902247BA00}" dt="2025-01-14T03:51:44.623" v="2056" actId="1076"/>
        <pc:sldMkLst>
          <pc:docMk/>
          <pc:sldMk cId="3817754629" sldId="272"/>
        </pc:sldMkLst>
        <pc:spChg chg="add del mod">
          <ac:chgData name="Darcy Roach" userId="ba676ee9-e9b4-49e8-a515-8077106c948d" providerId="ADAL" clId="{5AF9E7A2-3737-4D00-BDEF-C5902247BA00}" dt="2025-01-14T03:51:13.828" v="2051" actId="21"/>
          <ac:spMkLst>
            <pc:docMk/>
            <pc:sldMk cId="3817754629" sldId="272"/>
            <ac:spMk id="2" creationId="{FB195297-4328-12B6-7509-294D90CE8F9F}"/>
          </ac:spMkLst>
        </pc:spChg>
        <pc:spChg chg="add mod">
          <ac:chgData name="Darcy Roach" userId="ba676ee9-e9b4-49e8-a515-8077106c948d" providerId="ADAL" clId="{5AF9E7A2-3737-4D00-BDEF-C5902247BA00}" dt="2025-01-14T03:51:26.574" v="2054"/>
          <ac:spMkLst>
            <pc:docMk/>
            <pc:sldMk cId="3817754629" sldId="272"/>
            <ac:spMk id="10" creationId="{FB195297-4328-12B6-7509-294D90CE8F9F}"/>
          </ac:spMkLst>
        </pc:spChg>
        <pc:spChg chg="mod">
          <ac:chgData name="Darcy Roach" userId="ba676ee9-e9b4-49e8-a515-8077106c948d" providerId="ADAL" clId="{5AF9E7A2-3737-4D00-BDEF-C5902247BA00}" dt="2025-01-14T03:51:25.393" v="2053" actId="164"/>
          <ac:spMkLst>
            <pc:docMk/>
            <pc:sldMk cId="3817754629" sldId="272"/>
            <ac:spMk id="39" creationId="{3EA81938-6A76-B850-B0E8-A5F905AEBA98}"/>
          </ac:spMkLst>
        </pc:spChg>
        <pc:spChg chg="del">
          <ac:chgData name="Darcy Roach" userId="ba676ee9-e9b4-49e8-a515-8077106c948d" providerId="ADAL" clId="{5AF9E7A2-3737-4D00-BDEF-C5902247BA00}" dt="2025-01-14T03:50:30.417" v="2011" actId="478"/>
          <ac:spMkLst>
            <pc:docMk/>
            <pc:sldMk cId="3817754629" sldId="272"/>
            <ac:spMk id="175" creationId="{B9775FC7-7124-8CCA-9B1C-7CCD7D3DF384}"/>
          </ac:spMkLst>
        </pc:spChg>
        <pc:grpChg chg="add mod">
          <ac:chgData name="Darcy Roach" userId="ba676ee9-e9b4-49e8-a515-8077106c948d" providerId="ADAL" clId="{5AF9E7A2-3737-4D00-BDEF-C5902247BA00}" dt="2025-01-14T03:51:44.623" v="2056" actId="1076"/>
          <ac:grpSpMkLst>
            <pc:docMk/>
            <pc:sldMk cId="3817754629" sldId="272"/>
            <ac:grpSpMk id="4" creationId="{5986C1AB-F85C-BB76-7B7E-B4AA9FFAB9F9}"/>
          </ac:grpSpMkLst>
        </pc:grpChg>
        <pc:grpChg chg="mod">
          <ac:chgData name="Darcy Roach" userId="ba676ee9-e9b4-49e8-a515-8077106c948d" providerId="ADAL" clId="{5AF9E7A2-3737-4D00-BDEF-C5902247BA00}" dt="2025-01-14T03:51:25.393" v="2053" actId="164"/>
          <ac:grpSpMkLst>
            <pc:docMk/>
            <pc:sldMk cId="3817754629" sldId="272"/>
            <ac:grpSpMk id="5" creationId="{980A06B1-0A2F-7DF6-91DB-0F6DFA896A23}"/>
          </ac:grpSpMkLst>
        </pc:grpChg>
      </pc:sldChg>
    </pc:docChg>
  </pc:docChgLst>
  <pc:docChgLst>
    <pc:chgData name="Byron Roach" userId="S::byron.roach@intelia.com.au::25e30f7e-864e-405f-afe9-792085100f60" providerId="AD" clId="Web-{5D932CA0-7A8B-DE3A-2E04-78FC369892CC}"/>
    <pc:docChg chg="modSld">
      <pc:chgData name="Byron Roach" userId="S::byron.roach@intelia.com.au::25e30f7e-864e-405f-afe9-792085100f60" providerId="AD" clId="Web-{5D932CA0-7A8B-DE3A-2E04-78FC369892CC}" dt="2025-06-19T02:59:58.221" v="2" actId="20577"/>
      <pc:docMkLst>
        <pc:docMk/>
      </pc:docMkLst>
      <pc:sldChg chg="modSp">
        <pc:chgData name="Byron Roach" userId="S::byron.roach@intelia.com.au::25e30f7e-864e-405f-afe9-792085100f60" providerId="AD" clId="Web-{5D932CA0-7A8B-DE3A-2E04-78FC369892CC}" dt="2025-06-19T02:59:58.221" v="2" actId="20577"/>
        <pc:sldMkLst>
          <pc:docMk/>
          <pc:sldMk cId="3817754629" sldId="272"/>
        </pc:sldMkLst>
        <pc:spChg chg="mod">
          <ac:chgData name="Byron Roach" userId="S::byron.roach@intelia.com.au::25e30f7e-864e-405f-afe9-792085100f60" providerId="AD" clId="Web-{5D932CA0-7A8B-DE3A-2E04-78FC369892CC}" dt="2025-06-19T02:59:58.221" v="2" actId="20577"/>
          <ac:spMkLst>
            <pc:docMk/>
            <pc:sldMk cId="3817754629" sldId="272"/>
            <ac:spMk id="26" creationId="{1A3D666D-00C8-D106-73C3-9FF300F861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D5017F-78F3-495B-BCA0-2617A13354DC}" type="datetimeFigureOut">
              <a:rPr lang="en-AU" smtClean="0"/>
              <a:t>18/06/2025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57250"/>
            <a:ext cx="29940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AC6B0-7FC5-488D-AD4C-29D1C1BEB3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3901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878D9-6D39-4FC5-8207-BC6B4A5DDEF8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776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329" b="0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75170" y="113351"/>
            <a:ext cx="26848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Sara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Boguszewicz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79134" y="1247202"/>
            <a:ext cx="2972650" cy="3103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13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/>
                <a:ea typeface="Roboto Light"/>
                <a:cs typeface="Lato"/>
              </a:rPr>
              <a:t>Profile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78877" y="1025116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81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13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Roboto Light"/>
                <a:ea typeface="Roboto Light"/>
                <a:cs typeface="Lato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118974"/>
            <a:ext cx="2991223" cy="25325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585817" y="5440197"/>
            <a:ext cx="1615370" cy="1892826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Microsoft suite: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Project,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PowerBI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, Excel, SharePoint, Dynamics CRM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Collaboration: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 JIRA, Salesforce,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PractiTest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Modelling: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Enterprise Architect, MS Visio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Document Management.: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Roboto Light"/>
              </a:rPr>
              <a:t> Keystone Objective</a:t>
            </a:r>
            <a:endParaRPr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/>
              <a:ea typeface="Roboto Light"/>
              <a:cs typeface="Roboto Light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Student Management.: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aXelerate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, Wise.NET,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JobReady.RTO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flipV="1">
            <a:off x="1564337" y="5486738"/>
            <a:ext cx="0" cy="1974218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986C1AB-F85C-BB76-7B7E-B4AA9FFAB9F9}"/>
              </a:ext>
            </a:extLst>
          </p:cNvPr>
          <p:cNvGrpSpPr/>
          <p:nvPr/>
        </p:nvGrpSpPr>
        <p:grpSpPr>
          <a:xfrm>
            <a:off x="8110764" y="3466142"/>
            <a:ext cx="1963972" cy="2426566"/>
            <a:chOff x="8110764" y="3723081"/>
            <a:chExt cx="1963972" cy="242656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0A06B1-0A2F-7DF6-91DB-0F6DFA896A23}"/>
                </a:ext>
              </a:extLst>
            </p:cNvPr>
            <p:cNvGrpSpPr/>
            <p:nvPr/>
          </p:nvGrpSpPr>
          <p:grpSpPr>
            <a:xfrm>
              <a:off x="8110764" y="3841323"/>
              <a:ext cx="1963972" cy="2308324"/>
              <a:chOff x="8083572" y="2511090"/>
              <a:chExt cx="1963972" cy="2308324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72A9DC1-BA60-5A54-0907-130AE22B31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2160" y="2773308"/>
                <a:ext cx="1734788" cy="0"/>
              </a:xfrm>
              <a:prstGeom prst="line">
                <a:avLst/>
              </a:prstGeom>
              <a:ln w="19050">
                <a:solidFill>
                  <a:srgbClr val="00AB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B47A2EE-BF0B-DB05-8B7C-DB6594B2B3D5}"/>
                  </a:ext>
                </a:extLst>
              </p:cNvPr>
              <p:cNvSpPr txBox="1"/>
              <p:nvPr/>
            </p:nvSpPr>
            <p:spPr>
              <a:xfrm>
                <a:off x="8083572" y="2511090"/>
                <a:ext cx="1963972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819525" algn="l"/>
                    <a:tab pos="3895725" algn="l"/>
                  </a:tabLst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819525" algn="l"/>
                    <a:tab pos="3895725" algn="l"/>
                  </a:tabLst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819525" algn="l"/>
                    <a:tab pos="3895725" algn="l"/>
                  </a:tabLst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B80"/>
                    </a:solidFill>
                    <a:effectLst/>
                    <a:uLnTx/>
                    <a:uFillTx/>
                    <a:latin typeface="Roboto Light" panose="02000000000000000000" pitchFamily="2" charset="0"/>
                    <a:ea typeface="Calibri" panose="020F0502020204030204" pitchFamily="34" charset="0"/>
                    <a:cs typeface="+mn-cs"/>
                  </a:rPr>
                  <a:t>GCP Cloud Digital Leader 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819525" algn="l"/>
                    <a:tab pos="3895725" algn="l"/>
                  </a:tabLst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819525" algn="l"/>
                    <a:tab pos="3895725" algn="l"/>
                  </a:tabLst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B80"/>
                    </a:solidFill>
                    <a:effectLst/>
                    <a:uLnTx/>
                    <a:uFillTx/>
                    <a:latin typeface="Roboto Light" panose="02000000000000000000" pitchFamily="2" charset="0"/>
                    <a:ea typeface="Calibri" panose="020F0502020204030204" pitchFamily="34" charset="0"/>
                    <a:cs typeface="+mn-cs"/>
                  </a:rPr>
                  <a:t>Agile Project Management Professional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819525" algn="l"/>
                    <a:tab pos="3895725" algn="l"/>
                  </a:tabLst>
                  <a:defRPr/>
                </a:pPr>
                <a:endParaRPr kumimoji="0" lang="en-GB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Roboto Light" panose="02000000000000000000" pitchFamily="2" charset="0"/>
                  <a:ea typeface="Calibri" panose="020F0502020204030204" pitchFamily="34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819525" algn="l"/>
                    <a:tab pos="3895725" algn="l"/>
                  </a:tabLst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B80"/>
                    </a:solidFill>
                    <a:effectLst/>
                    <a:uLnTx/>
                    <a:uFillTx/>
                    <a:latin typeface="Roboto Light" panose="02000000000000000000" pitchFamily="2" charset="0"/>
                    <a:ea typeface="Calibri" panose="020F0502020204030204" pitchFamily="34" charset="0"/>
                    <a:cs typeface="+mn-cs"/>
                  </a:rPr>
                  <a:t>ITIL Foundation Certification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819525" algn="l"/>
                    <a:tab pos="3895725" algn="l"/>
                  </a:tabLst>
                  <a:defRPr/>
                </a:pPr>
                <a:endPara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3819525" algn="l"/>
                    <a:tab pos="3895725" algn="l"/>
                  </a:tabLst>
                  <a:defRPr/>
                </a:pPr>
                <a:r>
                  <a:rPr kumimoji="0" lang="en-GB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B80"/>
                    </a:solidFill>
                    <a:effectLst/>
                    <a:uLnTx/>
                    <a:uFillTx/>
                    <a:latin typeface="Roboto Light" panose="02000000000000000000" pitchFamily="2" charset="0"/>
                    <a:ea typeface="Calibri" panose="020F0502020204030204" pitchFamily="34" charset="0"/>
                    <a:cs typeface="+mn-cs"/>
                  </a:rPr>
                  <a:t>Bachelor of Arts in History, Sociology &amp; English</a:t>
                </a:r>
                <a:endPara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B8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+mn-cs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EA81938-6A76-B850-B0E8-A5F905AEBA98}"/>
                </a:ext>
              </a:extLst>
            </p:cNvPr>
            <p:cNvSpPr txBox="1"/>
            <p:nvPr/>
          </p:nvSpPr>
          <p:spPr>
            <a:xfrm>
              <a:off x="8191490" y="3723081"/>
              <a:ext cx="1648720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388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Certification</a:t>
              </a: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784490"/>
            <a:ext cx="0" cy="65116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707439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Industry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388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280411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22456" y="5162264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Key Skills &amp; Technologies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F2EC238-3B36-597E-315F-5AE59D204581}"/>
              </a:ext>
            </a:extLst>
          </p:cNvPr>
          <p:cNvGrpSpPr/>
          <p:nvPr/>
        </p:nvGrpSpPr>
        <p:grpSpPr>
          <a:xfrm>
            <a:off x="3359916" y="3580831"/>
            <a:ext cx="4743103" cy="2014818"/>
            <a:chOff x="3398978" y="1331223"/>
            <a:chExt cx="4743103" cy="201481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B703521-F331-D24D-2144-A609A273150D}"/>
                </a:ext>
              </a:extLst>
            </p:cNvPr>
            <p:cNvSpPr txBox="1"/>
            <p:nvPr/>
          </p:nvSpPr>
          <p:spPr>
            <a:xfrm>
              <a:off x="3484997" y="1591715"/>
              <a:ext cx="4589526" cy="1754326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10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</a:rPr>
                <a:t>Contributed to the establishment of a new division following an organisational restructure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</a:rPr>
                <a:t>Developed a Project Plan, managed budgets, tracked progress, and provided regular status updates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</a:rPr>
                <a:t>Updated and optimised the </a:t>
              </a:r>
              <a:r>
                <a:rPr kumimoji="0" lang="en-AU" sz="9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</a:rPr>
                <a:t>aXcelerate</a:t>
              </a: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</a:rPr>
                <a:t> student management system to improve functionality and user experience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</a:rPr>
                <a:t>Successfully led a website rebranding initiative using WordPress, enhancing brand visibility and user engagement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</a:rPr>
                <a:t>Implemented process improvements by mapping current and future state processes, driving efficiency across operations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/>
                  <a:ea typeface="Roboto Light"/>
                  <a:cs typeface="Roboto Light"/>
                </a:rPr>
                <a:t>Drafted operational guidelines, procedures, and work instructions to standardise practices</a:t>
              </a: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7C34E10-2CF8-9BCA-1CC6-D78A3FF9CA80}"/>
                </a:ext>
              </a:extLst>
            </p:cNvPr>
            <p:cNvCxnSpPr>
              <a:cxnSpLocks/>
            </p:cNvCxnSpPr>
            <p:nvPr/>
          </p:nvCxnSpPr>
          <p:spPr>
            <a:xfrm>
              <a:off x="3490887" y="1646078"/>
              <a:ext cx="0" cy="1542456"/>
            </a:xfrm>
            <a:prstGeom prst="line">
              <a:avLst/>
            </a:prstGeom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1E125D-B356-8A2A-B86B-AB6567CEABE1}"/>
                </a:ext>
              </a:extLst>
            </p:cNvPr>
            <p:cNvSpPr txBox="1"/>
            <p:nvPr/>
          </p:nvSpPr>
          <p:spPr>
            <a:xfrm>
              <a:off x="3398978" y="1331223"/>
              <a:ext cx="4743103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</a:rPr>
                <a:t>Australian State Government Organisation – Business Analyst/PM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3AF90DA-A8BA-A38E-D7B5-20B62F60DBA2}"/>
              </a:ext>
            </a:extLst>
          </p:cNvPr>
          <p:cNvSpPr txBox="1"/>
          <p:nvPr/>
        </p:nvSpPr>
        <p:spPr>
          <a:xfrm>
            <a:off x="270451" y="1593954"/>
            <a:ext cx="2863490" cy="306173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1000" spc="13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Lato"/>
              </a:rPr>
              <a:t>Sara is </a:t>
            </a:r>
            <a:r>
              <a:rPr lang="en-AU" dirty="0">
                <a:solidFill>
                  <a:prstClr val="black"/>
                </a:solidFill>
                <a:latin typeface="Roboto Light"/>
                <a:ea typeface="Roboto Light"/>
                <a:cs typeface="Lato"/>
              </a:rPr>
              <a:t>an</a:t>
            </a:r>
            <a:r>
              <a:rPr kumimoji="0" lang="en-AU" sz="10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Lato"/>
              </a:rPr>
              <a:t> Analyst with over 8 years of experience working as a Consultant on IT projects. She holds a wealth of knowledge and experience working in the Energy, Education, Government, Financial Services and not-for-profit sectors. </a:t>
            </a: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1200" cap="none" spc="13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1200" cap="none" spc="1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/>
                <a:ea typeface="Roboto Light"/>
                <a:cs typeface="Lato"/>
              </a:rPr>
              <a:t>Sara is an expert in assessing business requirements, driving process improvements, and ensuring robust risk and compliance management. Her diverse background also spans project management, equipping her with a versatile skill set to tackle complex challenges. A confident and effective communicator, Sara excels in stakeholder engagement, Agile project delivery, and workshop facilitation, making her an asset to any team or initiative.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1992D8-77E8-EAC0-5CEA-F0EB894ABF06}"/>
              </a:ext>
            </a:extLst>
          </p:cNvPr>
          <p:cNvGrpSpPr/>
          <p:nvPr/>
        </p:nvGrpSpPr>
        <p:grpSpPr>
          <a:xfrm>
            <a:off x="3335753" y="1017336"/>
            <a:ext cx="4755544" cy="2549721"/>
            <a:chOff x="3335753" y="1017335"/>
            <a:chExt cx="4755544" cy="319826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2D52C1-A913-9030-FA42-0609235DBD3B}"/>
                </a:ext>
              </a:extLst>
            </p:cNvPr>
            <p:cNvSpPr txBox="1"/>
            <p:nvPr/>
          </p:nvSpPr>
          <p:spPr>
            <a:xfrm>
              <a:off x="3335753" y="1017335"/>
              <a:ext cx="4755544" cy="8107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defRPr/>
              </a:pPr>
              <a:r>
                <a:rPr kumimoji="0" lang="en-A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FF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</a:rPr>
                <a:t>Major Australian Energy Organisation – Senior</a:t>
              </a:r>
              <a:r>
                <a:rPr lang="en-AU" sz="1200" b="1" dirty="0">
                  <a:solidFill>
                    <a:srgbClr val="0059FF"/>
                  </a:solidFill>
                  <a:latin typeface="Roboto"/>
                  <a:ea typeface="Roboto"/>
                  <a:cs typeface="Roboto"/>
                </a:rPr>
                <a:t> </a:t>
              </a:r>
              <a:r>
                <a:rPr kumimoji="0" lang="en-AU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59FF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</a:rPr>
                <a:t>Analyst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endParaRP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67F4AF4-9C49-B950-33A2-97AB82049161}"/>
                </a:ext>
              </a:extLst>
            </p:cNvPr>
            <p:cNvSpPr txBox="1"/>
            <p:nvPr/>
          </p:nvSpPr>
          <p:spPr>
            <a:xfrm>
              <a:off x="3421257" y="1320134"/>
              <a:ext cx="4595954" cy="2895468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Contributed to the successful delivery of the Energy Demand and Generation Exchange (EDGE) platform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Facilitated collaboration and testing across multiple project partners and vendors, fostered alignment and effective communication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Gathered requirements, mapped processes, and authored detailed user stories for customer registration, NMI onboarding, and marketplace operations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Prepared a marketing brief and segmented data to support a direct mail marketing campaign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Assisted in developing the customer journey and updating the website to enhance user experience 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Managed cross-organisational testing efforts, including creating the Test Plan, drafting test cases, overseeing defect management and delivering the Test Closure Report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Designed data visualisations and produced actionable reports to inform decision-making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Presented project progress and the EDGE platform solution to industry leaders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7E4C28E-0AF8-DEC9-9349-96EC49BD3714}"/>
                </a:ext>
              </a:extLst>
            </p:cNvPr>
            <p:cNvCxnSpPr>
              <a:cxnSpLocks/>
            </p:cNvCxnSpPr>
            <p:nvPr/>
          </p:nvCxnSpPr>
          <p:spPr>
            <a:xfrm>
              <a:off x="3420975" y="1404103"/>
              <a:ext cx="14244" cy="2684915"/>
            </a:xfrm>
            <a:prstGeom prst="line">
              <a:avLst/>
            </a:prstGeom>
            <a:ln w="19050">
              <a:solidFill>
                <a:srgbClr val="0059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F14AC0-7E81-3290-BFBD-9B334F5C0EFB}"/>
              </a:ext>
            </a:extLst>
          </p:cNvPr>
          <p:cNvGrpSpPr/>
          <p:nvPr/>
        </p:nvGrpSpPr>
        <p:grpSpPr>
          <a:xfrm>
            <a:off x="3338715" y="5585892"/>
            <a:ext cx="4497844" cy="2177699"/>
            <a:chOff x="3338715" y="5841012"/>
            <a:chExt cx="4497844" cy="248098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59F888-3BDF-A1C0-65E5-CB6FDD43D97C}"/>
                </a:ext>
              </a:extLst>
            </p:cNvPr>
            <p:cNvSpPr txBox="1"/>
            <p:nvPr/>
          </p:nvSpPr>
          <p:spPr>
            <a:xfrm>
              <a:off x="3338715" y="5841012"/>
              <a:ext cx="4247158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1" i="0" u="none" strike="noStrike" kern="1200" cap="none" spc="0" normalizeH="0" baseline="0" noProof="0">
                  <a:ln>
                    <a:noFill/>
                  </a:ln>
                  <a:solidFill>
                    <a:srgbClr val="A93584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+mn-cs"/>
                </a:rPr>
                <a:t>Tertiary Education Organisation – Business Analyst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200" b="1" i="0" u="none" strike="noStrike" kern="1200" cap="none" spc="0" normalizeH="0" baseline="0" noProof="0">
                <a:ln>
                  <a:noFill/>
                </a:ln>
                <a:solidFill>
                  <a:srgbClr val="A93584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3436903" y="5990239"/>
              <a:ext cx="4399656" cy="2331756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endParaRP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Collaborated with the Program Management Office (PMO) to successfully deliver a large-scale transformation project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Accelerated the delivery of a resource submission tool, enabling the collection of over 8,000 existing teaching resources on schedule</a:t>
              </a:r>
              <a:endParaRPr kumimoji="0" lang="en-AU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endParaRP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Tracked and reported on over 100 sub-projects focused on developing training and assessment resources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Worked with nine centralised teams to monitor project progress and implement process improvements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Designed and implemented an interactive project progress report for internal and external stakeholder communication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AU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rPr>
                <a:t>Produced detailed business intelligence and status reports for senior leadership, including the General Manager, CEO, and Education Minister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AB8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34" y="6146337"/>
              <a:ext cx="0" cy="1952410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8E0BCC2-0D66-A269-0120-96F5BFC3B0A6}"/>
              </a:ext>
            </a:extLst>
          </p:cNvPr>
          <p:cNvSpPr txBox="1"/>
          <p:nvPr/>
        </p:nvSpPr>
        <p:spPr>
          <a:xfrm>
            <a:off x="118542" y="5470041"/>
            <a:ext cx="1510046" cy="18928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Stakeholder management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Change management 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Agile practice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Process improvement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Business intelligence</a:t>
            </a:r>
            <a:endParaRPr kumimoji="0" lang="en-AU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Requirements gathering &amp; analysis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analysis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Data visualization &amp; reporting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Process modelling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API documentation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95297-4328-12B6-7509-294D90CE8F9F}"/>
              </a:ext>
            </a:extLst>
          </p:cNvPr>
          <p:cNvSpPr txBox="1"/>
          <p:nvPr/>
        </p:nvSpPr>
        <p:spPr>
          <a:xfrm>
            <a:off x="8118489" y="1283343"/>
            <a:ext cx="1951941" cy="2554545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Energy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Education</a:t>
            </a:r>
            <a:endParaRPr lang="en-GB" sz="1200" dirty="0">
              <a:solidFill>
                <a:srgbClr val="00AB8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Government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Financial Services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200" dirty="0">
                <a:solidFill>
                  <a:srgbClr val="00AB80"/>
                </a:solidFill>
              </a:rPr>
              <a:t>Employment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AB80"/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+mn-cs"/>
              </a:rPr>
              <a:t>Utilities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en-GB" sz="1200" dirty="0">
                <a:solidFill>
                  <a:srgbClr val="00AB80"/>
                </a:solidFill>
                <a:latin typeface="Roboto Light"/>
                <a:ea typeface="Roboto Light"/>
                <a:cs typeface="Roboto Light"/>
              </a:rPr>
              <a:t>Retail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200" dirty="0">
                <a:solidFill>
                  <a:srgbClr val="00AB80"/>
                </a:solidFill>
              </a:rPr>
              <a:t>Not-For-Profit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AB8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AB80"/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75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Darcy Roach</DisplayName>
        <AccountId>14</AccountId>
        <AccountType/>
      </UserInfo>
      <UserInfo>
        <DisplayName>Joel Collins</DisplayName>
        <AccountId>13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BC6410C-B420-4127-9D32-DC600766FC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967B02-92E7-4CD8-AFE1-F98E4865D296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5D78DE8-CA0B-4723-AF37-2B344746F8D2}">
  <ds:schemaRefs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daf93972-1964-4522-aa34-640805a01c3a"/>
    <ds:schemaRef ds:uri="http://purl.org/dc/terms/"/>
    <ds:schemaRef ds:uri="http://schemas.microsoft.com/office/2006/metadata/properties"/>
    <ds:schemaRef ds:uri="http://schemas.microsoft.com/office/infopath/2007/PartnerControls"/>
    <ds:schemaRef ds:uri="e52cd9e7-35e5-4bd3-9cab-ca6a63c31e5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12042</TotalTime>
  <Words>562</Words>
  <Application>Microsoft Office PowerPoint</Application>
  <PresentationFormat>Custom</PresentationFormat>
  <Paragraphs>70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8</cp:revision>
  <dcterms:created xsi:type="dcterms:W3CDTF">2019-12-03T01:50:37Z</dcterms:created>
  <dcterms:modified xsi:type="dcterms:W3CDTF">2025-06-19T03:00:07Z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