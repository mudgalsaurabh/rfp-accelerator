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F2B3F"/>
    <a:srgbClr val="00AB80"/>
    <a:srgbClr val="A93584"/>
    <a:srgbClr val="005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8E4BAF-44F0-4BA8-9688-54CEC2D5D9BA}" v="84" dt="2024-08-13T02:29:18.11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0" d="100"/>
          <a:sy n="50" d="100"/>
        </p:scale>
        <p:origin x="1524" y="40"/>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378E4BAF-44F0-4BA8-9688-54CEC2D5D9BA}"/>
    <pc:docChg chg="undo custSel addSld delSld modSld">
      <pc:chgData name="Darcy Roach" userId="ba676ee9-e9b4-49e8-a515-8077106c948d" providerId="ADAL" clId="{378E4BAF-44F0-4BA8-9688-54CEC2D5D9BA}" dt="2024-09-12T01:35:34.186" v="143" actId="2696"/>
      <pc:docMkLst>
        <pc:docMk/>
      </pc:docMkLst>
      <pc:sldChg chg="addSp delSp modSp mod">
        <pc:chgData name="Darcy Roach" userId="ba676ee9-e9b4-49e8-a515-8077106c948d" providerId="ADAL" clId="{378E4BAF-44F0-4BA8-9688-54CEC2D5D9BA}" dt="2024-09-09T03:27:31.362" v="142" actId="1076"/>
        <pc:sldMkLst>
          <pc:docMk/>
          <pc:sldMk cId="2009923557" sldId="270"/>
        </pc:sldMkLst>
        <pc:spChg chg="del">
          <ac:chgData name="Darcy Roach" userId="ba676ee9-e9b4-49e8-a515-8077106c948d" providerId="ADAL" clId="{378E4BAF-44F0-4BA8-9688-54CEC2D5D9BA}" dt="2024-08-13T02:02:39.547" v="11" actId="478"/>
          <ac:spMkLst>
            <pc:docMk/>
            <pc:sldMk cId="2009923557" sldId="270"/>
            <ac:spMk id="2" creationId="{2FA774CA-3857-9308-4D38-9414B0CC2B95}"/>
          </ac:spMkLst>
        </pc:spChg>
        <pc:spChg chg="mod">
          <ac:chgData name="Darcy Roach" userId="ba676ee9-e9b4-49e8-a515-8077106c948d" providerId="ADAL" clId="{378E4BAF-44F0-4BA8-9688-54CEC2D5D9BA}" dt="2024-09-09T03:27:31.362" v="142" actId="1076"/>
          <ac:spMkLst>
            <pc:docMk/>
            <pc:sldMk cId="2009923557" sldId="270"/>
            <ac:spMk id="6" creationId="{701E125D-B356-8A2A-B86B-AB6567CEABE1}"/>
          </ac:spMkLst>
        </pc:spChg>
        <pc:spChg chg="add del mod">
          <ac:chgData name="Darcy Roach" userId="ba676ee9-e9b4-49e8-a515-8077106c948d" providerId="ADAL" clId="{378E4BAF-44F0-4BA8-9688-54CEC2D5D9BA}" dt="2024-08-13T02:04:28.380" v="44"/>
          <ac:spMkLst>
            <pc:docMk/>
            <pc:sldMk cId="2009923557" sldId="270"/>
            <ac:spMk id="9" creationId="{16717D00-2F3E-C0F0-43C4-55322D81F921}"/>
          </ac:spMkLst>
        </pc:spChg>
        <pc:spChg chg="del">
          <ac:chgData name="Darcy Roach" userId="ba676ee9-e9b4-49e8-a515-8077106c948d" providerId="ADAL" clId="{378E4BAF-44F0-4BA8-9688-54CEC2D5D9BA}" dt="2024-08-13T02:02:43.177" v="12" actId="478"/>
          <ac:spMkLst>
            <pc:docMk/>
            <pc:sldMk cId="2009923557" sldId="270"/>
            <ac:spMk id="12" creationId="{70DE989F-A988-8C86-5720-1FE5B119EB30}"/>
          </ac:spMkLst>
        </pc:spChg>
        <pc:spChg chg="add mod">
          <ac:chgData name="Darcy Roach" userId="ba676ee9-e9b4-49e8-a515-8077106c948d" providerId="ADAL" clId="{378E4BAF-44F0-4BA8-9688-54CEC2D5D9BA}" dt="2024-08-13T02:06:38.746" v="62" actId="1036"/>
          <ac:spMkLst>
            <pc:docMk/>
            <pc:sldMk cId="2009923557" sldId="270"/>
            <ac:spMk id="18" creationId="{394139D3-2578-E094-5476-9607EBAB0E92}"/>
          </ac:spMkLst>
        </pc:spChg>
        <pc:spChg chg="add mod">
          <ac:chgData name="Darcy Roach" userId="ba676ee9-e9b4-49e8-a515-8077106c948d" providerId="ADAL" clId="{378E4BAF-44F0-4BA8-9688-54CEC2D5D9BA}" dt="2024-08-13T02:06:38.746" v="62" actId="1036"/>
          <ac:spMkLst>
            <pc:docMk/>
            <pc:sldMk cId="2009923557" sldId="270"/>
            <ac:spMk id="19" creationId="{F7392734-6CDD-4B78-C55C-5DBD7DD7F1FE}"/>
          </ac:spMkLst>
        </pc:spChg>
        <pc:spChg chg="mod topLvl">
          <ac:chgData name="Darcy Roach" userId="ba676ee9-e9b4-49e8-a515-8077106c948d" providerId="ADAL" clId="{378E4BAF-44F0-4BA8-9688-54CEC2D5D9BA}" dt="2024-09-09T03:27:31.362" v="142" actId="1076"/>
          <ac:spMkLst>
            <pc:docMk/>
            <pc:sldMk cId="2009923557" sldId="270"/>
            <ac:spMk id="31" creationId="{5D644C1D-FE62-9752-27C7-42A94F729A86}"/>
          </ac:spMkLst>
        </pc:spChg>
        <pc:spChg chg="mod">
          <ac:chgData name="Darcy Roach" userId="ba676ee9-e9b4-49e8-a515-8077106c948d" providerId="ADAL" clId="{378E4BAF-44F0-4BA8-9688-54CEC2D5D9BA}" dt="2024-08-13T02:06:25.443" v="60" actId="1035"/>
          <ac:spMkLst>
            <pc:docMk/>
            <pc:sldMk cId="2009923557" sldId="270"/>
            <ac:spMk id="39" creationId="{3EA81938-6A76-B850-B0E8-A5F905AEBA98}"/>
          </ac:spMkLst>
        </pc:spChg>
        <pc:grpChg chg="mod">
          <ac:chgData name="Darcy Roach" userId="ba676ee9-e9b4-49e8-a515-8077106c948d" providerId="ADAL" clId="{378E4BAF-44F0-4BA8-9688-54CEC2D5D9BA}" dt="2024-08-13T02:06:25.443" v="60" actId="1035"/>
          <ac:grpSpMkLst>
            <pc:docMk/>
            <pc:sldMk cId="2009923557" sldId="270"/>
            <ac:grpSpMk id="5" creationId="{980A06B1-0A2F-7DF6-91DB-0F6DFA896A23}"/>
          </ac:grpSpMkLst>
        </pc:grpChg>
        <pc:grpChg chg="mod">
          <ac:chgData name="Darcy Roach" userId="ba676ee9-e9b4-49e8-a515-8077106c948d" providerId="ADAL" clId="{378E4BAF-44F0-4BA8-9688-54CEC2D5D9BA}" dt="2024-08-13T02:05:07.159" v="47" actId="1076"/>
          <ac:grpSpMkLst>
            <pc:docMk/>
            <pc:sldMk cId="2009923557" sldId="270"/>
            <ac:grpSpMk id="10" creationId="{A6927CF3-C0AD-7B0E-CC21-BDD13E4FAF2F}"/>
          </ac:grpSpMkLst>
        </pc:grpChg>
        <pc:grpChg chg="add del">
          <ac:chgData name="Darcy Roach" userId="ba676ee9-e9b4-49e8-a515-8077106c948d" providerId="ADAL" clId="{378E4BAF-44F0-4BA8-9688-54CEC2D5D9BA}" dt="2024-08-13T02:03:22.561" v="17" actId="478"/>
          <ac:grpSpMkLst>
            <pc:docMk/>
            <pc:sldMk cId="2009923557" sldId="270"/>
            <ac:grpSpMk id="45" creationId="{7C004A0F-26FD-81BE-0DC7-EDCD01D4194B}"/>
          </ac:grpSpMkLst>
        </pc:grpChg>
        <pc:cxnChg chg="mod">
          <ac:chgData name="Darcy Roach" userId="ba676ee9-e9b4-49e8-a515-8077106c948d" providerId="ADAL" clId="{378E4BAF-44F0-4BA8-9688-54CEC2D5D9BA}" dt="2024-09-09T03:27:31.362" v="142" actId="1076"/>
          <ac:cxnSpMkLst>
            <pc:docMk/>
            <pc:sldMk cId="2009923557" sldId="270"/>
            <ac:cxnSpMk id="3" creationId="{67C34E10-2CF8-9BCA-1CC6-D78A3FF9CA80}"/>
          </ac:cxnSpMkLst>
        </pc:cxnChg>
        <pc:cxnChg chg="add del mod topLvl">
          <ac:chgData name="Darcy Roach" userId="ba676ee9-e9b4-49e8-a515-8077106c948d" providerId="ADAL" clId="{378E4BAF-44F0-4BA8-9688-54CEC2D5D9BA}" dt="2024-08-13T02:03:22.561" v="17" actId="478"/>
          <ac:cxnSpMkLst>
            <pc:docMk/>
            <pc:sldMk cId="2009923557" sldId="270"/>
            <ac:cxnSpMk id="15" creationId="{F87F05F2-DA4C-4F55-A5D0-1887110DF155}"/>
          </ac:cxnSpMkLst>
        </pc:cxnChg>
        <pc:cxnChg chg="add mod">
          <ac:chgData name="Darcy Roach" userId="ba676ee9-e9b4-49e8-a515-8077106c948d" providerId="ADAL" clId="{378E4BAF-44F0-4BA8-9688-54CEC2D5D9BA}" dt="2024-08-13T02:06:38.746" v="62" actId="1036"/>
          <ac:cxnSpMkLst>
            <pc:docMk/>
            <pc:sldMk cId="2009923557" sldId="270"/>
            <ac:cxnSpMk id="16" creationId="{E2A93AC7-746F-2FDC-E304-A5F3B7A04F46}"/>
          </ac:cxnSpMkLst>
        </pc:cxnChg>
      </pc:sldChg>
      <pc:sldChg chg="addSp delSp modSp new del mod setBg">
        <pc:chgData name="Darcy Roach" userId="ba676ee9-e9b4-49e8-a515-8077106c948d" providerId="ADAL" clId="{378E4BAF-44F0-4BA8-9688-54CEC2D5D9BA}" dt="2024-09-12T01:35:34.186" v="143" actId="2696"/>
        <pc:sldMkLst>
          <pc:docMk/>
          <pc:sldMk cId="3672532329" sldId="271"/>
        </pc:sldMkLst>
        <pc:spChg chg="del">
          <ac:chgData name="Darcy Roach" userId="ba676ee9-e9b4-49e8-a515-8077106c948d" providerId="ADAL" clId="{378E4BAF-44F0-4BA8-9688-54CEC2D5D9BA}" dt="2024-08-13T02:01:05.606" v="1" actId="478"/>
          <ac:spMkLst>
            <pc:docMk/>
            <pc:sldMk cId="3672532329" sldId="271"/>
            <ac:spMk id="2" creationId="{543A8406-39E8-612B-7A50-A2C8A7E89580}"/>
          </ac:spMkLst>
        </pc:spChg>
        <pc:spChg chg="add del">
          <ac:chgData name="Darcy Roach" userId="ba676ee9-e9b4-49e8-a515-8077106c948d" providerId="ADAL" clId="{378E4BAF-44F0-4BA8-9688-54CEC2D5D9BA}" dt="2024-08-13T02:01:23.431" v="4" actId="22"/>
          <ac:spMkLst>
            <pc:docMk/>
            <pc:sldMk cId="3672532329" sldId="271"/>
            <ac:spMk id="4" creationId="{2FFC325C-7C6B-997E-CD54-2342695CF6AD}"/>
          </ac:spMkLst>
        </pc:spChg>
        <pc:spChg chg="add mod">
          <ac:chgData name="Darcy Roach" userId="ba676ee9-e9b4-49e8-a515-8077106c948d" providerId="ADAL" clId="{378E4BAF-44F0-4BA8-9688-54CEC2D5D9BA}" dt="2024-08-13T02:01:57.271" v="8"/>
          <ac:spMkLst>
            <pc:docMk/>
            <pc:sldMk cId="3672532329" sldId="271"/>
            <ac:spMk id="5" creationId="{03220603-7071-95D8-E23C-CBF258D916E8}"/>
          </ac:spMkLst>
        </pc:spChg>
        <pc:spChg chg="add mod">
          <ac:chgData name="Darcy Roach" userId="ba676ee9-e9b4-49e8-a515-8077106c948d" providerId="ADAL" clId="{378E4BAF-44F0-4BA8-9688-54CEC2D5D9BA}" dt="2024-08-13T02:02:19.977" v="9"/>
          <ac:spMkLst>
            <pc:docMk/>
            <pc:sldMk cId="3672532329" sldId="271"/>
            <ac:spMk id="6" creationId="{5150C241-E2C3-659E-B059-9AFF582F5297}"/>
          </ac:spMkLst>
        </pc:spChg>
        <pc:spChg chg="mod">
          <ac:chgData name="Darcy Roach" userId="ba676ee9-e9b4-49e8-a515-8077106c948d" providerId="ADAL" clId="{378E4BAF-44F0-4BA8-9688-54CEC2D5D9BA}" dt="2024-08-13T02:02:19.977" v="9"/>
          <ac:spMkLst>
            <pc:docMk/>
            <pc:sldMk cId="3672532329" sldId="271"/>
            <ac:spMk id="9" creationId="{D9D58D95-CF2A-F6C1-8FF1-DCE86630961A}"/>
          </ac:spMkLst>
        </pc:spChg>
        <pc:spChg chg="del mod">
          <ac:chgData name="Darcy Roach" userId="ba676ee9-e9b4-49e8-a515-8077106c948d" providerId="ADAL" clId="{378E4BAF-44F0-4BA8-9688-54CEC2D5D9BA}" dt="2024-08-13T02:02:25.100" v="10" actId="478"/>
          <ac:spMkLst>
            <pc:docMk/>
            <pc:sldMk cId="3672532329" sldId="271"/>
            <ac:spMk id="10" creationId="{5C5E0EE9-35A7-CB9B-A356-716E61B68CAB}"/>
          </ac:spMkLst>
        </pc:spChg>
        <pc:grpChg chg="add mod">
          <ac:chgData name="Darcy Roach" userId="ba676ee9-e9b4-49e8-a515-8077106c948d" providerId="ADAL" clId="{378E4BAF-44F0-4BA8-9688-54CEC2D5D9BA}" dt="2024-08-13T02:02:19.977" v="9"/>
          <ac:grpSpMkLst>
            <pc:docMk/>
            <pc:sldMk cId="3672532329" sldId="271"/>
            <ac:grpSpMk id="7" creationId="{F591CD1E-5C48-C46A-A683-EFE2FFC1FA95}"/>
          </ac:grpSpMkLst>
        </pc:grpChg>
        <pc:cxnChg chg="mod">
          <ac:chgData name="Darcy Roach" userId="ba676ee9-e9b4-49e8-a515-8077106c948d" providerId="ADAL" clId="{378E4BAF-44F0-4BA8-9688-54CEC2D5D9BA}" dt="2024-08-13T02:02:19.977" v="9"/>
          <ac:cxnSpMkLst>
            <pc:docMk/>
            <pc:sldMk cId="3672532329" sldId="271"/>
            <ac:cxnSpMk id="8" creationId="{6A35EC27-2531-8F94-F887-3B99B2123751}"/>
          </ac:cxnSpMkLst>
        </pc:cxnChg>
      </pc:sldChg>
    </pc:docChg>
  </pc:docChgLst>
  <pc:docChgLst>
    <pc:chgData name="Darcy Roach" userId="ba676ee9-e9b4-49e8-a515-8077106c948d" providerId="ADAL" clId="{89090B54-A5EE-40F6-AF5D-D1110823295D}"/>
    <pc:docChg chg="undo custSel modSld">
      <pc:chgData name="Darcy Roach" userId="ba676ee9-e9b4-49e8-a515-8077106c948d" providerId="ADAL" clId="{89090B54-A5EE-40F6-AF5D-D1110823295D}" dt="2023-05-17T01:05:27.546" v="659" actId="1076"/>
      <pc:docMkLst>
        <pc:docMk/>
      </pc:docMkLst>
      <pc:sldChg chg="addSp delSp modSp mod">
        <pc:chgData name="Darcy Roach" userId="ba676ee9-e9b4-49e8-a515-8077106c948d" providerId="ADAL" clId="{89090B54-A5EE-40F6-AF5D-D1110823295D}" dt="2023-05-17T01:05:27.546" v="659" actId="1076"/>
        <pc:sldMkLst>
          <pc:docMk/>
          <pc:sldMk cId="2009923557" sldId="270"/>
        </pc:sldMkLst>
        <pc:spChg chg="mod">
          <ac:chgData name="Darcy Roach" userId="ba676ee9-e9b4-49e8-a515-8077106c948d" providerId="ADAL" clId="{89090B54-A5EE-40F6-AF5D-D1110823295D}" dt="2023-05-16T23:53:28.578" v="521"/>
          <ac:spMkLst>
            <pc:docMk/>
            <pc:sldMk cId="2009923557" sldId="270"/>
            <ac:spMk id="2" creationId="{2FA774CA-3857-9308-4D38-9414B0CC2B95}"/>
          </ac:spMkLst>
        </pc:spChg>
        <pc:spChg chg="mod">
          <ac:chgData name="Darcy Roach" userId="ba676ee9-e9b4-49e8-a515-8077106c948d" providerId="ADAL" clId="{89090B54-A5EE-40F6-AF5D-D1110823295D}" dt="2023-05-16T23:15:25.495" v="123" actId="1076"/>
          <ac:spMkLst>
            <pc:docMk/>
            <pc:sldMk cId="2009923557" sldId="270"/>
            <ac:spMk id="4" creationId="{80F49B2F-21D4-F9EB-049F-717A10CB7D84}"/>
          </ac:spMkLst>
        </pc:spChg>
        <pc:spChg chg="mod">
          <ac:chgData name="Darcy Roach" userId="ba676ee9-e9b4-49e8-a515-8077106c948d" providerId="ADAL" clId="{89090B54-A5EE-40F6-AF5D-D1110823295D}" dt="2023-05-16T23:43:18.411" v="485" actId="20577"/>
          <ac:spMkLst>
            <pc:docMk/>
            <pc:sldMk cId="2009923557" sldId="270"/>
            <ac:spMk id="12" creationId="{70DE989F-A988-8C86-5720-1FE5B119EB30}"/>
          </ac:spMkLst>
        </pc:spChg>
        <pc:spChg chg="mod">
          <ac:chgData name="Darcy Roach" userId="ba676ee9-e9b4-49e8-a515-8077106c948d" providerId="ADAL" clId="{89090B54-A5EE-40F6-AF5D-D1110823295D}" dt="2023-05-16T23:04:01.352" v="35" actId="20577"/>
          <ac:spMkLst>
            <pc:docMk/>
            <pc:sldMk cId="2009923557" sldId="270"/>
            <ac:spMk id="13" creationId="{FD2720C9-A79F-BD7F-E179-674AD67D7892}"/>
          </ac:spMkLst>
        </pc:spChg>
        <pc:spChg chg="mod">
          <ac:chgData name="Darcy Roach" userId="ba676ee9-e9b4-49e8-a515-8077106c948d" providerId="ADAL" clId="{89090B54-A5EE-40F6-AF5D-D1110823295D}" dt="2023-05-16T23:05:20.130" v="44" actId="21"/>
          <ac:spMkLst>
            <pc:docMk/>
            <pc:sldMk cId="2009923557" sldId="270"/>
            <ac:spMk id="17" creationId="{1BDE5051-9F34-F139-742D-4450E5D6591E}"/>
          </ac:spMkLst>
        </pc:spChg>
        <pc:spChg chg="del">
          <ac:chgData name="Darcy Roach" userId="ba676ee9-e9b4-49e8-a515-8077106c948d" providerId="ADAL" clId="{89090B54-A5EE-40F6-AF5D-D1110823295D}" dt="2023-05-16T23:43:25.567" v="487" actId="478"/>
          <ac:spMkLst>
            <pc:docMk/>
            <pc:sldMk cId="2009923557" sldId="270"/>
            <ac:spMk id="19" creationId="{7513C49A-2DF2-8111-FED4-FC07A8EAD258}"/>
          </ac:spMkLst>
        </pc:spChg>
        <pc:spChg chg="mod">
          <ac:chgData name="Darcy Roach" userId="ba676ee9-e9b4-49e8-a515-8077106c948d" providerId="ADAL" clId="{89090B54-A5EE-40F6-AF5D-D1110823295D}" dt="2023-05-16T23:24:29.396" v="180" actId="20577"/>
          <ac:spMkLst>
            <pc:docMk/>
            <pc:sldMk cId="2009923557" sldId="270"/>
            <ac:spMk id="26" creationId="{1A3D666D-00C8-D106-73C3-9FF300F8618C}"/>
          </ac:spMkLst>
        </pc:spChg>
        <pc:spChg chg="del">
          <ac:chgData name="Darcy Roach" userId="ba676ee9-e9b4-49e8-a515-8077106c948d" providerId="ADAL" clId="{89090B54-A5EE-40F6-AF5D-D1110823295D}" dt="2023-05-16T23:43:24.100" v="486" actId="478"/>
          <ac:spMkLst>
            <pc:docMk/>
            <pc:sldMk cId="2009923557" sldId="270"/>
            <ac:spMk id="28" creationId="{6059F888-3BDF-A1C0-65E5-CB6FDD43D97C}"/>
          </ac:spMkLst>
        </pc:spChg>
        <pc:spChg chg="mod">
          <ac:chgData name="Darcy Roach" userId="ba676ee9-e9b4-49e8-a515-8077106c948d" providerId="ADAL" clId="{89090B54-A5EE-40F6-AF5D-D1110823295D}" dt="2023-05-17T00:54:53.445" v="589" actId="20577"/>
          <ac:spMkLst>
            <pc:docMk/>
            <pc:sldMk cId="2009923557" sldId="270"/>
            <ac:spMk id="31" creationId="{5D644C1D-FE62-9752-27C7-42A94F729A86}"/>
          </ac:spMkLst>
        </pc:spChg>
        <pc:spChg chg="mod">
          <ac:chgData name="Darcy Roach" userId="ba676ee9-e9b4-49e8-a515-8077106c948d" providerId="ADAL" clId="{89090B54-A5EE-40F6-AF5D-D1110823295D}" dt="2023-05-16T23:26:50.997" v="362" actId="20577"/>
          <ac:spMkLst>
            <pc:docMk/>
            <pc:sldMk cId="2009923557" sldId="270"/>
            <ac:spMk id="38" creationId="{AB47A2EE-BF0B-DB05-8B7C-DB6594B2B3D5}"/>
          </ac:spMkLst>
        </pc:spChg>
        <pc:spChg chg="mod">
          <ac:chgData name="Darcy Roach" userId="ba676ee9-e9b4-49e8-a515-8077106c948d" providerId="ADAL" clId="{89090B54-A5EE-40F6-AF5D-D1110823295D}" dt="2023-05-17T01:05:27.546" v="659" actId="1076"/>
          <ac:spMkLst>
            <pc:docMk/>
            <pc:sldMk cId="2009923557" sldId="270"/>
            <ac:spMk id="39" creationId="{3EA81938-6A76-B850-B0E8-A5F905AEBA98}"/>
          </ac:spMkLst>
        </pc:spChg>
        <pc:spChg chg="mod">
          <ac:chgData name="Darcy Roach" userId="ba676ee9-e9b4-49e8-a515-8077106c948d" providerId="ADAL" clId="{89090B54-A5EE-40F6-AF5D-D1110823295D}" dt="2023-05-17T01:05:18.904" v="658" actId="20577"/>
          <ac:spMkLst>
            <pc:docMk/>
            <pc:sldMk cId="2009923557" sldId="270"/>
            <ac:spMk id="48" creationId="{2E936835-C132-4204-2E91-FE9D8E6EC671}"/>
          </ac:spMkLst>
        </pc:spChg>
        <pc:spChg chg="mod">
          <ac:chgData name="Darcy Roach" userId="ba676ee9-e9b4-49e8-a515-8077106c948d" providerId="ADAL" clId="{89090B54-A5EE-40F6-AF5D-D1110823295D}" dt="2023-05-17T00:58:07.983" v="636" actId="164"/>
          <ac:spMkLst>
            <pc:docMk/>
            <pc:sldMk cId="2009923557" sldId="270"/>
            <ac:spMk id="54" creationId="{4F1DF6EC-2D10-1310-483C-35027A70DDA1}"/>
          </ac:spMkLst>
        </pc:spChg>
        <pc:spChg chg="mod ord">
          <ac:chgData name="Darcy Roach" userId="ba676ee9-e9b4-49e8-a515-8077106c948d" providerId="ADAL" clId="{89090B54-A5EE-40F6-AF5D-D1110823295D}" dt="2023-05-17T00:58:07.983" v="636" actId="164"/>
          <ac:spMkLst>
            <pc:docMk/>
            <pc:sldMk cId="2009923557" sldId="270"/>
            <ac:spMk id="55" creationId="{20D856C0-6C6C-30D2-8947-79D3F4B5FE07}"/>
          </ac:spMkLst>
        </pc:spChg>
        <pc:spChg chg="mod">
          <ac:chgData name="Darcy Roach" userId="ba676ee9-e9b4-49e8-a515-8077106c948d" providerId="ADAL" clId="{89090B54-A5EE-40F6-AF5D-D1110823295D}" dt="2023-05-16T23:09:01.850" v="53" actId="1076"/>
          <ac:spMkLst>
            <pc:docMk/>
            <pc:sldMk cId="2009923557" sldId="270"/>
            <ac:spMk id="60" creationId="{FD202519-197D-24FE-C4B7-F4419021EC1E}"/>
          </ac:spMkLst>
        </pc:spChg>
        <pc:grpChg chg="mod">
          <ac:chgData name="Darcy Roach" userId="ba676ee9-e9b4-49e8-a515-8077106c948d" providerId="ADAL" clId="{89090B54-A5EE-40F6-AF5D-D1110823295D}" dt="2023-05-17T01:05:27.546" v="659" actId="1076"/>
          <ac:grpSpMkLst>
            <pc:docMk/>
            <pc:sldMk cId="2009923557" sldId="270"/>
            <ac:grpSpMk id="5" creationId="{980A06B1-0A2F-7DF6-91DB-0F6DFA896A23}"/>
          </ac:grpSpMkLst>
        </pc:grpChg>
        <pc:grpChg chg="add mod">
          <ac:chgData name="Darcy Roach" userId="ba676ee9-e9b4-49e8-a515-8077106c948d" providerId="ADAL" clId="{89090B54-A5EE-40F6-AF5D-D1110823295D}" dt="2023-05-17T00:58:53.233" v="640" actId="1076"/>
          <ac:grpSpMkLst>
            <pc:docMk/>
            <pc:sldMk cId="2009923557" sldId="270"/>
            <ac:grpSpMk id="10" creationId="{A6927CF3-C0AD-7B0E-CC21-BDD13E4FAF2F}"/>
          </ac:grpSpMkLst>
        </pc:grpChg>
        <pc:grpChg chg="mod">
          <ac:chgData name="Darcy Roach" userId="ba676ee9-e9b4-49e8-a515-8077106c948d" providerId="ADAL" clId="{89090B54-A5EE-40F6-AF5D-D1110823295D}" dt="2023-05-17T00:58:33.903" v="638" actId="1076"/>
          <ac:grpSpMkLst>
            <pc:docMk/>
            <pc:sldMk cId="2009923557" sldId="270"/>
            <ac:grpSpMk id="45" creationId="{7C004A0F-26FD-81BE-0DC7-EDCD01D4194B}"/>
          </ac:grpSpMkLst>
        </pc:grpChg>
        <pc:cxnChg chg="mod">
          <ac:chgData name="Darcy Roach" userId="ba676ee9-e9b4-49e8-a515-8077106c948d" providerId="ADAL" clId="{89090B54-A5EE-40F6-AF5D-D1110823295D}" dt="2023-05-16T23:44:11.473" v="493" actId="14100"/>
          <ac:cxnSpMkLst>
            <pc:docMk/>
            <pc:sldMk cId="2009923557" sldId="270"/>
            <ac:cxnSpMk id="3" creationId="{67C34E10-2CF8-9BCA-1CC6-D78A3FF9CA80}"/>
          </ac:cxnSpMkLst>
        </pc:cxnChg>
        <pc:cxnChg chg="mod">
          <ac:chgData name="Darcy Roach" userId="ba676ee9-e9b4-49e8-a515-8077106c948d" providerId="ADAL" clId="{89090B54-A5EE-40F6-AF5D-D1110823295D}" dt="2023-05-17T00:55:01.092" v="590" actId="14100"/>
          <ac:cxnSpMkLst>
            <pc:docMk/>
            <pc:sldMk cId="2009923557" sldId="270"/>
            <ac:cxnSpMk id="15" creationId="{F87F05F2-DA4C-4F55-A5D0-1887110DF155}"/>
          </ac:cxnSpMkLst>
        </pc:cxnChg>
        <pc:cxnChg chg="del">
          <ac:chgData name="Darcy Roach" userId="ba676ee9-e9b4-49e8-a515-8077106c948d" providerId="ADAL" clId="{89090B54-A5EE-40F6-AF5D-D1110823295D}" dt="2023-05-16T23:43:26.941" v="488" actId="478"/>
          <ac:cxnSpMkLst>
            <pc:docMk/>
            <pc:sldMk cId="2009923557" sldId="270"/>
            <ac:cxnSpMk id="21" creationId="{B0913DE4-461D-CE43-AABC-C4B3D7D22F45}"/>
          </ac:cxnSpMkLst>
        </pc:cxnChg>
        <pc:cxnChg chg="mod">
          <ac:chgData name="Darcy Roach" userId="ba676ee9-e9b4-49e8-a515-8077106c948d" providerId="ADAL" clId="{89090B54-A5EE-40F6-AF5D-D1110823295D}" dt="2023-05-17T00:58:44.119" v="639" actId="14100"/>
          <ac:cxnSpMkLst>
            <pc:docMk/>
            <pc:sldMk cId="2009923557" sldId="270"/>
            <ac:cxnSpMk id="56" creationId="{C0271841-9AD2-76A9-36A3-77AD3CD1ED17}"/>
          </ac:cxnSpMkLst>
        </pc:cxnChg>
      </pc:sldChg>
    </pc:docChg>
  </pc:docChgLst>
  <pc:docChgLst>
    <pc:chgData name="Paul Martinico" userId="05e381d2-80b7-43e8-b915-faa146d84a0f" providerId="ADAL" clId="{D5FA8422-9808-F54A-B19E-AA54FF1D6018}"/>
    <pc:docChg chg="undo custSel modSld">
      <pc:chgData name="Paul Martinico" userId="05e381d2-80b7-43e8-b915-faa146d84a0f" providerId="ADAL" clId="{D5FA8422-9808-F54A-B19E-AA54FF1D6018}" dt="2023-08-11T02:13:01.417" v="822" actId="1076"/>
      <pc:docMkLst>
        <pc:docMk/>
      </pc:docMkLst>
      <pc:sldChg chg="modSp mod">
        <pc:chgData name="Paul Martinico" userId="05e381d2-80b7-43e8-b915-faa146d84a0f" providerId="ADAL" clId="{D5FA8422-9808-F54A-B19E-AA54FF1D6018}" dt="2023-08-11T02:13:01.417" v="822" actId="1076"/>
        <pc:sldMkLst>
          <pc:docMk/>
          <pc:sldMk cId="2009923557" sldId="270"/>
        </pc:sldMkLst>
        <pc:spChg chg="mod">
          <ac:chgData name="Paul Martinico" userId="05e381d2-80b7-43e8-b915-faa146d84a0f" providerId="ADAL" clId="{D5FA8422-9808-F54A-B19E-AA54FF1D6018}" dt="2023-08-11T02:03:27.519" v="486" actId="1036"/>
          <ac:spMkLst>
            <pc:docMk/>
            <pc:sldMk cId="2009923557" sldId="270"/>
            <ac:spMk id="2" creationId="{2FA774CA-3857-9308-4D38-9414B0CC2B95}"/>
          </ac:spMkLst>
        </pc:spChg>
        <pc:spChg chg="mod">
          <ac:chgData name="Paul Martinico" userId="05e381d2-80b7-43e8-b915-faa146d84a0f" providerId="ADAL" clId="{D5FA8422-9808-F54A-B19E-AA54FF1D6018}" dt="2023-08-11T02:13:01.417" v="822" actId="1076"/>
          <ac:spMkLst>
            <pc:docMk/>
            <pc:sldMk cId="2009923557" sldId="270"/>
            <ac:spMk id="4" creationId="{80F49B2F-21D4-F9EB-049F-717A10CB7D84}"/>
          </ac:spMkLst>
        </pc:spChg>
        <pc:spChg chg="mod">
          <ac:chgData name="Paul Martinico" userId="05e381d2-80b7-43e8-b915-faa146d84a0f" providerId="ADAL" clId="{D5FA8422-9808-F54A-B19E-AA54FF1D6018}" dt="2023-08-11T01:58:14.942" v="391" actId="20577"/>
          <ac:spMkLst>
            <pc:docMk/>
            <pc:sldMk cId="2009923557" sldId="270"/>
            <ac:spMk id="6" creationId="{701E125D-B356-8A2A-B86B-AB6567CEABE1}"/>
          </ac:spMkLst>
        </pc:spChg>
        <pc:spChg chg="mod">
          <ac:chgData name="Paul Martinico" userId="05e381d2-80b7-43e8-b915-faa146d84a0f" providerId="ADAL" clId="{D5FA8422-9808-F54A-B19E-AA54FF1D6018}" dt="2023-08-11T02:02:52.829" v="465" actId="1036"/>
          <ac:spMkLst>
            <pc:docMk/>
            <pc:sldMk cId="2009923557" sldId="270"/>
            <ac:spMk id="12" creationId="{70DE989F-A988-8C86-5720-1FE5B119EB30}"/>
          </ac:spMkLst>
        </pc:spChg>
        <pc:spChg chg="mod">
          <ac:chgData name="Paul Martinico" userId="05e381d2-80b7-43e8-b915-faa146d84a0f" providerId="ADAL" clId="{D5FA8422-9808-F54A-B19E-AA54FF1D6018}" dt="2023-08-11T02:12:05.788" v="787" actId="1035"/>
          <ac:spMkLst>
            <pc:docMk/>
            <pc:sldMk cId="2009923557" sldId="270"/>
            <ac:spMk id="14" creationId="{476A2B4B-DF73-B449-C876-B221F898C872}"/>
          </ac:spMkLst>
        </pc:spChg>
        <pc:spChg chg="mod">
          <ac:chgData name="Paul Martinico" userId="05e381d2-80b7-43e8-b915-faa146d84a0f" providerId="ADAL" clId="{D5FA8422-9808-F54A-B19E-AA54FF1D6018}" dt="2023-08-11T02:07:33.388" v="549" actId="21"/>
          <ac:spMkLst>
            <pc:docMk/>
            <pc:sldMk cId="2009923557" sldId="270"/>
            <ac:spMk id="17" creationId="{1BDE5051-9F34-F139-742D-4450E5D6591E}"/>
          </ac:spMkLst>
        </pc:spChg>
        <pc:spChg chg="mod">
          <ac:chgData name="Paul Martinico" userId="05e381d2-80b7-43e8-b915-faa146d84a0f" providerId="ADAL" clId="{D5FA8422-9808-F54A-B19E-AA54FF1D6018}" dt="2023-08-11T02:12:00.189" v="773" actId="1036"/>
          <ac:spMkLst>
            <pc:docMk/>
            <pc:sldMk cId="2009923557" sldId="270"/>
            <ac:spMk id="23" creationId="{5D7A612B-9DC7-1D9B-3085-CDB0F937FDB8}"/>
          </ac:spMkLst>
        </pc:spChg>
        <pc:spChg chg="mod">
          <ac:chgData name="Paul Martinico" userId="05e381d2-80b7-43e8-b915-faa146d84a0f" providerId="ADAL" clId="{D5FA8422-9808-F54A-B19E-AA54FF1D6018}" dt="2023-08-11T02:12:14.351" v="795" actId="1035"/>
          <ac:spMkLst>
            <pc:docMk/>
            <pc:sldMk cId="2009923557" sldId="270"/>
            <ac:spMk id="26" creationId="{1A3D666D-00C8-D106-73C3-9FF300F8618C}"/>
          </ac:spMkLst>
        </pc:spChg>
        <pc:spChg chg="mod">
          <ac:chgData name="Paul Martinico" userId="05e381d2-80b7-43e8-b915-faa146d84a0f" providerId="ADAL" clId="{D5FA8422-9808-F54A-B19E-AA54FF1D6018}" dt="2023-08-11T02:02:24.693" v="441" actId="14100"/>
          <ac:spMkLst>
            <pc:docMk/>
            <pc:sldMk cId="2009923557" sldId="270"/>
            <ac:spMk id="31" creationId="{5D644C1D-FE62-9752-27C7-42A94F729A86}"/>
          </ac:spMkLst>
        </pc:spChg>
        <pc:spChg chg="mod">
          <ac:chgData name="Paul Martinico" userId="05e381d2-80b7-43e8-b915-faa146d84a0f" providerId="ADAL" clId="{D5FA8422-9808-F54A-B19E-AA54FF1D6018}" dt="2023-08-11T02:05:39.967" v="500"/>
          <ac:spMkLst>
            <pc:docMk/>
            <pc:sldMk cId="2009923557" sldId="270"/>
            <ac:spMk id="38" creationId="{AB47A2EE-BF0B-DB05-8B7C-DB6594B2B3D5}"/>
          </ac:spMkLst>
        </pc:spChg>
        <pc:spChg chg="mod">
          <ac:chgData name="Paul Martinico" userId="05e381d2-80b7-43e8-b915-faa146d84a0f" providerId="ADAL" clId="{D5FA8422-9808-F54A-B19E-AA54FF1D6018}" dt="2023-08-11T02:01:40.712" v="432" actId="20577"/>
          <ac:spMkLst>
            <pc:docMk/>
            <pc:sldMk cId="2009923557" sldId="270"/>
            <ac:spMk id="48" creationId="{2E936835-C132-4204-2E91-FE9D8E6EC671}"/>
          </ac:spMkLst>
        </pc:spChg>
        <pc:spChg chg="mod">
          <ac:chgData name="Paul Martinico" userId="05e381d2-80b7-43e8-b915-faa146d84a0f" providerId="ADAL" clId="{D5FA8422-9808-F54A-B19E-AA54FF1D6018}" dt="2023-08-11T02:01:55.791" v="439" actId="20577"/>
          <ac:spMkLst>
            <pc:docMk/>
            <pc:sldMk cId="2009923557" sldId="270"/>
            <ac:spMk id="54" creationId="{4F1DF6EC-2D10-1310-483C-35027A70DDA1}"/>
          </ac:spMkLst>
        </pc:spChg>
        <pc:spChg chg="mod">
          <ac:chgData name="Paul Martinico" userId="05e381d2-80b7-43e8-b915-faa146d84a0f" providerId="ADAL" clId="{D5FA8422-9808-F54A-B19E-AA54FF1D6018}" dt="2023-08-11T01:57:22.093" v="285" actId="1035"/>
          <ac:spMkLst>
            <pc:docMk/>
            <pc:sldMk cId="2009923557" sldId="270"/>
            <ac:spMk id="55" creationId="{20D856C0-6C6C-30D2-8947-79D3F4B5FE07}"/>
          </ac:spMkLst>
        </pc:spChg>
        <pc:spChg chg="mod">
          <ac:chgData name="Paul Martinico" userId="05e381d2-80b7-43e8-b915-faa146d84a0f" providerId="ADAL" clId="{D5FA8422-9808-F54A-B19E-AA54FF1D6018}" dt="2023-08-11T02:11:48.792" v="756" actId="33524"/>
          <ac:spMkLst>
            <pc:docMk/>
            <pc:sldMk cId="2009923557" sldId="270"/>
            <ac:spMk id="60" creationId="{FD202519-197D-24FE-C4B7-F4419021EC1E}"/>
          </ac:spMkLst>
        </pc:spChg>
        <pc:grpChg chg="mod">
          <ac:chgData name="Paul Martinico" userId="05e381d2-80b7-43e8-b915-faa146d84a0f" providerId="ADAL" clId="{D5FA8422-9808-F54A-B19E-AA54FF1D6018}" dt="2023-08-11T01:58:03.434" v="375" actId="1036"/>
          <ac:grpSpMkLst>
            <pc:docMk/>
            <pc:sldMk cId="2009923557" sldId="270"/>
            <ac:grpSpMk id="45" creationId="{7C004A0F-26FD-81BE-0DC7-EDCD01D4194B}"/>
          </ac:grpSpMkLst>
        </pc:grpChg>
        <pc:cxnChg chg="mod">
          <ac:chgData name="Paul Martinico" userId="05e381d2-80b7-43e8-b915-faa146d84a0f" providerId="ADAL" clId="{D5FA8422-9808-F54A-B19E-AA54FF1D6018}" dt="2023-08-11T02:02:40.111" v="452" actId="1036"/>
          <ac:cxnSpMkLst>
            <pc:docMk/>
            <pc:sldMk cId="2009923557" sldId="270"/>
            <ac:cxnSpMk id="3" creationId="{67C34E10-2CF8-9BCA-1CC6-D78A3FF9CA80}"/>
          </ac:cxnSpMkLst>
        </pc:cxnChg>
        <pc:cxnChg chg="mod">
          <ac:chgData name="Paul Martinico" userId="05e381d2-80b7-43e8-b915-faa146d84a0f" providerId="ADAL" clId="{D5FA8422-9808-F54A-B19E-AA54FF1D6018}" dt="2023-08-11T02:03:19.545" v="483" actId="14100"/>
          <ac:cxnSpMkLst>
            <pc:docMk/>
            <pc:sldMk cId="2009923557" sldId="270"/>
            <ac:cxnSpMk id="15" creationId="{F87F05F2-DA4C-4F55-A5D0-1887110DF155}"/>
          </ac:cxnSpMkLst>
        </pc:cxnChg>
        <pc:cxnChg chg="mod">
          <ac:chgData name="Paul Martinico" userId="05e381d2-80b7-43e8-b915-faa146d84a0f" providerId="ADAL" clId="{D5FA8422-9808-F54A-B19E-AA54FF1D6018}" dt="2023-08-11T02:12:38.200" v="820" actId="1035"/>
          <ac:cxnSpMkLst>
            <pc:docMk/>
            <pc:sldMk cId="2009923557" sldId="270"/>
            <ac:cxnSpMk id="27" creationId="{FA56C067-11D9-4FE3-B97E-743BDA13E1DD}"/>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9/12/2024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9/12/2024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9/12/2024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9/12/2024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9/12/2024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9/12/2024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9/12/2024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9/12/2024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9/12/2024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9/12/2024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9/12/2024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9/12/2024</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Venkatesh Thamotharan</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50509" y="1634583"/>
            <a:ext cx="2928002" cy="923330"/>
          </a:xfrm>
          <a:prstGeom prst="rect">
            <a:avLst/>
          </a:prstGeom>
          <a:noFill/>
        </p:spPr>
        <p:txBody>
          <a:bodyPr wrap="square" lIns="0" tIns="0" rIns="0" bIns="0" rtlCol="0" anchor="t">
            <a:spAutoFit/>
          </a:bodyPr>
          <a:lstStyle/>
          <a:p>
            <a:pPr algn="l"/>
            <a:r>
              <a:rPr lang="en-AU" sz="1000" spc="13">
                <a:latin typeface="Roboto Light"/>
                <a:ea typeface="Roboto Light"/>
                <a:cs typeface="Lato"/>
              </a:rPr>
              <a:t>Venkatesh is a Senior Data Analyst and Data Engineer with over 15 years of experience in the IT industry. Predominantly working as a Data Migration Specialist and a Team Lead, Venkatesh demonstrates exceptional analytical and SQL skills, and creative problem solving. </a:t>
            </a: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1272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528850"/>
            <a:ext cx="1510046" cy="23083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Databricks</a:t>
            </a:r>
            <a:endParaRPr lang="en-AU"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Google Cloud </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Big Query</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Informatica</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SSIS </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Tableau</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Google Data Studio</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SAP</a:t>
            </a:r>
          </a:p>
          <a:p>
            <a:pPr marL="171450" indent="-171450">
              <a:buClr>
                <a:srgbClr val="00AB80"/>
              </a:buClr>
              <a:buFont typeface="Arial" panose="020B0604020202020204" pitchFamily="34" charset="0"/>
              <a:buChar char="•"/>
            </a:pPr>
            <a:r>
              <a:rPr lang="en-US" sz="900" err="1">
                <a:latin typeface="Roboto Light" panose="02000000000000000000" pitchFamily="2" charset="0"/>
                <a:ea typeface="Roboto Light" panose="02000000000000000000" pitchFamily="2" charset="0"/>
              </a:rPr>
              <a:t>Linx</a:t>
            </a:r>
            <a:r>
              <a:rPr lang="en-US" sz="900">
                <a:latin typeface="Roboto Light" panose="02000000000000000000" pitchFamily="2" charset="0"/>
                <a:ea typeface="Roboto Light" panose="02000000000000000000" pitchFamily="2" charset="0"/>
              </a:rPr>
              <a:t>/Unix Scripting </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Jira</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Confluence</a:t>
            </a: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a:buClr>
                <a:srgbClr val="00AB80"/>
              </a:buCl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4765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464475"/>
            <a:ext cx="0" cy="869021"/>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946597"/>
            <a:ext cx="1648720" cy="215444"/>
          </a:xfrm>
          <a:prstGeom prst="rect">
            <a:avLst/>
          </a:prstGeom>
          <a:noFill/>
        </p:spPr>
        <p:txBody>
          <a:bodyPr wrap="none" lIns="0" tIns="0" rIns="0" bIns="0" rtlCol="0">
            <a:spAutoFit/>
          </a:bodyPr>
          <a:lstStyle/>
          <a:p>
            <a:pPr algn="ctr"/>
            <a:r>
              <a:rPr lang="en-US" sz="1400" b="1" spc="388">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592879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162041"/>
            <a:ext cx="1951941" cy="4339650"/>
            <a:chOff x="8106458" y="2681447"/>
            <a:chExt cx="1951941" cy="4339650"/>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4339650"/>
            </a:xfrm>
            <a:prstGeom prst="rect">
              <a:avLst/>
            </a:prstGeom>
            <a:noFill/>
          </p:spPr>
          <p:txBody>
            <a:bodyPr wrap="square">
              <a:spAutoFit/>
            </a:bodyPr>
            <a:lstStyle/>
            <a:p>
              <a:pPr>
                <a:tabLst>
                  <a:tab pos="3819525" algn="l"/>
                  <a:tab pos="3895725" algn="l"/>
                </a:tabLst>
              </a:pPr>
              <a:endParaRPr lang="en-AU" sz="120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a:solidFill>
                    <a:srgbClr val="00AB80"/>
                  </a:solidFill>
                  <a:latin typeface="Roboto Light" panose="02000000000000000000" pitchFamily="2" charset="0"/>
                </a:rPr>
                <a:t>Databricks | Lakehouse Fundamentals</a:t>
              </a:r>
            </a:p>
            <a:p>
              <a:pPr>
                <a:tabLst>
                  <a:tab pos="3819525" algn="l"/>
                  <a:tab pos="3895725" algn="l"/>
                </a:tabLst>
              </a:pPr>
              <a:endParaRPr lang="en-GB" sz="1200">
                <a:solidFill>
                  <a:srgbClr val="00AB80"/>
                </a:solidFill>
                <a:latin typeface="Roboto Light" panose="02000000000000000000" pitchFamily="2" charset="0"/>
              </a:endParaRPr>
            </a:p>
            <a:p>
              <a:pPr>
                <a:tabLst>
                  <a:tab pos="3819525" algn="l"/>
                  <a:tab pos="3895725" algn="l"/>
                </a:tabLst>
              </a:pPr>
              <a:r>
                <a:rPr lang="en-AU" sz="1200">
                  <a:solidFill>
                    <a:srgbClr val="00AB80"/>
                  </a:solidFill>
                  <a:latin typeface="Roboto Light" panose="02000000000000000000" pitchFamily="2" charset="0"/>
                </a:rPr>
                <a:t>Databricks </a:t>
              </a:r>
              <a:r>
                <a:rPr lang="en-GB" sz="1200">
                  <a:solidFill>
                    <a:srgbClr val="00AB80"/>
                  </a:solidFill>
                  <a:latin typeface="Roboto Light" panose="02000000000000000000" pitchFamily="2" charset="0"/>
                </a:rPr>
                <a:t>| </a:t>
              </a:r>
              <a:r>
                <a:rPr lang="en-AU" sz="1200">
                  <a:solidFill>
                    <a:srgbClr val="00AB80"/>
                  </a:solidFill>
                  <a:latin typeface="Roboto Light" panose="02000000000000000000" pitchFamily="2" charset="0"/>
                </a:rPr>
                <a:t>Certified Data Engineer</a:t>
              </a:r>
              <a:endParaRPr lang="en-GB" sz="1200">
                <a:solidFill>
                  <a:srgbClr val="00AB80"/>
                </a:solidFill>
                <a:latin typeface="Roboto Light" panose="02000000000000000000" pitchFamily="2" charset="0"/>
              </a:endParaRPr>
            </a:p>
            <a:p>
              <a:pPr>
                <a:tabLst>
                  <a:tab pos="3819525" algn="l"/>
                  <a:tab pos="3895725" algn="l"/>
                </a:tabLst>
              </a:pPr>
              <a:endParaRPr lang="en-GB" sz="120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effectLst/>
                  <a:latin typeface="Roboto Light" panose="02000000000000000000" pitchFamily="2" charset="0"/>
                  <a:ea typeface="Calibri" panose="020F0502020204030204" pitchFamily="34" charset="0"/>
                </a:rPr>
                <a:t>Google Cloud Certified | Professional Data Engineer</a:t>
              </a: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effectLst/>
                  <a:latin typeface="Roboto Light" panose="02000000000000000000" pitchFamily="2" charset="0"/>
                  <a:ea typeface="Calibri" panose="020F0502020204030204" pitchFamily="34" charset="0"/>
                </a:rPr>
                <a:t>Microsoft Azure Certified | </a:t>
              </a:r>
            </a:p>
            <a:p>
              <a:pPr>
                <a:tabLst>
                  <a:tab pos="3819525" algn="l"/>
                  <a:tab pos="3895725" algn="l"/>
                </a:tabLst>
              </a:pPr>
              <a:r>
                <a:rPr lang="en-GB" sz="1200">
                  <a:solidFill>
                    <a:srgbClr val="00AB80"/>
                  </a:solidFill>
                  <a:latin typeface="Roboto Light" panose="02000000000000000000" pitchFamily="2" charset="0"/>
                  <a:ea typeface="Calibri" panose="020F0502020204030204" pitchFamily="34" charset="0"/>
                </a:rPr>
                <a:t>Solution Developer</a:t>
              </a:r>
              <a:endParaRPr lang="en-GB" sz="120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latin typeface="Roboto Light" panose="02000000000000000000" pitchFamily="2" charset="0"/>
                  <a:ea typeface="Calibri" panose="020F0502020204030204" pitchFamily="34" charset="0"/>
                </a:rPr>
                <a:t>Maste</a:t>
              </a:r>
              <a:r>
                <a:rPr lang="en-GB" sz="1200">
                  <a:solidFill>
                    <a:srgbClr val="00AB80"/>
                  </a:solidFill>
                  <a:effectLst/>
                  <a:latin typeface="Roboto Light" panose="02000000000000000000" pitchFamily="2" charset="0"/>
                  <a:ea typeface="Calibri" panose="020F0502020204030204" pitchFamily="34" charset="0"/>
                </a:rPr>
                <a:t>r</a:t>
              </a:r>
              <a:r>
                <a:rPr lang="en-GB" sz="1200">
                  <a:solidFill>
                    <a:srgbClr val="00AB80"/>
                  </a:solidFill>
                  <a:latin typeface="Roboto Light" panose="02000000000000000000" pitchFamily="2" charset="0"/>
                  <a:ea typeface="Calibri" panose="020F0502020204030204" pitchFamily="34" charset="0"/>
                </a:rPr>
                <a:t> – Science, Computer Software | </a:t>
              </a:r>
            </a:p>
            <a:p>
              <a:pPr>
                <a:tabLst>
                  <a:tab pos="3819525" algn="l"/>
                  <a:tab pos="3895725" algn="l"/>
                </a:tabLst>
              </a:pPr>
              <a:r>
                <a:rPr lang="en-US" sz="1200">
                  <a:solidFill>
                    <a:srgbClr val="00AB80"/>
                  </a:solidFill>
                  <a:effectLst/>
                  <a:latin typeface="Roboto Light" panose="02000000000000000000" pitchFamily="2" charset="0"/>
                  <a:ea typeface="Calibri" panose="020F0502020204030204" pitchFamily="34" charset="0"/>
                </a:rPr>
                <a:t>Vellore Institute of Tech</a:t>
              </a:r>
              <a:endParaRPr lang="en-GB" sz="120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effectLst/>
                  <a:latin typeface="Roboto Light" panose="02000000000000000000" pitchFamily="2" charset="0"/>
                  <a:ea typeface="Calibri" panose="020F0502020204030204" pitchFamily="34" charset="0"/>
                </a:rPr>
                <a:t>Bachelor</a:t>
              </a:r>
              <a:r>
                <a:rPr lang="en-GB" sz="1200">
                  <a:solidFill>
                    <a:srgbClr val="00AB80"/>
                  </a:solidFill>
                  <a:latin typeface="Roboto Light" panose="02000000000000000000" pitchFamily="2" charset="0"/>
                  <a:ea typeface="Calibri" panose="020F0502020204030204" pitchFamily="34" charset="0"/>
                </a:rPr>
                <a:t> – Computer Science &amp; Software Engineering | </a:t>
              </a:r>
              <a:r>
                <a:rPr lang="en-US" sz="1200">
                  <a:solidFill>
                    <a:srgbClr val="00AB80"/>
                  </a:solidFill>
                  <a:latin typeface="Roboto Light" panose="02000000000000000000" pitchFamily="2" charset="0"/>
                  <a:ea typeface="Calibri" panose="020F0502020204030204" pitchFamily="34" charset="0"/>
                </a:rPr>
                <a:t> Australian College of Business &amp; Tech</a:t>
              </a:r>
              <a:endParaRPr lang="en-GB" sz="1200">
                <a:solidFill>
                  <a:srgbClr val="00AB80"/>
                </a:solidFill>
                <a:latin typeface="Roboto Light" panose="02000000000000000000" pitchFamily="2" charset="0"/>
                <a:ea typeface="Calibri" panose="020F0502020204030204" pitchFamily="34"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40378" y="5531073"/>
            <a:ext cx="1458993" cy="21698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Modelling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Analytics</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Wrangling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Data integration</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Cloud Computing</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Project Management</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Software Development</a:t>
            </a:r>
          </a:p>
          <a:p>
            <a:pPr marL="171450" indent="-171450">
              <a:buClr>
                <a:srgbClr val="00AB80"/>
              </a:buClr>
              <a:buFont typeface="Arial" panose="020B0604020202020204" pitchFamily="34" charset="0"/>
              <a:buChar char="•"/>
            </a:pPr>
            <a:r>
              <a:rPr lang="en-US" sz="90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2083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159426"/>
            <a:ext cx="4631164" cy="276999"/>
          </a:xfrm>
          <a:prstGeom prst="rect">
            <a:avLst/>
          </a:prstGeom>
          <a:noFill/>
        </p:spPr>
        <p:txBody>
          <a:bodyPr wrap="square" rtlCol="0">
            <a:spAutoFit/>
          </a:bodyPr>
          <a:lstStyle/>
          <a:p>
            <a:r>
              <a:rPr lang="en-US" sz="1200" b="1" dirty="0">
                <a:solidFill>
                  <a:srgbClr val="0059FF"/>
                </a:solidFill>
                <a:latin typeface="Roboto" panose="02000000000000000000" pitchFamily="2" charset="0"/>
                <a:ea typeface="Roboto" panose="02000000000000000000" pitchFamily="2" charset="0"/>
              </a:rPr>
              <a:t>Australian Government </a:t>
            </a:r>
            <a:r>
              <a:rPr lang="en-US" sz="1200" b="1" dirty="0" err="1">
                <a:solidFill>
                  <a:srgbClr val="0059FF"/>
                </a:solidFill>
                <a:latin typeface="Roboto" panose="02000000000000000000" pitchFamily="2" charset="0"/>
                <a:ea typeface="Roboto" panose="02000000000000000000" pitchFamily="2" charset="0"/>
              </a:rPr>
              <a:t>Organisation</a:t>
            </a:r>
            <a:r>
              <a:rPr lang="en-US" sz="1200" b="1" dirty="0">
                <a:solidFill>
                  <a:srgbClr val="0059FF"/>
                </a:solidFill>
                <a:latin typeface="Roboto" panose="02000000000000000000" pitchFamily="2" charset="0"/>
                <a:ea typeface="Roboto" panose="02000000000000000000" pitchFamily="2" charset="0"/>
              </a:rPr>
              <a:t> </a:t>
            </a:r>
            <a:r>
              <a:rPr lang="en-AU" sz="1200" b="1" dirty="0">
                <a:solidFill>
                  <a:srgbClr val="0059FF"/>
                </a:solidFill>
                <a:latin typeface="Roboto" panose="02000000000000000000" pitchFamily="2" charset="0"/>
                <a:ea typeface="Roboto" panose="02000000000000000000" pitchFamily="2" charset="0"/>
              </a:rPr>
              <a:t>– Senior Data Engineer</a:t>
            </a:r>
            <a:r>
              <a:rPr lang="en-US" sz="1200" b="1" dirty="0">
                <a:solidFill>
                  <a:srgbClr val="0059FF"/>
                </a:solidFill>
                <a:latin typeface="Roboto" panose="02000000000000000000" pitchFamily="2" charset="0"/>
                <a:ea typeface="Roboto" panose="02000000000000000000" pitchFamily="2" charset="0"/>
              </a:rPr>
              <a:t> </a:t>
            </a:r>
            <a:endParaRPr lang="en-AU" sz="1200" b="1" dirty="0">
              <a:solidFill>
                <a:srgbClr val="0059FF"/>
              </a:solidFill>
              <a:latin typeface="Roboto" panose="02000000000000000000" pitchFamily="2" charset="0"/>
              <a:ea typeface="Roboto" panose="02000000000000000000" pitchFamily="2" charset="0"/>
            </a:endParaRPr>
          </a:p>
        </p:txBody>
      </p:sp>
      <p:sp>
        <p:nvSpPr>
          <p:cNvPr id="31" name="TextBox 30">
            <a:extLst>
              <a:ext uri="{FF2B5EF4-FFF2-40B4-BE49-F238E27FC236}">
                <a16:creationId xmlns:a16="http://schemas.microsoft.com/office/drawing/2014/main" id="{5D644C1D-FE62-9752-27C7-42A94F729A86}"/>
              </a:ext>
            </a:extLst>
          </p:cNvPr>
          <p:cNvSpPr txBox="1"/>
          <p:nvPr/>
        </p:nvSpPr>
        <p:spPr>
          <a:xfrm>
            <a:off x="3525879" y="1341365"/>
            <a:ext cx="4325436" cy="1200329"/>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a:p>
          <a:p>
            <a:r>
              <a:rPr lang="en-AU" sz="1000"/>
              <a:t>Worked intensively on development of an ETL solution using SSIS/SSMS to move data between different layers/zones</a:t>
            </a:r>
          </a:p>
          <a:p>
            <a:r>
              <a:rPr lang="en-AU" sz="1000"/>
              <a:t>Developed and maintained SQL scripts, indexes, complex queries for extraction, transformation and data analysis</a:t>
            </a:r>
          </a:p>
          <a:p>
            <a:r>
              <a:rPr lang="en-AU" sz="1000"/>
              <a:t>Utilised Azure DevOps to manage deployment of project components and manage work functions and tasks</a:t>
            </a:r>
          </a:p>
          <a:p>
            <a:endParaRPr lang="en-AU" sz="1000"/>
          </a:p>
        </p:txBody>
      </p:sp>
      <p:sp>
        <p:nvSpPr>
          <p:cNvPr id="48" name="TextBox 47">
            <a:extLst>
              <a:ext uri="{FF2B5EF4-FFF2-40B4-BE49-F238E27FC236}">
                <a16:creationId xmlns:a16="http://schemas.microsoft.com/office/drawing/2014/main" id="{2E936835-C132-4204-2E91-FE9D8E6EC671}"/>
              </a:ext>
            </a:extLst>
          </p:cNvPr>
          <p:cNvSpPr txBox="1"/>
          <p:nvPr/>
        </p:nvSpPr>
        <p:spPr>
          <a:xfrm>
            <a:off x="8118489" y="1456630"/>
            <a:ext cx="1951941" cy="1446550"/>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a:solidFill>
                  <a:srgbClr val="00AB80"/>
                </a:solidFill>
              </a:rPr>
              <a:t>Financial Services</a:t>
            </a:r>
          </a:p>
          <a:p>
            <a:pPr marL="0" indent="0">
              <a:lnSpc>
                <a:spcPct val="150000"/>
              </a:lnSpc>
              <a:buNone/>
            </a:pPr>
            <a:r>
              <a:rPr lang="en-GB" sz="1200">
                <a:solidFill>
                  <a:srgbClr val="00AB80"/>
                </a:solidFill>
              </a:rPr>
              <a:t>Insurance</a:t>
            </a:r>
          </a:p>
          <a:p>
            <a:pPr marL="0" indent="0">
              <a:lnSpc>
                <a:spcPct val="150000"/>
              </a:lnSpc>
              <a:buNone/>
            </a:pPr>
            <a:r>
              <a:rPr lang="en-GB" sz="1200">
                <a:solidFill>
                  <a:srgbClr val="00AB80"/>
                </a:solidFill>
              </a:rPr>
              <a:t>Energy</a:t>
            </a:r>
          </a:p>
          <a:p>
            <a:pPr marL="0" indent="0">
              <a:lnSpc>
                <a:spcPct val="150000"/>
              </a:lnSpc>
              <a:buNone/>
            </a:pPr>
            <a:r>
              <a:rPr lang="en-GB" sz="1200">
                <a:solidFill>
                  <a:srgbClr val="00AB80"/>
                </a:solidFill>
              </a:rPr>
              <a:t>Government</a:t>
            </a:r>
          </a:p>
          <a:p>
            <a:pPr marL="0" indent="0">
              <a:lnSpc>
                <a:spcPct val="150000"/>
              </a:lnSpc>
              <a:buNone/>
            </a:pPr>
            <a:r>
              <a:rPr lang="en-GB" sz="1200">
                <a:solidFill>
                  <a:srgbClr val="00AB80"/>
                </a:solidFill>
              </a:rPr>
              <a:t>Education</a:t>
            </a:r>
          </a:p>
        </p:txBody>
      </p:sp>
      <p:grpSp>
        <p:nvGrpSpPr>
          <p:cNvPr id="10" name="Group 9">
            <a:extLst>
              <a:ext uri="{FF2B5EF4-FFF2-40B4-BE49-F238E27FC236}">
                <a16:creationId xmlns:a16="http://schemas.microsoft.com/office/drawing/2014/main" id="{A6927CF3-C0AD-7B0E-CC21-BDD13E4FAF2F}"/>
              </a:ext>
            </a:extLst>
          </p:cNvPr>
          <p:cNvGrpSpPr/>
          <p:nvPr/>
        </p:nvGrpSpPr>
        <p:grpSpPr>
          <a:xfrm>
            <a:off x="3335752" y="5743183"/>
            <a:ext cx="4782734" cy="1860108"/>
            <a:chOff x="3335752" y="5766857"/>
            <a:chExt cx="4782734" cy="1860108"/>
          </a:xfrm>
        </p:grpSpPr>
        <p:sp>
          <p:nvSpPr>
            <p:cNvPr id="55" name="TextBox 54">
              <a:extLst>
                <a:ext uri="{FF2B5EF4-FFF2-40B4-BE49-F238E27FC236}">
                  <a16:creationId xmlns:a16="http://schemas.microsoft.com/office/drawing/2014/main" id="{20D856C0-6C6C-30D2-8947-79D3F4B5FE07}"/>
                </a:ext>
              </a:extLst>
            </p:cNvPr>
            <p:cNvSpPr txBox="1"/>
            <p:nvPr/>
          </p:nvSpPr>
          <p:spPr>
            <a:xfrm>
              <a:off x="3335752" y="5766857"/>
              <a:ext cx="4782734" cy="461665"/>
            </a:xfrm>
            <a:prstGeom prst="rect">
              <a:avLst/>
            </a:prstGeom>
            <a:noFill/>
          </p:spPr>
          <p:txBody>
            <a:bodyPr wrap="square" rtlCol="0">
              <a:spAutoFit/>
            </a:bodyPr>
            <a:lstStyle/>
            <a:p>
              <a:r>
                <a:rPr lang="en-AU" sz="1200" b="1">
                  <a:solidFill>
                    <a:srgbClr val="A93584"/>
                  </a:solidFill>
                  <a:latin typeface="Roboto" panose="02000000000000000000" pitchFamily="2" charset="0"/>
                  <a:ea typeface="Roboto" panose="02000000000000000000" pitchFamily="2" charset="0"/>
                </a:rPr>
                <a:t>Large Australian Energy Operator – Data Engineer</a:t>
              </a:r>
            </a:p>
            <a:p>
              <a:endParaRPr lang="en-AU" sz="1200" b="1">
                <a:solidFill>
                  <a:srgbClr val="A93584"/>
                </a:solidFill>
                <a:latin typeface="Roboto" panose="02000000000000000000" pitchFamily="2" charset="0"/>
                <a:ea typeface="Roboto" panose="02000000000000000000" pitchFamily="2" charset="0"/>
              </a:endParaRPr>
            </a:p>
          </p:txBody>
        </p:sp>
        <p:sp>
          <p:nvSpPr>
            <p:cNvPr id="54" name="TextBox 53">
              <a:extLst>
                <a:ext uri="{FF2B5EF4-FFF2-40B4-BE49-F238E27FC236}">
                  <a16:creationId xmlns:a16="http://schemas.microsoft.com/office/drawing/2014/main" id="{4F1DF6EC-2D10-1310-483C-35027A70DDA1}"/>
                </a:ext>
              </a:extLst>
            </p:cNvPr>
            <p:cNvSpPr txBox="1"/>
            <p:nvPr/>
          </p:nvSpPr>
          <p:spPr>
            <a:xfrm>
              <a:off x="3469640" y="5995749"/>
              <a:ext cx="4435479" cy="1631216"/>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r>
                <a:rPr lang="en-AU"/>
                <a:t>Developed complex SQL queries for reports, used by reporting tools to publish the data</a:t>
              </a:r>
            </a:p>
            <a:p>
              <a:r>
                <a:rPr lang="en-AU"/>
                <a:t>Database development which included creating tables, views, and stored procedures and performed database backups activities</a:t>
              </a:r>
            </a:p>
            <a:p>
              <a:r>
                <a:rPr lang="en-AU"/>
                <a:t>Created and maintained database objects to improve database performance and re-wrote existing queries as part of Query Optimisation to improve the performance of queries</a:t>
              </a:r>
            </a:p>
            <a:p>
              <a:r>
                <a:rPr lang="en-AU"/>
                <a:t>Performed data quality checks on customer data and performed data cleansing, de-duplication of data and checked for data integrity issues </a:t>
              </a:r>
            </a:p>
            <a:p>
              <a:endParaRPr lang="en-AU"/>
            </a:p>
          </p:txBody>
        </p:sp>
        <p:cxnSp>
          <p:nvCxnSpPr>
            <p:cNvPr id="56" name="Straight Connector 55">
              <a:extLst>
                <a:ext uri="{FF2B5EF4-FFF2-40B4-BE49-F238E27FC236}">
                  <a16:creationId xmlns:a16="http://schemas.microsoft.com/office/drawing/2014/main" id="{C0271841-9AD2-76A9-36A3-77AD3CD1ED17}"/>
                </a:ext>
              </a:extLst>
            </p:cNvPr>
            <p:cNvCxnSpPr>
              <a:cxnSpLocks/>
            </p:cNvCxnSpPr>
            <p:nvPr/>
          </p:nvCxnSpPr>
          <p:spPr>
            <a:xfrm>
              <a:off x="3430684" y="6077707"/>
              <a:ext cx="0" cy="1375912"/>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60" name="TextBox 59">
            <a:extLst>
              <a:ext uri="{FF2B5EF4-FFF2-40B4-BE49-F238E27FC236}">
                <a16:creationId xmlns:a16="http://schemas.microsoft.com/office/drawing/2014/main" id="{FD202519-197D-24FE-C4B7-F4419021EC1E}"/>
              </a:ext>
            </a:extLst>
          </p:cNvPr>
          <p:cNvSpPr txBox="1"/>
          <p:nvPr/>
        </p:nvSpPr>
        <p:spPr>
          <a:xfrm>
            <a:off x="254204" y="2847789"/>
            <a:ext cx="2873026" cy="2308324"/>
          </a:xfrm>
          <a:prstGeom prst="rect">
            <a:avLst/>
          </a:prstGeom>
          <a:noFill/>
        </p:spPr>
        <p:txBody>
          <a:bodyPr wrap="square" lIns="0" tIns="0" rIns="0" bIns="0" rtlCol="0" anchor="t">
            <a:spAutoFit/>
          </a:bodyPr>
          <a:lstStyle>
            <a:defPPr>
              <a:defRPr lang="en-US"/>
            </a:defPPr>
            <a:lvl1pPr>
              <a:defRPr sz="1000" spc="13">
                <a:latin typeface="Roboto Light"/>
                <a:ea typeface="Roboto Light"/>
                <a:cs typeface="Lato"/>
              </a:defRPr>
            </a:lvl1pPr>
          </a:lstStyle>
          <a:p>
            <a:r>
              <a:rPr lang="en-AU"/>
              <a:t>Venkatesh has experience in analysis, modelling, engineering, development, ETL and data migration as well as extensive experience in creating and managing of cloud computing services.</a:t>
            </a:r>
          </a:p>
          <a:p>
            <a:endParaRPr lang="en-AU"/>
          </a:p>
          <a:p>
            <a:r>
              <a:rPr lang="en-AU"/>
              <a:t>Venkatesh is committed to provide technical guidance and assistance in all phases of project lifecycle, using his strong written and verbal communication skills.</a:t>
            </a:r>
          </a:p>
          <a:p>
            <a:endParaRPr lang="en-AU"/>
          </a:p>
          <a:p>
            <a:r>
              <a:rPr lang="en-AU"/>
              <a:t>He is passionate about keeping up with change and innovations and is a highly accredited and certified professional.</a:t>
            </a:r>
          </a:p>
          <a:p>
            <a:endParaRPr lang="en-AU"/>
          </a:p>
          <a:p>
            <a:endParaRPr lang="en-US"/>
          </a:p>
        </p:txBody>
      </p:sp>
      <p:cxnSp>
        <p:nvCxnSpPr>
          <p:cNvPr id="16" name="Straight Connector 15">
            <a:extLst>
              <a:ext uri="{FF2B5EF4-FFF2-40B4-BE49-F238E27FC236}">
                <a16:creationId xmlns:a16="http://schemas.microsoft.com/office/drawing/2014/main" id="{E2A93AC7-746F-2FDC-E304-A5F3B7A04F46}"/>
              </a:ext>
            </a:extLst>
          </p:cNvPr>
          <p:cNvCxnSpPr>
            <a:cxnSpLocks/>
          </p:cNvCxnSpPr>
          <p:nvPr/>
        </p:nvCxnSpPr>
        <p:spPr>
          <a:xfrm>
            <a:off x="3428143" y="2992756"/>
            <a:ext cx="0" cy="2381118"/>
          </a:xfrm>
          <a:prstGeom prst="line">
            <a:avLst/>
          </a:prstGeom>
          <a:ln w="19050">
            <a:solidFill>
              <a:srgbClr val="ED7D3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94139D3-2578-E094-5476-9607EBAB0E92}"/>
              </a:ext>
            </a:extLst>
          </p:cNvPr>
          <p:cNvSpPr txBox="1"/>
          <p:nvPr/>
        </p:nvSpPr>
        <p:spPr>
          <a:xfrm>
            <a:off x="3321267" y="2687707"/>
            <a:ext cx="4631164" cy="276999"/>
          </a:xfrm>
          <a:prstGeom prst="rect">
            <a:avLst/>
          </a:prstGeom>
          <a:noFill/>
        </p:spPr>
        <p:txBody>
          <a:bodyPr wrap="square" rtlCol="0">
            <a:spAutoFit/>
          </a:bodyPr>
          <a:lstStyle/>
          <a:p>
            <a:r>
              <a:rPr lang="en-US" sz="1200" b="1" dirty="0">
                <a:solidFill>
                  <a:srgbClr val="ED7D31"/>
                </a:solidFill>
                <a:latin typeface="Roboto" panose="02000000000000000000" pitchFamily="2" charset="0"/>
                <a:ea typeface="Roboto" panose="02000000000000000000" pitchFamily="2" charset="0"/>
              </a:rPr>
              <a:t>Financial Services Company </a:t>
            </a:r>
            <a:r>
              <a:rPr lang="en-AU" sz="1200" b="1" dirty="0">
                <a:solidFill>
                  <a:srgbClr val="ED7D31"/>
                </a:solidFill>
                <a:latin typeface="Roboto" panose="02000000000000000000" pitchFamily="2" charset="0"/>
                <a:ea typeface="Roboto" panose="02000000000000000000" pitchFamily="2" charset="0"/>
              </a:rPr>
              <a:t>– Senior Data Consultant</a:t>
            </a:r>
            <a:r>
              <a:rPr lang="en-US" sz="1200" b="1" dirty="0">
                <a:solidFill>
                  <a:srgbClr val="ED7D31"/>
                </a:solidFill>
                <a:latin typeface="Roboto" panose="02000000000000000000" pitchFamily="2" charset="0"/>
                <a:ea typeface="Roboto" panose="02000000000000000000" pitchFamily="2" charset="0"/>
              </a:rPr>
              <a:t> </a:t>
            </a:r>
            <a:endParaRPr lang="en-AU" sz="1200" b="1" dirty="0">
              <a:solidFill>
                <a:srgbClr val="ED7D31"/>
              </a:solidFill>
              <a:latin typeface="Roboto" panose="02000000000000000000" pitchFamily="2" charset="0"/>
              <a:ea typeface="Roboto" panose="02000000000000000000" pitchFamily="2" charset="0"/>
            </a:endParaRPr>
          </a:p>
        </p:txBody>
      </p:sp>
      <p:sp>
        <p:nvSpPr>
          <p:cNvPr id="19" name="TextBox 18">
            <a:extLst>
              <a:ext uri="{FF2B5EF4-FFF2-40B4-BE49-F238E27FC236}">
                <a16:creationId xmlns:a16="http://schemas.microsoft.com/office/drawing/2014/main" id="{F7392734-6CDD-4B78-C55C-5DBD7DD7F1FE}"/>
              </a:ext>
            </a:extLst>
          </p:cNvPr>
          <p:cNvSpPr txBox="1"/>
          <p:nvPr/>
        </p:nvSpPr>
        <p:spPr>
          <a:xfrm>
            <a:off x="3525879" y="2869646"/>
            <a:ext cx="4325436" cy="2585322"/>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a:p>
          <a:p>
            <a:r>
              <a:rPr lang="en-AU" sz="1000"/>
              <a:t>Lead a 3-member offshore team for an end-to-end data migration project, merging various client data from different systems into one core system </a:t>
            </a:r>
          </a:p>
          <a:p>
            <a:r>
              <a:rPr lang="en-AU" sz="1000"/>
              <a:t>Liaised with key stakeholders, business analysts and SMEs, to review, understand and document requirements for data mapping and data loading processes</a:t>
            </a:r>
          </a:p>
          <a:p>
            <a:r>
              <a:rPr lang="en-AU" sz="1000"/>
              <a:t>Designed and developed various data profiling functions and queries for Data Quality Analysis, Data Integrity, Address Validation</a:t>
            </a:r>
          </a:p>
          <a:p>
            <a:r>
              <a:rPr lang="en-AU" sz="1000"/>
              <a:t>Communicated and documented data issues with clients and worked closely with SMEs to solve data issues</a:t>
            </a:r>
          </a:p>
          <a:p>
            <a:r>
              <a:rPr lang="en-AU" sz="1000"/>
              <a:t>Handled end to end data migration projects, extracted data from various sources to transform data as per requirements and generated data load files for target systems such as Oracle Fusion HCM and Financials, JD Edwards, Salesforce and Google </a:t>
            </a:r>
            <a:r>
              <a:rPr lang="en-AU" sz="1000" err="1"/>
              <a:t>BigQuery</a:t>
            </a:r>
            <a:endParaRPr lang="en-AU" sz="1000"/>
          </a:p>
          <a:p>
            <a:r>
              <a:rPr lang="en-AU" sz="1000"/>
              <a:t>Worked with Oracle Partners, as Data Migration consultant, for End-to-End Project Implementation in Oracle Fusion space</a:t>
            </a: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7E8EF89-143E-4923-9D60-5C2BE2C5C610}">
  <ds:schemaRefs>
    <ds:schemaRef ds:uri="daf93972-1964-4522-aa34-640805a01c3a"/>
    <ds:schemaRef ds:uri="e52cd9e7-35e5-4bd3-9cab-ca6a63c31e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EAAB431-6FA9-4678-BFEA-63CD1CAD6FC2}">
  <ds:schemaRefs>
    <ds:schemaRef ds:uri="http://schemas.microsoft.com/sharepoint/v3/contenttype/forms"/>
  </ds:schemaRefs>
</ds:datastoreItem>
</file>

<file path=customXml/itemProps3.xml><?xml version="1.0" encoding="utf-8"?>
<ds:datastoreItem xmlns:ds="http://schemas.openxmlformats.org/officeDocument/2006/customXml" ds:itemID="{B79DDFC6-124A-4859-BB62-4C7039BA48C0}">
  <ds:schemaRefs>
    <ds:schemaRef ds:uri="http://schemas.microsoft.com/office/infopath/2007/PartnerControls"/>
    <ds:schemaRef ds:uri="http://purl.org/dc/dcmitype/"/>
    <ds:schemaRef ds:uri="http://purl.org/dc/elements/1.1/"/>
    <ds:schemaRef ds:uri="http://schemas.openxmlformats.org/package/2006/metadata/core-properties"/>
    <ds:schemaRef ds:uri="http://schemas.microsoft.com/office/2006/metadata/properties"/>
    <ds:schemaRef ds:uri="http://schemas.microsoft.com/office/2006/documentManagement/types"/>
    <ds:schemaRef ds:uri="http://purl.org/dc/terms/"/>
    <ds:schemaRef ds:uri="http://www.w3.org/XML/1998/namespace"/>
    <ds:schemaRef ds:uri="e52cd9e7-35e5-4bd3-9cab-ca6a63c31e52"/>
    <ds:schemaRef ds:uri="daf93972-1964-4522-aa34-640805a01c3a"/>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522</Words>
  <Application>Microsoft Office PowerPoint</Application>
  <PresentationFormat>Custom</PresentationFormat>
  <Paragraphs>77</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1</cp:revision>
  <dcterms:created xsi:type="dcterms:W3CDTF">2019-12-03T01:50:37Z</dcterms:created>
  <dcterms:modified xsi:type="dcterms:W3CDTF">2024-09-12T01:35:37Z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