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2"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B80"/>
    <a:srgbClr val="0F2B3F"/>
    <a:srgbClr val="0059FF"/>
    <a:srgbClr val="A93584"/>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D7DB40-69B5-6802-FC94-FF6747DFCF00}" v="339" dt="2024-10-16T03:49:39.929"/>
    <p1510:client id="{AED955CB-E4E5-41C2-F3DF-6FABA40452D2}" v="1" dt="2024-10-16T23:33:59.9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0" d="100"/>
          <a:sy n="50" d="100"/>
        </p:scale>
        <p:origin x="1524" y="24"/>
      </p:cViewPr>
      <p:guideLst>
        <p:guide orient="horz" pos="2448"/>
        <p:guide pos="3168"/>
        <p:guide pos="311"/>
        <p:guide pos="5994"/>
        <p:guide orient="horz" pos="148"/>
        <p:guide orient="horz" pos="47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Le" userId="S::david.le@intelia.com.au::b99afbed-8f88-4a28-9bfd-e15c7532a92e" providerId="AD" clId="Web-{8962C097-1723-82A9-1A3E-E59E0303FF8C}"/>
    <pc:docChg chg="modSld">
      <pc:chgData name="David Le" userId="S::david.le@intelia.com.au::b99afbed-8f88-4a28-9bfd-e15c7532a92e" providerId="AD" clId="Web-{8962C097-1723-82A9-1A3E-E59E0303FF8C}" dt="2024-07-02T04:59:31.733" v="391" actId="20577"/>
      <pc:docMkLst>
        <pc:docMk/>
      </pc:docMkLst>
      <pc:sldChg chg="modSp">
        <pc:chgData name="David Le" userId="S::david.le@intelia.com.au::b99afbed-8f88-4a28-9bfd-e15c7532a92e" providerId="AD" clId="Web-{8962C097-1723-82A9-1A3E-E59E0303FF8C}" dt="2024-07-02T04:49:18.974" v="8" actId="20577"/>
        <pc:sldMkLst>
          <pc:docMk/>
          <pc:sldMk cId="3618352684" sldId="271"/>
        </pc:sldMkLst>
        <pc:spChg chg="mod">
          <ac:chgData name="David Le" userId="S::david.le@intelia.com.au::b99afbed-8f88-4a28-9bfd-e15c7532a92e" providerId="AD" clId="Web-{8962C097-1723-82A9-1A3E-E59E0303FF8C}" dt="2024-07-02T04:49:18.974" v="8" actId="20577"/>
          <ac:spMkLst>
            <pc:docMk/>
            <pc:sldMk cId="3618352684" sldId="271"/>
            <ac:spMk id="10" creationId="{06312B81-BCF1-2796-C112-3DBE0E02F483}"/>
          </ac:spMkLst>
        </pc:spChg>
      </pc:sldChg>
      <pc:sldChg chg="modSp">
        <pc:chgData name="David Le" userId="S::david.le@intelia.com.au::b99afbed-8f88-4a28-9bfd-e15c7532a92e" providerId="AD" clId="Web-{8962C097-1723-82A9-1A3E-E59E0303FF8C}" dt="2024-07-02T04:59:31.733" v="391" actId="20577"/>
        <pc:sldMkLst>
          <pc:docMk/>
          <pc:sldMk cId="3917787703" sldId="272"/>
        </pc:sldMkLst>
        <pc:spChg chg="mod">
          <ac:chgData name="David Le" userId="S::david.le@intelia.com.au::b99afbed-8f88-4a28-9bfd-e15c7532a92e" providerId="AD" clId="Web-{8962C097-1723-82A9-1A3E-E59E0303FF8C}" dt="2024-07-02T04:59:31.733" v="391" actId="20577"/>
          <ac:spMkLst>
            <pc:docMk/>
            <pc:sldMk cId="3917787703" sldId="272"/>
            <ac:spMk id="3" creationId="{7ADC64C4-7DED-5550-D45A-6364C2C213BA}"/>
          </ac:spMkLst>
        </pc:spChg>
      </pc:sldChg>
    </pc:docChg>
  </pc:docChgLst>
  <pc:docChgLst>
    <pc:chgData name="Joel Collins" userId="S::joel.collins@intelia.com.au::d3ae1526-77cd-4d01-b42b-68ae1cb060b9" providerId="AD" clId="Web-{AED955CB-E4E5-41C2-F3DF-6FABA40452D2}"/>
    <pc:docChg chg="delSld">
      <pc:chgData name="Joel Collins" userId="S::joel.collins@intelia.com.au::d3ae1526-77cd-4d01-b42b-68ae1cb060b9" providerId="AD" clId="Web-{AED955CB-E4E5-41C2-F3DF-6FABA40452D2}" dt="2024-10-16T23:33:59.909" v="0"/>
      <pc:docMkLst>
        <pc:docMk/>
      </pc:docMkLst>
      <pc:sldChg chg="del">
        <pc:chgData name="Joel Collins" userId="S::joel.collins@intelia.com.au::d3ae1526-77cd-4d01-b42b-68ae1cb060b9" providerId="AD" clId="Web-{AED955CB-E4E5-41C2-F3DF-6FABA40452D2}" dt="2024-10-16T23:33:59.909" v="0"/>
        <pc:sldMkLst>
          <pc:docMk/>
          <pc:sldMk cId="3618352684" sldId="271"/>
        </pc:sldMkLst>
      </pc:sldChg>
    </pc:docChg>
  </pc:docChgLst>
  <pc:docChgLst>
    <pc:chgData name="Darcy Roach" userId="ba676ee9-e9b4-49e8-a515-8077106c948d" providerId="ADAL" clId="{607EEFD8-4C64-46C9-BC15-010820480D1E}"/>
    <pc:docChg chg="undo custSel addSld delSld modSld">
      <pc:chgData name="Darcy Roach" userId="ba676ee9-e9b4-49e8-a515-8077106c948d" providerId="ADAL" clId="{607EEFD8-4C64-46C9-BC15-010820480D1E}" dt="2024-09-12T01:52:05.075" v="486" actId="2696"/>
      <pc:docMkLst>
        <pc:docMk/>
      </pc:docMkLst>
      <pc:sldChg chg="addSp modSp mod">
        <pc:chgData name="Darcy Roach" userId="ba676ee9-e9b4-49e8-a515-8077106c948d" providerId="ADAL" clId="{607EEFD8-4C64-46C9-BC15-010820480D1E}" dt="2024-07-02T04:18:39.988" v="342" actId="20577"/>
        <pc:sldMkLst>
          <pc:docMk/>
          <pc:sldMk cId="3618352684" sldId="271"/>
        </pc:sldMkLst>
        <pc:spChg chg="mod ord">
          <ac:chgData name="Darcy Roach" userId="ba676ee9-e9b4-49e8-a515-8077106c948d" providerId="ADAL" clId="{607EEFD8-4C64-46C9-BC15-010820480D1E}" dt="2024-03-13T05:30:18.161" v="83" actId="164"/>
          <ac:spMkLst>
            <pc:docMk/>
            <pc:sldMk cId="3618352684" sldId="271"/>
            <ac:spMk id="2" creationId="{2FA774CA-3857-9308-4D38-9414B0CC2B95}"/>
          </ac:spMkLst>
        </pc:spChg>
        <pc:spChg chg="mod">
          <ac:chgData name="Darcy Roach" userId="ba676ee9-e9b4-49e8-a515-8077106c948d" providerId="ADAL" clId="{607EEFD8-4C64-46C9-BC15-010820480D1E}" dt="2024-07-02T04:18:39.988" v="342" actId="20577"/>
          <ac:spMkLst>
            <pc:docMk/>
            <pc:sldMk cId="3618352684" sldId="271"/>
            <ac:spMk id="4" creationId="{80F49B2F-21D4-F9EB-049F-717A10CB7D84}"/>
          </ac:spMkLst>
        </pc:spChg>
        <pc:spChg chg="mod">
          <ac:chgData name="Darcy Roach" userId="ba676ee9-e9b4-49e8-a515-8077106c948d" providerId="ADAL" clId="{607EEFD8-4C64-46C9-BC15-010820480D1E}" dt="2024-03-13T05:29:51.957" v="80" actId="20577"/>
          <ac:spMkLst>
            <pc:docMk/>
            <pc:sldMk cId="3618352684" sldId="271"/>
            <ac:spMk id="6" creationId="{701E125D-B356-8A2A-B86B-AB6567CEABE1}"/>
          </ac:spMkLst>
        </pc:spChg>
        <pc:spChg chg="mod">
          <ac:chgData name="Darcy Roach" userId="ba676ee9-e9b4-49e8-a515-8077106c948d" providerId="ADAL" clId="{607EEFD8-4C64-46C9-BC15-010820480D1E}" dt="2024-03-13T05:27:18.398" v="38" actId="20577"/>
          <ac:spMkLst>
            <pc:docMk/>
            <pc:sldMk cId="3618352684" sldId="271"/>
            <ac:spMk id="9" creationId="{FC1E3E96-4B11-5242-E07F-7D9FDDBB0190}"/>
          </ac:spMkLst>
        </pc:spChg>
        <pc:spChg chg="mod">
          <ac:chgData name="Darcy Roach" userId="ba676ee9-e9b4-49e8-a515-8077106c948d" providerId="ADAL" clId="{607EEFD8-4C64-46C9-BC15-010820480D1E}" dt="2024-03-13T05:25:38.141" v="10" actId="20577"/>
          <ac:spMkLst>
            <pc:docMk/>
            <pc:sldMk cId="3618352684" sldId="271"/>
            <ac:spMk id="10" creationId="{06312B81-BCF1-2796-C112-3DBE0E02F483}"/>
          </ac:spMkLst>
        </pc:spChg>
        <pc:spChg chg="mod">
          <ac:chgData name="Darcy Roach" userId="ba676ee9-e9b4-49e8-a515-8077106c948d" providerId="ADAL" clId="{607EEFD8-4C64-46C9-BC15-010820480D1E}" dt="2024-07-02T04:17:36.239" v="306" actId="33524"/>
          <ac:spMkLst>
            <pc:docMk/>
            <pc:sldMk cId="3618352684" sldId="271"/>
            <ac:spMk id="17" creationId="{1BDE5051-9F34-F139-742D-4450E5D6591E}"/>
          </ac:spMkLst>
        </pc:spChg>
        <pc:spChg chg="mod">
          <ac:chgData name="Darcy Roach" userId="ba676ee9-e9b4-49e8-a515-8077106c948d" providerId="ADAL" clId="{607EEFD8-4C64-46C9-BC15-010820480D1E}" dt="2024-03-13T05:34:11.893" v="282" actId="20577"/>
          <ac:spMkLst>
            <pc:docMk/>
            <pc:sldMk cId="3618352684" sldId="271"/>
            <ac:spMk id="26" creationId="{1A3D666D-00C8-D106-73C3-9FF300F8618C}"/>
          </ac:spMkLst>
        </pc:spChg>
        <pc:spChg chg="mod">
          <ac:chgData name="Darcy Roach" userId="ba676ee9-e9b4-49e8-a515-8077106c948d" providerId="ADAL" clId="{607EEFD8-4C64-46C9-BC15-010820480D1E}" dt="2024-03-13T05:30:26.998" v="85" actId="164"/>
          <ac:spMkLst>
            <pc:docMk/>
            <pc:sldMk cId="3618352684" sldId="271"/>
            <ac:spMk id="28" creationId="{6059F888-3BDF-A1C0-65E5-CB6FDD43D97C}"/>
          </ac:spMkLst>
        </pc:spChg>
        <pc:spChg chg="mod">
          <ac:chgData name="Darcy Roach" userId="ba676ee9-e9b4-49e8-a515-8077106c948d" providerId="ADAL" clId="{607EEFD8-4C64-46C9-BC15-010820480D1E}" dt="2024-03-13T05:33:51.484" v="273"/>
          <ac:spMkLst>
            <pc:docMk/>
            <pc:sldMk cId="3618352684" sldId="271"/>
            <ac:spMk id="38" creationId="{AB47A2EE-BF0B-DB05-8B7C-DB6594B2B3D5}"/>
          </ac:spMkLst>
        </pc:spChg>
        <pc:grpChg chg="mod">
          <ac:chgData name="Darcy Roach" userId="ba676ee9-e9b4-49e8-a515-8077106c948d" providerId="ADAL" clId="{607EEFD8-4C64-46C9-BC15-010820480D1E}" dt="2024-03-13T05:30:26.998" v="85" actId="164"/>
          <ac:grpSpMkLst>
            <pc:docMk/>
            <pc:sldMk cId="3618352684" sldId="271"/>
            <ac:grpSpMk id="18" creationId="{E0B3FDFC-4A78-346F-E1D4-E183BEB90A60}"/>
          </ac:grpSpMkLst>
        </pc:grpChg>
        <pc:grpChg chg="add mod">
          <ac:chgData name="Darcy Roach" userId="ba676ee9-e9b4-49e8-a515-8077106c948d" providerId="ADAL" clId="{607EEFD8-4C64-46C9-BC15-010820480D1E}" dt="2024-03-13T05:30:42.690" v="87" actId="1076"/>
          <ac:grpSpMkLst>
            <pc:docMk/>
            <pc:sldMk cId="3618352684" sldId="271"/>
            <ac:grpSpMk id="24" creationId="{DF5C07D1-699B-6521-9CED-FA9798B1C61A}"/>
          </ac:grpSpMkLst>
        </pc:grpChg>
        <pc:grpChg chg="add mod">
          <ac:chgData name="Darcy Roach" userId="ba676ee9-e9b4-49e8-a515-8077106c948d" providerId="ADAL" clId="{607EEFD8-4C64-46C9-BC15-010820480D1E}" dt="2024-03-13T05:30:48.814" v="88" actId="1076"/>
          <ac:grpSpMkLst>
            <pc:docMk/>
            <pc:sldMk cId="3618352684" sldId="271"/>
            <ac:grpSpMk id="29" creationId="{BC0E9CD3-29BA-2A51-2E8D-A828719DD76D}"/>
          </ac:grpSpMkLst>
        </pc:grpChg>
        <pc:grpChg chg="mod">
          <ac:chgData name="Darcy Roach" userId="ba676ee9-e9b4-49e8-a515-8077106c948d" providerId="ADAL" clId="{607EEFD8-4C64-46C9-BC15-010820480D1E}" dt="2024-03-13T05:30:18.161" v="83" actId="164"/>
          <ac:grpSpMkLst>
            <pc:docMk/>
            <pc:sldMk cId="3618352684" sldId="271"/>
            <ac:grpSpMk id="163" creationId="{E52FDF9F-B084-9074-7DB9-539AD5456487}"/>
          </ac:grpSpMkLst>
        </pc:grpChg>
        <pc:cxnChg chg="mod">
          <ac:chgData name="Darcy Roach" userId="ba676ee9-e9b4-49e8-a515-8077106c948d" providerId="ADAL" clId="{607EEFD8-4C64-46C9-BC15-010820480D1E}" dt="2024-03-13T05:30:01.837" v="81" actId="14100"/>
          <ac:cxnSpMkLst>
            <pc:docMk/>
            <pc:sldMk cId="3618352684" sldId="271"/>
            <ac:cxnSpMk id="3" creationId="{67C34E10-2CF8-9BCA-1CC6-D78A3FF9CA80}"/>
          </ac:cxnSpMkLst>
        </pc:cxnChg>
        <pc:cxnChg chg="mod">
          <ac:chgData name="Darcy Roach" userId="ba676ee9-e9b4-49e8-a515-8077106c948d" providerId="ADAL" clId="{607EEFD8-4C64-46C9-BC15-010820480D1E}" dt="2024-03-13T05:30:09.350" v="82" actId="14100"/>
          <ac:cxnSpMkLst>
            <pc:docMk/>
            <pc:sldMk cId="3618352684" sldId="271"/>
            <ac:cxnSpMk id="15" creationId="{F87F05F2-DA4C-4F55-A5D0-1887110DF155}"/>
          </ac:cxnSpMkLst>
        </pc:cxnChg>
      </pc:sldChg>
      <pc:sldChg chg="addSp delSp modSp new del mod setBg">
        <pc:chgData name="Darcy Roach" userId="ba676ee9-e9b4-49e8-a515-8077106c948d" providerId="ADAL" clId="{607EEFD8-4C64-46C9-BC15-010820480D1E}" dt="2024-09-12T01:52:05.075" v="486" actId="2696"/>
        <pc:sldMkLst>
          <pc:docMk/>
          <pc:sldMk cId="3917787703" sldId="272"/>
        </pc:sldMkLst>
        <pc:spChg chg="del">
          <ac:chgData name="Darcy Roach" userId="ba676ee9-e9b4-49e8-a515-8077106c948d" providerId="ADAL" clId="{607EEFD8-4C64-46C9-BC15-010820480D1E}" dt="2024-07-02T04:20:20.606" v="344" actId="478"/>
          <ac:spMkLst>
            <pc:docMk/>
            <pc:sldMk cId="3917787703" sldId="272"/>
            <ac:spMk id="2" creationId="{0F8AE76D-15BC-69BA-A202-7D48D507C12B}"/>
          </ac:spMkLst>
        </pc:spChg>
        <pc:spChg chg="add mod">
          <ac:chgData name="Darcy Roach" userId="ba676ee9-e9b4-49e8-a515-8077106c948d" providerId="ADAL" clId="{607EEFD8-4C64-46C9-BC15-010820480D1E}" dt="2024-07-02T05:05:16.061" v="484" actId="20577"/>
          <ac:spMkLst>
            <pc:docMk/>
            <pc:sldMk cId="3917787703" sldId="272"/>
            <ac:spMk id="3" creationId="{7ADC64C4-7DED-5550-D45A-6364C2C213BA}"/>
          </ac:spMkLst>
        </pc:spChg>
        <pc:spChg chg="add mod">
          <ac:chgData name="Darcy Roach" userId="ba676ee9-e9b4-49e8-a515-8077106c948d" providerId="ADAL" clId="{607EEFD8-4C64-46C9-BC15-010820480D1E}" dt="2024-07-02T04:21:57.934" v="439" actId="14100"/>
          <ac:spMkLst>
            <pc:docMk/>
            <pc:sldMk cId="3917787703" sldId="272"/>
            <ac:spMk id="5" creationId="{67A15244-7E3D-BA27-B267-15966BFCB254}"/>
          </ac:spMkLst>
        </pc:spChg>
        <pc:cxnChg chg="add mod">
          <ac:chgData name="Darcy Roach" userId="ba676ee9-e9b4-49e8-a515-8077106c948d" providerId="ADAL" clId="{607EEFD8-4C64-46C9-BC15-010820480D1E}" dt="2024-07-02T05:07:56.099" v="485" actId="14100"/>
          <ac:cxnSpMkLst>
            <pc:docMk/>
            <pc:sldMk cId="3917787703" sldId="272"/>
            <ac:cxnSpMk id="4" creationId="{75902372-F5E9-5965-EDDC-DFB2069D55D1}"/>
          </ac:cxnSpMkLst>
        </pc:cxnChg>
      </pc:sldChg>
    </pc:docChg>
  </pc:docChgLst>
  <pc:docChgLst>
    <pc:chgData name="Darcy Roach" userId="ba676ee9-e9b4-49e8-a515-8077106c948d" providerId="ADAL" clId="{AB839834-ABE1-4E94-A38A-84D119EBD17A}"/>
    <pc:docChg chg="undo custSel modSld">
      <pc:chgData name="Darcy Roach" userId="ba676ee9-e9b4-49e8-a515-8077106c948d" providerId="ADAL" clId="{AB839834-ABE1-4E94-A38A-84D119EBD17A}" dt="2023-09-18T04:37:43.011" v="1025" actId="1076"/>
      <pc:docMkLst>
        <pc:docMk/>
      </pc:docMkLst>
      <pc:sldChg chg="modSp mod">
        <pc:chgData name="Darcy Roach" userId="ba676ee9-e9b4-49e8-a515-8077106c948d" providerId="ADAL" clId="{AB839834-ABE1-4E94-A38A-84D119EBD17A}" dt="2023-09-18T04:37:43.011" v="1025" actId="1076"/>
        <pc:sldMkLst>
          <pc:docMk/>
          <pc:sldMk cId="3618352684" sldId="271"/>
        </pc:sldMkLst>
        <pc:spChg chg="mod">
          <ac:chgData name="Darcy Roach" userId="ba676ee9-e9b4-49e8-a515-8077106c948d" providerId="ADAL" clId="{AB839834-ABE1-4E94-A38A-84D119EBD17A}" dt="2023-09-18T04:37:30.313" v="1024" actId="1076"/>
          <ac:spMkLst>
            <pc:docMk/>
            <pc:sldMk cId="3618352684" sldId="271"/>
            <ac:spMk id="2" creationId="{2FA774CA-3857-9308-4D38-9414B0CC2B95}"/>
          </ac:spMkLst>
        </pc:spChg>
        <pc:spChg chg="mod">
          <ac:chgData name="Darcy Roach" userId="ba676ee9-e9b4-49e8-a515-8077106c948d" providerId="ADAL" clId="{AB839834-ABE1-4E94-A38A-84D119EBD17A}" dt="2023-09-18T04:14:38.054" v="709" actId="20577"/>
          <ac:spMkLst>
            <pc:docMk/>
            <pc:sldMk cId="3618352684" sldId="271"/>
            <ac:spMk id="6" creationId="{701E125D-B356-8A2A-B86B-AB6567CEABE1}"/>
          </ac:spMkLst>
        </pc:spChg>
        <pc:spChg chg="mod">
          <ac:chgData name="Darcy Roach" userId="ba676ee9-e9b4-49e8-a515-8077106c948d" providerId="ADAL" clId="{AB839834-ABE1-4E94-A38A-84D119EBD17A}" dt="2023-09-18T04:34:33.470" v="938" actId="21"/>
          <ac:spMkLst>
            <pc:docMk/>
            <pc:sldMk cId="3618352684" sldId="271"/>
            <ac:spMk id="9" creationId="{FC1E3E96-4B11-5242-E07F-7D9FDDBB0190}"/>
          </ac:spMkLst>
        </pc:spChg>
        <pc:spChg chg="mod">
          <ac:chgData name="Darcy Roach" userId="ba676ee9-e9b4-49e8-a515-8077106c948d" providerId="ADAL" clId="{AB839834-ABE1-4E94-A38A-84D119EBD17A}" dt="2023-09-18T04:34:43.168" v="945" actId="20577"/>
          <ac:spMkLst>
            <pc:docMk/>
            <pc:sldMk cId="3618352684" sldId="271"/>
            <ac:spMk id="10" creationId="{06312B81-BCF1-2796-C112-3DBE0E02F483}"/>
          </ac:spMkLst>
        </pc:spChg>
        <pc:spChg chg="mod">
          <ac:chgData name="Darcy Roach" userId="ba676ee9-e9b4-49e8-a515-8077106c948d" providerId="ADAL" clId="{AB839834-ABE1-4E94-A38A-84D119EBD17A}" dt="2023-09-18T02:54:24.820" v="22" actId="20577"/>
          <ac:spMkLst>
            <pc:docMk/>
            <pc:sldMk cId="3618352684" sldId="271"/>
            <ac:spMk id="13" creationId="{FD2720C9-A79F-BD7F-E179-674AD67D7892}"/>
          </ac:spMkLst>
        </pc:spChg>
        <pc:spChg chg="mod">
          <ac:chgData name="Darcy Roach" userId="ba676ee9-e9b4-49e8-a515-8077106c948d" providerId="ADAL" clId="{AB839834-ABE1-4E94-A38A-84D119EBD17A}" dt="2023-09-18T03:35:56.607" v="304" actId="20577"/>
          <ac:spMkLst>
            <pc:docMk/>
            <pc:sldMk cId="3618352684" sldId="271"/>
            <ac:spMk id="16" creationId="{7A53ACAB-BBC9-A3AA-740D-EB947374392F}"/>
          </ac:spMkLst>
        </pc:spChg>
        <pc:spChg chg="mod">
          <ac:chgData name="Darcy Roach" userId="ba676ee9-e9b4-49e8-a515-8077106c948d" providerId="ADAL" clId="{AB839834-ABE1-4E94-A38A-84D119EBD17A}" dt="2023-09-18T03:10:21.983" v="257" actId="20577"/>
          <ac:spMkLst>
            <pc:docMk/>
            <pc:sldMk cId="3618352684" sldId="271"/>
            <ac:spMk id="17" creationId="{1BDE5051-9F34-F139-742D-4450E5D6591E}"/>
          </ac:spMkLst>
        </pc:spChg>
        <pc:spChg chg="mod">
          <ac:chgData name="Darcy Roach" userId="ba676ee9-e9b4-49e8-a515-8077106c948d" providerId="ADAL" clId="{AB839834-ABE1-4E94-A38A-84D119EBD17A}" dt="2023-09-18T04:37:16.308" v="1023" actId="20577"/>
          <ac:spMkLst>
            <pc:docMk/>
            <pc:sldMk cId="3618352684" sldId="271"/>
            <ac:spMk id="19" creationId="{7513C49A-2DF2-8111-FED4-FC07A8EAD258}"/>
          </ac:spMkLst>
        </pc:spChg>
        <pc:spChg chg="mod">
          <ac:chgData name="Darcy Roach" userId="ba676ee9-e9b4-49e8-a515-8077106c948d" providerId="ADAL" clId="{AB839834-ABE1-4E94-A38A-84D119EBD17A}" dt="2023-09-18T04:37:43.011" v="1025" actId="1076"/>
          <ac:spMkLst>
            <pc:docMk/>
            <pc:sldMk cId="3618352684" sldId="271"/>
            <ac:spMk id="28" creationId="{6059F888-3BDF-A1C0-65E5-CB6FDD43D97C}"/>
          </ac:spMkLst>
        </pc:spChg>
        <pc:spChg chg="mod">
          <ac:chgData name="Darcy Roach" userId="ba676ee9-e9b4-49e8-a515-8077106c948d" providerId="ADAL" clId="{AB839834-ABE1-4E94-A38A-84D119EBD17A}" dt="2023-09-18T03:50:29.766" v="428" actId="20577"/>
          <ac:spMkLst>
            <pc:docMk/>
            <pc:sldMk cId="3618352684" sldId="271"/>
            <ac:spMk id="38" creationId="{AB47A2EE-BF0B-DB05-8B7C-DB6594B2B3D5}"/>
          </ac:spMkLst>
        </pc:spChg>
        <pc:spChg chg="mod">
          <ac:chgData name="Darcy Roach" userId="ba676ee9-e9b4-49e8-a515-8077106c948d" providerId="ADAL" clId="{AB839834-ABE1-4E94-A38A-84D119EBD17A}" dt="2023-09-18T03:36:23.933" v="305" actId="1076"/>
          <ac:spMkLst>
            <pc:docMk/>
            <pc:sldMk cId="3618352684" sldId="271"/>
            <ac:spMk id="39" creationId="{3EA81938-6A76-B850-B0E8-A5F905AEBA98}"/>
          </ac:spMkLst>
        </pc:spChg>
        <pc:grpChg chg="mod">
          <ac:chgData name="Darcy Roach" userId="ba676ee9-e9b4-49e8-a515-8077106c948d" providerId="ADAL" clId="{AB839834-ABE1-4E94-A38A-84D119EBD17A}" dt="2023-09-18T03:36:23.933" v="305" actId="1076"/>
          <ac:grpSpMkLst>
            <pc:docMk/>
            <pc:sldMk cId="3618352684" sldId="271"/>
            <ac:grpSpMk id="5" creationId="{980A06B1-0A2F-7DF6-91DB-0F6DFA896A23}"/>
          </ac:grpSpMkLst>
        </pc:grpChg>
        <pc:grpChg chg="mod">
          <ac:chgData name="Darcy Roach" userId="ba676ee9-e9b4-49e8-a515-8077106c948d" providerId="ADAL" clId="{AB839834-ABE1-4E94-A38A-84D119EBD17A}" dt="2023-09-18T04:37:43.011" v="1025" actId="1076"/>
          <ac:grpSpMkLst>
            <pc:docMk/>
            <pc:sldMk cId="3618352684" sldId="271"/>
            <ac:grpSpMk id="18" creationId="{E0B3FDFC-4A78-346F-E1D4-E183BEB90A60}"/>
          </ac:grpSpMkLst>
        </pc:grpChg>
        <pc:grpChg chg="mod">
          <ac:chgData name="Darcy Roach" userId="ba676ee9-e9b4-49e8-a515-8077106c948d" providerId="ADAL" clId="{AB839834-ABE1-4E94-A38A-84D119EBD17A}" dt="2023-09-18T04:37:30.313" v="1024" actId="1076"/>
          <ac:grpSpMkLst>
            <pc:docMk/>
            <pc:sldMk cId="3618352684" sldId="271"/>
            <ac:grpSpMk id="163" creationId="{E52FDF9F-B084-9074-7DB9-539AD5456487}"/>
          </ac:grpSpMkLst>
        </pc:grpChg>
        <pc:cxnChg chg="mod">
          <ac:chgData name="Darcy Roach" userId="ba676ee9-e9b4-49e8-a515-8077106c948d" providerId="ADAL" clId="{AB839834-ABE1-4E94-A38A-84D119EBD17A}" dt="2023-09-18T04:08:15.202" v="509" actId="14100"/>
          <ac:cxnSpMkLst>
            <pc:docMk/>
            <pc:sldMk cId="3618352684" sldId="271"/>
            <ac:cxnSpMk id="3" creationId="{67C34E10-2CF8-9BCA-1CC6-D78A3FF9CA80}"/>
          </ac:cxnSpMkLst>
        </pc:cxnChg>
        <pc:cxnChg chg="mod">
          <ac:chgData name="Darcy Roach" userId="ba676ee9-e9b4-49e8-a515-8077106c948d" providerId="ADAL" clId="{AB839834-ABE1-4E94-A38A-84D119EBD17A}" dt="2023-09-18T04:28:33.129" v="931" actId="14100"/>
          <ac:cxnSpMkLst>
            <pc:docMk/>
            <pc:sldMk cId="3618352684" sldId="271"/>
            <ac:cxnSpMk id="15" creationId="{F87F05F2-DA4C-4F55-A5D0-1887110DF155}"/>
          </ac:cxnSpMkLst>
        </pc:cxnChg>
        <pc:cxnChg chg="mod">
          <ac:chgData name="Darcy Roach" userId="ba676ee9-e9b4-49e8-a515-8077106c948d" providerId="ADAL" clId="{AB839834-ABE1-4E94-A38A-84D119EBD17A}" dt="2023-09-18T04:29:15.469" v="933" actId="14100"/>
          <ac:cxnSpMkLst>
            <pc:docMk/>
            <pc:sldMk cId="3618352684" sldId="271"/>
            <ac:cxnSpMk id="21" creationId="{B0913DE4-461D-CE43-AABC-C4B3D7D22F45}"/>
          </ac:cxnSpMkLst>
        </pc:cxnChg>
      </pc:sldChg>
    </pc:docChg>
  </pc:docChgLst>
  <pc:docChgLst>
    <pc:chgData name="David Le" userId="S::david.le@intelia.com.au::b99afbed-8f88-4a28-9bfd-e15c7532a92e" providerId="AD" clId="Web-{60D7DB40-69B5-6802-FC94-FF6747DFCF00}"/>
    <pc:docChg chg="addSld modSld">
      <pc:chgData name="David Le" userId="S::david.le@intelia.com.au::b99afbed-8f88-4a28-9bfd-e15c7532a92e" providerId="AD" clId="Web-{60D7DB40-69B5-6802-FC94-FF6747DFCF00}" dt="2024-10-16T03:49:39.929" v="191" actId="20577"/>
      <pc:docMkLst>
        <pc:docMk/>
      </pc:docMkLst>
      <pc:sldChg chg="addSp modSp add replId">
        <pc:chgData name="David Le" userId="S::david.le@intelia.com.au::b99afbed-8f88-4a28-9bfd-e15c7532a92e" providerId="AD" clId="Web-{60D7DB40-69B5-6802-FC94-FF6747DFCF00}" dt="2024-10-16T03:49:39.929" v="191" actId="20577"/>
        <pc:sldMkLst>
          <pc:docMk/>
          <pc:sldMk cId="758970326" sldId="272"/>
        </pc:sldMkLst>
        <pc:spChg chg="mod">
          <ac:chgData name="David Le" userId="S::david.le@intelia.com.au::b99afbed-8f88-4a28-9bfd-e15c7532a92e" providerId="AD" clId="Web-{60D7DB40-69B5-6802-FC94-FF6747DFCF00}" dt="2024-10-16T03:30:48.355" v="72" actId="20577"/>
          <ac:spMkLst>
            <pc:docMk/>
            <pc:sldMk cId="758970326" sldId="272"/>
            <ac:spMk id="2" creationId="{2FA774CA-3857-9308-4D38-9414B0CC2B95}"/>
          </ac:spMkLst>
        </pc:spChg>
        <pc:spChg chg="mod">
          <ac:chgData name="David Le" userId="S::david.le@intelia.com.au::b99afbed-8f88-4a28-9bfd-e15c7532a92e" providerId="AD" clId="Web-{60D7DB40-69B5-6802-FC94-FF6747DFCF00}" dt="2024-10-16T03:29:48.916" v="32" actId="20577"/>
          <ac:spMkLst>
            <pc:docMk/>
            <pc:sldMk cId="758970326" sldId="272"/>
            <ac:spMk id="6" creationId="{701E125D-B356-8A2A-B86B-AB6567CEABE1}"/>
          </ac:spMkLst>
        </pc:spChg>
        <pc:spChg chg="mod">
          <ac:chgData name="David Le" userId="S::david.le@intelia.com.au::b99afbed-8f88-4a28-9bfd-e15c7532a92e" providerId="AD" clId="Web-{60D7DB40-69B5-6802-FC94-FF6747DFCF00}" dt="2024-10-16T03:30:36.651" v="44" actId="20577"/>
          <ac:spMkLst>
            <pc:docMk/>
            <pc:sldMk cId="758970326" sldId="272"/>
            <ac:spMk id="9" creationId="{FC1E3E96-4B11-5242-E07F-7D9FDDBB0190}"/>
          </ac:spMkLst>
        </pc:spChg>
        <pc:spChg chg="mod">
          <ac:chgData name="David Le" userId="S::david.le@intelia.com.au::b99afbed-8f88-4a28-9bfd-e15c7532a92e" providerId="AD" clId="Web-{60D7DB40-69B5-6802-FC94-FF6747DFCF00}" dt="2024-10-16T03:32:36.232" v="86" actId="14100"/>
          <ac:spMkLst>
            <pc:docMk/>
            <pc:sldMk cId="758970326" sldId="272"/>
            <ac:spMk id="10" creationId="{06312B81-BCF1-2796-C112-3DBE0E02F483}"/>
          </ac:spMkLst>
        </pc:spChg>
        <pc:spChg chg="mod">
          <ac:chgData name="David Le" userId="S::david.le@intelia.com.au::b99afbed-8f88-4a28-9bfd-e15c7532a92e" providerId="AD" clId="Web-{60D7DB40-69B5-6802-FC94-FF6747DFCF00}" dt="2024-10-16T03:29:35.822" v="17" actId="20577"/>
          <ac:spMkLst>
            <pc:docMk/>
            <pc:sldMk cId="758970326" sldId="272"/>
            <ac:spMk id="17" creationId="{1BDE5051-9F34-F139-742D-4450E5D6591E}"/>
          </ac:spMkLst>
        </pc:spChg>
        <pc:spChg chg="mod">
          <ac:chgData name="David Le" userId="S::david.le@intelia.com.au::b99afbed-8f88-4a28-9bfd-e15c7532a92e" providerId="AD" clId="Web-{60D7DB40-69B5-6802-FC94-FF6747DFCF00}" dt="2024-10-16T03:33:25.265" v="113" actId="20577"/>
          <ac:spMkLst>
            <pc:docMk/>
            <pc:sldMk cId="758970326" sldId="272"/>
            <ac:spMk id="19" creationId="{7513C49A-2DF2-8111-FED4-FC07A8EAD258}"/>
          </ac:spMkLst>
        </pc:spChg>
        <pc:spChg chg="mod">
          <ac:chgData name="David Le" userId="S::david.le@intelia.com.au::b99afbed-8f88-4a28-9bfd-e15c7532a92e" providerId="AD" clId="Web-{60D7DB40-69B5-6802-FC94-FF6747DFCF00}" dt="2024-10-16T03:36:25.425" v="145" actId="20577"/>
          <ac:spMkLst>
            <pc:docMk/>
            <pc:sldMk cId="758970326" sldId="272"/>
            <ac:spMk id="26" creationId="{1A3D666D-00C8-D106-73C3-9FF300F8618C}"/>
          </ac:spMkLst>
        </pc:spChg>
        <pc:spChg chg="mod">
          <ac:chgData name="David Le" userId="S::david.le@intelia.com.au::b99afbed-8f88-4a28-9bfd-e15c7532a92e" providerId="AD" clId="Web-{60D7DB40-69B5-6802-FC94-FF6747DFCF00}" dt="2024-10-16T03:33:01.514" v="104" actId="20577"/>
          <ac:spMkLst>
            <pc:docMk/>
            <pc:sldMk cId="758970326" sldId="272"/>
            <ac:spMk id="28" creationId="{6059F888-3BDF-A1C0-65E5-CB6FDD43D97C}"/>
          </ac:spMkLst>
        </pc:spChg>
        <pc:spChg chg="mod">
          <ac:chgData name="David Le" userId="S::david.le@intelia.com.au::b99afbed-8f88-4a28-9bfd-e15c7532a92e" providerId="AD" clId="Web-{60D7DB40-69B5-6802-FC94-FF6747DFCF00}" dt="2024-10-16T03:46:31.768" v="176" actId="20577"/>
          <ac:spMkLst>
            <pc:docMk/>
            <pc:sldMk cId="758970326" sldId="272"/>
            <ac:spMk id="30" creationId="{9E4B4C83-8563-7129-2979-EEEA739E0A2F}"/>
          </ac:spMkLst>
        </pc:spChg>
        <pc:spChg chg="mod">
          <ac:chgData name="David Le" userId="S::david.le@intelia.com.au::b99afbed-8f88-4a28-9bfd-e15c7532a92e" providerId="AD" clId="Web-{60D7DB40-69B5-6802-FC94-FF6747DFCF00}" dt="2024-10-16T03:49:39.929" v="191" actId="20577"/>
          <ac:spMkLst>
            <pc:docMk/>
            <pc:sldMk cId="758970326" sldId="272"/>
            <ac:spMk id="31" creationId="{C49A01F4-5B85-75C2-EEDA-4E9B8CDA846E}"/>
          </ac:spMkLst>
        </pc:spChg>
        <pc:grpChg chg="add mod">
          <ac:chgData name="David Le" userId="S::david.le@intelia.com.au::b99afbed-8f88-4a28-9bfd-e15c7532a92e" providerId="AD" clId="Web-{60D7DB40-69B5-6802-FC94-FF6747DFCF00}" dt="2024-10-16T03:47:58.989" v="185" actId="1076"/>
          <ac:grpSpMkLst>
            <pc:docMk/>
            <pc:sldMk cId="758970326" sldId="272"/>
            <ac:grpSpMk id="8" creationId="{7FF22810-A81C-1E26-DEDB-FC1128FF3FF6}"/>
          </ac:grpSpMkLst>
        </pc:grpChg>
        <pc:grpChg chg="mod">
          <ac:chgData name="David Le" userId="S::david.le@intelia.com.au::b99afbed-8f88-4a28-9bfd-e15c7532a92e" providerId="AD" clId="Web-{60D7DB40-69B5-6802-FC94-FF6747DFCF00}" dt="2024-10-16T03:47:41.129" v="183" actId="1076"/>
          <ac:grpSpMkLst>
            <pc:docMk/>
            <pc:sldMk cId="758970326" sldId="272"/>
            <ac:grpSpMk id="24" creationId="{DF5C07D1-699B-6521-9CED-FA9798B1C61A}"/>
          </ac:grpSpMkLst>
        </pc:grpChg>
        <pc:grpChg chg="mod">
          <ac:chgData name="David Le" userId="S::david.le@intelia.com.au::b99afbed-8f88-4a28-9bfd-e15c7532a92e" providerId="AD" clId="Web-{60D7DB40-69B5-6802-FC94-FF6747DFCF00}" dt="2024-10-16T03:47:47.536" v="184" actId="1076"/>
          <ac:grpSpMkLst>
            <pc:docMk/>
            <pc:sldMk cId="758970326" sldId="272"/>
            <ac:grpSpMk id="29" creationId="{BC0E9CD3-29BA-2A51-2E8D-A828719DD76D}"/>
          </ac:grpSpMkLst>
        </pc:grpChg>
        <pc:cxnChg chg="mod">
          <ac:chgData name="David Le" userId="S::david.le@intelia.com.au::b99afbed-8f88-4a28-9bfd-e15c7532a92e" providerId="AD" clId="Web-{60D7DB40-69B5-6802-FC94-FF6747DFCF00}" dt="2024-10-16T03:47:04.613" v="178" actId="14100"/>
          <ac:cxnSpMkLst>
            <pc:docMk/>
            <pc:sldMk cId="758970326" sldId="272"/>
            <ac:cxnSpMk id="3" creationId="{67C34E10-2CF8-9BCA-1CC6-D78A3FF9CA80}"/>
          </ac:cxnSpMkLst>
        </pc:cxnChg>
        <pc:cxnChg chg="mod">
          <ac:chgData name="David Le" userId="S::david.le@intelia.com.au::b99afbed-8f88-4a28-9bfd-e15c7532a92e" providerId="AD" clId="Web-{60D7DB40-69B5-6802-FC94-FF6747DFCF00}" dt="2024-10-16T03:34:44.220" v="118" actId="14100"/>
          <ac:cxnSpMkLst>
            <pc:docMk/>
            <pc:sldMk cId="758970326" sldId="272"/>
            <ac:cxnSpMk id="15" creationId="{F87F05F2-DA4C-4F55-A5D0-1887110DF155}"/>
          </ac:cxnSpMkLst>
        </pc:cxnChg>
        <pc:cxnChg chg="mod">
          <ac:chgData name="David Le" userId="S::david.le@intelia.com.au::b99afbed-8f88-4a28-9bfd-e15c7532a92e" providerId="AD" clId="Web-{60D7DB40-69B5-6802-FC94-FF6747DFCF00}" dt="2024-10-16T03:48:05.052" v="187" actId="14100"/>
          <ac:cxnSpMkLst>
            <pc:docMk/>
            <pc:sldMk cId="758970326" sldId="272"/>
            <ac:cxnSpMk id="32" creationId="{886592B1-E601-2313-FA55-59B17CF2E308}"/>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10/16/2024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10/16/2024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10/16/2024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10/16/2024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10/16/2024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10/16/2024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10/16/2024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10/16/2024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10/16/2024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10/16/2024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10/16/2024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10/16/2024</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C1E3E96-4B11-5242-E07F-7D9FDDBB0190}"/>
              </a:ext>
            </a:extLst>
          </p:cNvPr>
          <p:cNvSpPr txBox="1"/>
          <p:nvPr/>
        </p:nvSpPr>
        <p:spPr>
          <a:xfrm>
            <a:off x="3463961" y="1312085"/>
            <a:ext cx="4457043" cy="1169551"/>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r>
              <a:rPr lang="en-AU" sz="1000" dirty="0">
                <a:solidFill>
                  <a:schemeClr val="bg1"/>
                </a:solidFill>
                <a:latin typeface="Roboto Light"/>
                <a:ea typeface="Roboto Light"/>
                <a:cs typeface="Roboto Light"/>
              </a:rPr>
              <a:t>Profiled and analysed data within the student management system's Oracle backend to support migration to a cloud platform.</a:t>
            </a:r>
            <a:endParaRPr lang="en-US" dirty="0">
              <a:solidFill>
                <a:schemeClr val="bg1"/>
              </a:solidFill>
              <a:cs typeface="Roboto Light"/>
            </a:endParaRPr>
          </a:p>
          <a:p>
            <a:r>
              <a:rPr lang="en-AU" sz="1000" dirty="0">
                <a:solidFill>
                  <a:schemeClr val="bg1"/>
                </a:solidFill>
                <a:latin typeface="Roboto Light"/>
                <a:ea typeface="Roboto Light"/>
                <a:cs typeface="Roboto Light"/>
              </a:rPr>
              <a:t>Developed SQL queries to gather metadata and profile data, providing insights to guide the development of a cloud-based migration strategy.</a:t>
            </a:r>
            <a:endParaRPr lang="en-AU" dirty="0">
              <a:solidFill>
                <a:schemeClr val="bg1"/>
              </a:solidFill>
              <a:cs typeface="Roboto Light"/>
            </a:endParaRPr>
          </a:p>
          <a:p>
            <a:r>
              <a:rPr lang="en-AU" sz="1000" dirty="0">
                <a:solidFill>
                  <a:schemeClr val="bg1"/>
                </a:solidFill>
                <a:latin typeface="Roboto Light"/>
                <a:ea typeface="Roboto Light"/>
                <a:cs typeface="Roboto Light"/>
              </a:rPr>
              <a:t>Created visualisations in Power BI to showcase data analysis outcomes and presented findings in a report, facilitating strategic decision-making for migration planning.</a:t>
            </a:r>
            <a:endParaRPr lang="en-AU" dirty="0">
              <a:solidFill>
                <a:schemeClr val="bg1"/>
              </a:solidFill>
              <a:latin typeface="Roboto Light"/>
              <a:ea typeface="Roboto Light"/>
              <a:cs typeface="Roboto Light"/>
            </a:endParaRPr>
          </a:p>
        </p:txBody>
      </p:sp>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158595" y="120831"/>
            <a:ext cx="2168863" cy="861774"/>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David </a:t>
            </a:r>
          </a:p>
          <a:p>
            <a:r>
              <a:rPr lang="en-US" sz="2800" b="1">
                <a:solidFill>
                  <a:srgbClr val="00AB80"/>
                </a:solidFill>
                <a:latin typeface="Roboto" panose="02000000000000000000" pitchFamily="2" charset="0"/>
                <a:ea typeface="Roboto" panose="02000000000000000000" pitchFamily="2" charset="0"/>
              </a:rPr>
              <a:t>Le</a:t>
            </a:r>
          </a:p>
        </p:txBody>
      </p:sp>
      <p:sp>
        <p:nvSpPr>
          <p:cNvPr id="17" name="TextBox 16">
            <a:extLst>
              <a:ext uri="{FF2B5EF4-FFF2-40B4-BE49-F238E27FC236}">
                <a16:creationId xmlns:a16="http://schemas.microsoft.com/office/drawing/2014/main" id="{1BDE5051-9F34-F139-742D-4450E5D6591E}"/>
              </a:ext>
            </a:extLst>
          </p:cNvPr>
          <p:cNvSpPr txBox="1"/>
          <p:nvPr/>
        </p:nvSpPr>
        <p:spPr>
          <a:xfrm>
            <a:off x="192375" y="1589600"/>
            <a:ext cx="2951768" cy="3565079"/>
          </a:xfrm>
          <a:prstGeom prst="rect">
            <a:avLst/>
          </a:prstGeom>
          <a:noFill/>
        </p:spPr>
        <p:txBody>
          <a:bodyPr wrap="square" lIns="0" tIns="0" rIns="0" bIns="0" rtlCol="0" anchor="t">
            <a:spAutoFit/>
          </a:bodyPr>
          <a:lstStyle/>
          <a:p>
            <a:r>
              <a:rPr lang="en-AU" sz="1100" spc="13" dirty="0">
                <a:latin typeface="Roboto Light"/>
                <a:ea typeface="+mn-lt"/>
                <a:cs typeface="+mn-lt"/>
              </a:rPr>
              <a:t>David is an accomplished data analyst and data engineer with strong experience in data migration, governance and analytics. He has worked across multiple industries, including education, financial services and government, focusing on profiling and analysing large datasets for cloud migrations and data quality assessments. His technical expertise spans SQL, cloud platforms and data visualisation tools, allowing him to deliver actionable insights that guide strategic decisions.</a:t>
            </a:r>
          </a:p>
          <a:p>
            <a:endParaRPr lang="en-AU" sz="1100" spc="13" dirty="0">
              <a:latin typeface="Roboto Light"/>
              <a:ea typeface="+mn-lt"/>
              <a:cs typeface="+mn-lt"/>
            </a:endParaRPr>
          </a:p>
          <a:p>
            <a:r>
              <a:rPr lang="en-AU" sz="1100" spc="13" dirty="0">
                <a:latin typeface="Roboto Light"/>
                <a:ea typeface="+mn-lt"/>
                <a:cs typeface="+mn-lt"/>
              </a:rPr>
              <a:t>David's analytical and problem-solving skills are complemented by his ability to work with stakeholders, aligning technical outputs with business needs. He is comfortable working in Agile environments, collaborating with cross-functional teams and driving projects to successful outcomes by delivering high-quality data-driven solutions.</a:t>
            </a:r>
            <a:endParaRPr lang="en-AU" sz="1100">
              <a:latin typeface="Roboto Light"/>
              <a:ea typeface="+mn-lt"/>
              <a:cs typeface="+mn-lt"/>
            </a:endParaRPr>
          </a:p>
          <a:p>
            <a:pPr>
              <a:lnSpc>
                <a:spcPts val="1500"/>
              </a:lnSpc>
            </a:pPr>
            <a:endParaRPr lang="en-AU" sz="1100" spc="13" dirty="0">
              <a:latin typeface="Roboto Light" panose="02000000000000000000" pitchFamily="2" charset="0"/>
              <a:ea typeface="Roboto Light" panose="02000000000000000000" pitchFamily="2" charset="0"/>
              <a:cs typeface="Lato" panose="020F0502020204030203" pitchFamily="34" charset="0"/>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84993" y="1239722"/>
            <a:ext cx="3162388"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131139" y="959224"/>
            <a:ext cx="2489720" cy="218008"/>
          </a:xfrm>
          <a:prstGeom prst="rect">
            <a:avLst/>
          </a:prstGeom>
          <a:noFill/>
        </p:spPr>
        <p:txBody>
          <a:bodyPr wrap="square" lIns="0" tIns="0" rIns="0" bIns="0" rtlCol="0" anchor="t">
            <a:spAutoFit/>
          </a:bodyPr>
          <a:lstStyle/>
          <a:p>
            <a:pPr>
              <a:lnSpc>
                <a:spcPts val="1812"/>
              </a:lnSpc>
            </a:pPr>
            <a:r>
              <a:rPr lang="en-US" sz="1400" spc="13">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 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642327" y="5747849"/>
            <a:ext cx="1510046" cy="1892826"/>
          </a:xfrm>
          <a:prstGeom prst="rect">
            <a:avLst/>
          </a:prstGeom>
          <a:noFill/>
        </p:spPr>
        <p:txBody>
          <a:bodyPr wrap="square" lIns="91440" tIns="45720" rIns="91440" bIns="45720" numCol="1" rtlCol="0" anchor="t">
            <a:spAutoFit/>
          </a:bodyPr>
          <a:lstStyle/>
          <a:p>
            <a:pPr marL="171450" indent="-171450">
              <a:buClr>
                <a:srgbClr val="00AB80"/>
              </a:buClr>
              <a:buFont typeface="Arial" panose="020B0604020202020204" pitchFamily="34" charset="0"/>
              <a:buChar char="•"/>
            </a:pPr>
            <a:r>
              <a:rPr lang="en-US" sz="900" dirty="0">
                <a:latin typeface="Roboto Light"/>
                <a:ea typeface="Roboto Light"/>
                <a:cs typeface="Roboto Light"/>
              </a:rPr>
              <a:t>GCP, Azure</a:t>
            </a:r>
          </a:p>
          <a:p>
            <a:pPr marL="171450" indent="-171450">
              <a:buClr>
                <a:srgbClr val="00AB80"/>
              </a:buClr>
              <a:buFont typeface="Arial" panose="020B0604020202020204" pitchFamily="34" charset="0"/>
              <a:buChar char="•"/>
            </a:pPr>
            <a:r>
              <a:rPr lang="en-US" sz="900" dirty="0">
                <a:latin typeface="Roboto Light"/>
                <a:ea typeface="Roboto Light"/>
                <a:cs typeface="Roboto Light"/>
              </a:rPr>
              <a:t>Collibra</a:t>
            </a:r>
          </a:p>
          <a:p>
            <a:pPr marL="171450" indent="-171450">
              <a:buClr>
                <a:srgbClr val="00AB80"/>
              </a:buClr>
              <a:buFont typeface="Arial" panose="020B0604020202020204" pitchFamily="34" charset="0"/>
              <a:buChar char="•"/>
            </a:pPr>
            <a:r>
              <a:rPr lang="en-US" sz="900" dirty="0">
                <a:latin typeface="Roboto Light"/>
                <a:ea typeface="Roboto Light"/>
                <a:cs typeface="Roboto Light"/>
              </a:rPr>
              <a:t>SQL</a:t>
            </a:r>
          </a:p>
          <a:p>
            <a:pPr marL="171450" indent="-171450">
              <a:buClr>
                <a:srgbClr val="00AB80"/>
              </a:buClr>
              <a:buFont typeface="Arial" panose="020B0604020202020204" pitchFamily="34" charset="0"/>
              <a:buChar char="•"/>
            </a:pPr>
            <a:r>
              <a:rPr lang="en-US" sz="900" dirty="0">
                <a:latin typeface="Roboto Light"/>
                <a:ea typeface="Roboto Light"/>
                <a:cs typeface="Roboto Light"/>
              </a:rPr>
              <a:t>Power BI</a:t>
            </a:r>
          </a:p>
          <a:p>
            <a:pPr marL="171450" indent="-171450">
              <a:buClr>
                <a:srgbClr val="00AB80"/>
              </a:buClr>
              <a:buFont typeface="Arial" panose="020B0604020202020204" pitchFamily="34" charset="0"/>
              <a:buChar char="•"/>
            </a:pPr>
            <a:r>
              <a:rPr lang="en-US" sz="900" dirty="0">
                <a:latin typeface="Roboto Light"/>
                <a:ea typeface="Roboto Light"/>
                <a:cs typeface="Roboto Light"/>
              </a:rPr>
              <a:t>Advanced Excel</a:t>
            </a:r>
          </a:p>
          <a:p>
            <a:pPr marL="171450" indent="-171450">
              <a:buClr>
                <a:srgbClr val="00AB80"/>
              </a:buClr>
              <a:buFont typeface="Arial" panose="020B0604020202020204" pitchFamily="34" charset="0"/>
              <a:buChar char="•"/>
            </a:pPr>
            <a:r>
              <a:rPr lang="en-US" sz="900" dirty="0">
                <a:latin typeface="Roboto Light"/>
                <a:ea typeface="Roboto Light"/>
                <a:cs typeface="Roboto Light"/>
              </a:rPr>
              <a:t>Python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cs typeface="Roboto Light"/>
              </a:rPr>
              <a:t>Oracle</a:t>
            </a:r>
          </a:p>
          <a:p>
            <a:pPr marL="171450" indent="-171450">
              <a:buClr>
                <a:srgbClr val="00AB80"/>
              </a:buClr>
              <a:buFont typeface="Arial" panose="020B0604020202020204" pitchFamily="34" charset="0"/>
              <a:buChar char="•"/>
            </a:pPr>
            <a:r>
              <a:rPr lang="en-US" sz="900" dirty="0">
                <a:latin typeface="Roboto Light"/>
                <a:ea typeface="Roboto Light"/>
                <a:cs typeface="Roboto Light"/>
              </a:rPr>
              <a:t>Miro</a:t>
            </a:r>
          </a:p>
          <a:p>
            <a:pPr marL="171450" indent="-171450">
              <a:buClr>
                <a:srgbClr val="00AB80"/>
              </a:buClr>
              <a:buFont typeface="Arial" panose="020B0604020202020204" pitchFamily="34" charset="0"/>
              <a:buChar char="•"/>
            </a:pPr>
            <a:r>
              <a:rPr lang="en-US" sz="900" dirty="0">
                <a:latin typeface="Roboto Light"/>
                <a:ea typeface="Roboto Light"/>
                <a:cs typeface="Roboto Light"/>
              </a:rPr>
              <a:t>Visio</a:t>
            </a:r>
          </a:p>
          <a:p>
            <a:pPr marL="171450" indent="-171450">
              <a:buClr>
                <a:srgbClr val="00AB80"/>
              </a:buClr>
              <a:buFont typeface="Arial" panose="020B0604020202020204" pitchFamily="34" charset="0"/>
              <a:buChar char="•"/>
            </a:pPr>
            <a:r>
              <a:rPr lang="en-US" sz="900" dirty="0">
                <a:latin typeface="Roboto Light"/>
                <a:ea typeface="Roboto Light"/>
                <a:cs typeface="Roboto Light"/>
              </a:rPr>
              <a:t>Jira</a:t>
            </a: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390956"/>
            <a:ext cx="0" cy="1099498"/>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DF5C07D1-699B-6521-9CED-FA9798B1C61A}"/>
              </a:ext>
            </a:extLst>
          </p:cNvPr>
          <p:cNvGrpSpPr/>
          <p:nvPr/>
        </p:nvGrpSpPr>
        <p:grpSpPr>
          <a:xfrm>
            <a:off x="3335753" y="2504569"/>
            <a:ext cx="4628712" cy="1733497"/>
            <a:chOff x="3335753" y="3165000"/>
            <a:chExt cx="4628712" cy="1883628"/>
          </a:xfrm>
        </p:grpSpPr>
        <p:sp>
          <p:nvSpPr>
            <p:cNvPr id="2" name="TextBox 1">
              <a:extLst>
                <a:ext uri="{FF2B5EF4-FFF2-40B4-BE49-F238E27FC236}">
                  <a16:creationId xmlns:a16="http://schemas.microsoft.com/office/drawing/2014/main" id="{2FA774CA-3857-9308-4D38-9414B0CC2B95}"/>
                </a:ext>
              </a:extLst>
            </p:cNvPr>
            <p:cNvSpPr txBox="1"/>
            <p:nvPr/>
          </p:nvSpPr>
          <p:spPr>
            <a:xfrm>
              <a:off x="3335753" y="3165000"/>
              <a:ext cx="4553731" cy="276999"/>
            </a:xfrm>
            <a:prstGeom prst="rect">
              <a:avLst/>
            </a:prstGeom>
            <a:noFill/>
          </p:spPr>
          <p:txBody>
            <a:bodyPr wrap="square" lIns="91440" tIns="45720" rIns="91440" bIns="45720" rtlCol="0" anchor="t">
              <a:spAutoFit/>
            </a:bodyPr>
            <a:lstStyle/>
            <a:p>
              <a:r>
                <a:rPr lang="en-AU" sz="1200" b="1" dirty="0">
                  <a:solidFill>
                    <a:srgbClr val="ED7D31"/>
                  </a:solidFill>
                  <a:latin typeface="Roboto"/>
                  <a:ea typeface="Roboto"/>
                  <a:cs typeface="Roboto"/>
                </a:rPr>
                <a:t>Large Hospitality Organisation – Data Analyst</a:t>
              </a:r>
              <a:endParaRPr lang="en-US" dirty="0"/>
            </a:p>
          </p:txBody>
        </p:sp>
        <p:grpSp>
          <p:nvGrpSpPr>
            <p:cNvPr id="163" name="Group 162">
              <a:extLst>
                <a:ext uri="{FF2B5EF4-FFF2-40B4-BE49-F238E27FC236}">
                  <a16:creationId xmlns:a16="http://schemas.microsoft.com/office/drawing/2014/main" id="{E52FDF9F-B084-9074-7DB9-539AD5456487}"/>
                </a:ext>
              </a:extLst>
            </p:cNvPr>
            <p:cNvGrpSpPr/>
            <p:nvPr/>
          </p:nvGrpSpPr>
          <p:grpSpPr>
            <a:xfrm>
              <a:off x="3428144" y="3450814"/>
              <a:ext cx="4536321" cy="1597814"/>
              <a:chOff x="5030740" y="1846762"/>
              <a:chExt cx="4845492" cy="1597814"/>
            </a:xfrm>
          </p:grpSpPr>
          <p:sp>
            <p:nvSpPr>
              <p:cNvPr id="10" name="TextBox 9">
                <a:extLst>
                  <a:ext uri="{FF2B5EF4-FFF2-40B4-BE49-F238E27FC236}">
                    <a16:creationId xmlns:a16="http://schemas.microsoft.com/office/drawing/2014/main" id="{06312B81-BCF1-2796-C112-3DBE0E02F483}"/>
                  </a:ext>
                </a:extLst>
              </p:cNvPr>
              <p:cNvSpPr txBox="1"/>
              <p:nvPr/>
            </p:nvSpPr>
            <p:spPr>
              <a:xfrm>
                <a:off x="5067199" y="1846762"/>
                <a:ext cx="4809033" cy="1477328"/>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US" sz="1000" dirty="0">
                    <a:latin typeface="Roboto Light"/>
                    <a:ea typeface="Roboto Light"/>
                    <a:cs typeface="Roboto Light"/>
                  </a:rPr>
                  <a:t>Assisted in consolidating siloed HR systems into a unified platform by mapping data from legacy systems to the new environment.</a:t>
                </a:r>
                <a:endParaRPr lang="en-US"/>
              </a:p>
              <a:p>
                <a:r>
                  <a:rPr lang="en-US" sz="1000" dirty="0">
                    <a:latin typeface="Roboto Light"/>
                    <a:ea typeface="Roboto Light"/>
                    <a:cs typeface="Roboto Light"/>
                  </a:rPr>
                  <a:t>Worked closely with key stakeholders to ensure accurate data mapping, enabling the construction of data ingestion pipelines in Azure Data Factory for migration, transformation and cleansing.</a:t>
                </a:r>
                <a:endParaRPr lang="en-AU" sz="1000" dirty="0">
                  <a:latin typeface="Roboto Light"/>
                  <a:ea typeface="Roboto Light"/>
                  <a:cs typeface="Roboto Light"/>
                </a:endParaRPr>
              </a:p>
              <a:p>
                <a:r>
                  <a:rPr lang="en-US" sz="1000" dirty="0">
                    <a:latin typeface="Roboto Light"/>
                    <a:ea typeface="Roboto Light"/>
                    <a:cs typeface="Roboto Light"/>
                  </a:rPr>
                  <a:t>Led the effort to identify and document data quality issues during the migration, resulting in a comprehensive data quality assessment report. This enabled executive-level discussions around the extent of data quality issues and supported decisions on future data quality initiatives.</a:t>
                </a:r>
              </a:p>
            </p:txBody>
          </p: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5030740" y="1890190"/>
                <a:ext cx="0" cy="1554386"/>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3328738"/>
            <a:ext cx="1648720" cy="215444"/>
          </a:xfrm>
          <a:prstGeom prst="rect">
            <a:avLst/>
          </a:prstGeom>
          <a:noFill/>
        </p:spPr>
        <p:txBody>
          <a:bodyPr wrap="none" lIns="0" tIns="0" rIns="0" bIns="0" rtlCol="0">
            <a:spAutoFit/>
          </a:bodyPr>
          <a:lstStyle/>
          <a:p>
            <a:pPr algn="ctr"/>
            <a:r>
              <a:rPr lang="en-US" sz="1400" b="1" spc="388">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6"/>
            <a:ext cx="0" cy="5983713"/>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544182"/>
            <a:ext cx="1951941" cy="3231654"/>
            <a:chOff x="8106458" y="2681447"/>
            <a:chExt cx="1951941" cy="3231654"/>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3231654"/>
            </a:xfrm>
            <a:prstGeom prst="rect">
              <a:avLst/>
            </a:prstGeom>
            <a:noFill/>
          </p:spPr>
          <p:txBody>
            <a:bodyPr wrap="square">
              <a:spAutoFit/>
            </a:bodyPr>
            <a:lstStyle/>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latin typeface="Roboto Light" panose="02000000000000000000" pitchFamily="2" charset="0"/>
                  <a:ea typeface="Calibri" panose="020F0502020204030204" pitchFamily="34" charset="0"/>
                </a:rPr>
                <a:t>Google Cloud Certified – Data Engineer &amp; Cloud Digital Leader</a:t>
              </a: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latin typeface="Roboto Light" panose="02000000000000000000" pitchFamily="2" charset="0"/>
                  <a:ea typeface="Calibri" panose="020F0502020204030204" pitchFamily="34" charset="0"/>
                </a:rPr>
                <a:t>Collibra Certified – Data Steward, Integration Engineer &amp; Workflow Engineer</a:t>
              </a:r>
            </a:p>
            <a:p>
              <a:pPr>
                <a:tabLst>
                  <a:tab pos="3819525" algn="l"/>
                  <a:tab pos="3895725" algn="l"/>
                </a:tabLst>
              </a:pPr>
              <a:endParaRPr lang="en-US"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US" sz="1200">
                  <a:solidFill>
                    <a:srgbClr val="00AB80"/>
                  </a:solidFill>
                  <a:latin typeface="Roboto Light" panose="02000000000000000000" pitchFamily="2" charset="0"/>
                  <a:ea typeface="Calibri" panose="020F0502020204030204" pitchFamily="34" charset="0"/>
                </a:rPr>
                <a:t>Master – Business Information Systems </a:t>
              </a:r>
            </a:p>
            <a:p>
              <a:pPr>
                <a:tabLst>
                  <a:tab pos="3819525" algn="l"/>
                  <a:tab pos="3895725" algn="l"/>
                </a:tabLst>
              </a:pPr>
              <a:endParaRPr lang="en-US"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US" sz="1200">
                  <a:solidFill>
                    <a:srgbClr val="00AB80"/>
                  </a:solidFill>
                  <a:latin typeface="Roboto Light" panose="02000000000000000000" pitchFamily="2" charset="0"/>
                  <a:ea typeface="Calibri" panose="020F0502020204030204" pitchFamily="34" charset="0"/>
                </a:rPr>
                <a:t>Bachelor </a:t>
              </a:r>
              <a:r>
                <a:rPr lang="en-GB" sz="1200">
                  <a:solidFill>
                    <a:srgbClr val="00AB80"/>
                  </a:solidFill>
                  <a:latin typeface="Roboto Light" panose="02000000000000000000" pitchFamily="2" charset="0"/>
                  <a:ea typeface="Calibri" panose="020F0502020204030204" pitchFamily="34" charset="0"/>
                </a:rPr>
                <a:t>– Biomedical Sciences, Swinburne University</a:t>
              </a:r>
              <a:endParaRPr lang="en-US"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endParaRPr lang="en-AU" sz="1200">
                <a:solidFill>
                  <a:srgbClr val="00AB80"/>
                </a:solidFill>
                <a:effectLst/>
                <a:latin typeface="Times New Roman" panose="02020603050405020304" pitchFamily="18" charset="0"/>
                <a:ea typeface="Calibri" panose="020F0502020204030204" pitchFamily="34" charset="0"/>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46651" y="5711189"/>
            <a:ext cx="1495675" cy="21698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Consulting</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Problem Solving</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Business Analysis</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Business Intelligence</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Data Analysis</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Data Governance</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Data Visualisation</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Data Dashboards</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Data Modelling</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Networking &amp; Influencing</a:t>
            </a:r>
          </a:p>
          <a:p>
            <a:pPr marL="171450" indent="-171450">
              <a:buClr>
                <a:srgbClr val="00AB80"/>
              </a:buClr>
              <a:buFont typeface="Arial" panose="020B0604020202020204" pitchFamily="34" charset="0"/>
              <a:buChar char="•"/>
            </a:pPr>
            <a:endParaRPr lang="en-AU"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6" y="1044151"/>
            <a:ext cx="4894951" cy="276999"/>
          </a:xfrm>
          <a:prstGeom prst="rect">
            <a:avLst/>
          </a:prstGeom>
          <a:noFill/>
        </p:spPr>
        <p:txBody>
          <a:bodyPr wrap="square" lIns="91440" tIns="45720" rIns="91440" bIns="45720" rtlCol="0" anchor="t">
            <a:spAutoFit/>
          </a:bodyPr>
          <a:lstStyle/>
          <a:p>
            <a:r>
              <a:rPr lang="en-US" sz="1200" b="1" dirty="0">
                <a:solidFill>
                  <a:srgbClr val="0059FF"/>
                </a:solidFill>
                <a:latin typeface="Roboto"/>
                <a:ea typeface="Roboto"/>
                <a:cs typeface="Roboto"/>
              </a:rPr>
              <a:t>Education Institution – Data Analyst</a:t>
            </a:r>
            <a:endParaRPr lang="en-US" dirty="0"/>
          </a:p>
        </p:txBody>
      </p:sp>
      <p:grpSp>
        <p:nvGrpSpPr>
          <p:cNvPr id="29" name="Group 28">
            <a:extLst>
              <a:ext uri="{FF2B5EF4-FFF2-40B4-BE49-F238E27FC236}">
                <a16:creationId xmlns:a16="http://schemas.microsoft.com/office/drawing/2014/main" id="{BC0E9CD3-29BA-2A51-2E8D-A828719DD76D}"/>
              </a:ext>
            </a:extLst>
          </p:cNvPr>
          <p:cNvGrpSpPr/>
          <p:nvPr/>
        </p:nvGrpSpPr>
        <p:grpSpPr>
          <a:xfrm>
            <a:off x="3335752" y="4321784"/>
            <a:ext cx="4502644" cy="1556772"/>
            <a:chOff x="3335752" y="6030889"/>
            <a:chExt cx="4502644" cy="1954003"/>
          </a:xfrm>
        </p:grpSpPr>
        <p:grpSp>
          <p:nvGrpSpPr>
            <p:cNvPr id="18" name="Group 17">
              <a:extLst>
                <a:ext uri="{FF2B5EF4-FFF2-40B4-BE49-F238E27FC236}">
                  <a16:creationId xmlns:a16="http://schemas.microsoft.com/office/drawing/2014/main" id="{E0B3FDFC-4A78-346F-E1D4-E183BEB90A60}"/>
                </a:ext>
              </a:extLst>
            </p:cNvPr>
            <p:cNvGrpSpPr/>
            <p:nvPr/>
          </p:nvGrpSpPr>
          <p:grpSpPr>
            <a:xfrm>
              <a:off x="3428144" y="6353676"/>
              <a:ext cx="4410252" cy="1631216"/>
              <a:chOff x="5023753" y="4106685"/>
              <a:chExt cx="4576226" cy="1631216"/>
            </a:xfrm>
          </p:grpSpPr>
          <p:sp>
            <p:nvSpPr>
              <p:cNvPr id="19" name="TextBox 18">
                <a:extLst>
                  <a:ext uri="{FF2B5EF4-FFF2-40B4-BE49-F238E27FC236}">
                    <a16:creationId xmlns:a16="http://schemas.microsoft.com/office/drawing/2014/main" id="{7513C49A-2DF2-8111-FED4-FC07A8EAD258}"/>
                  </a:ext>
                </a:extLst>
              </p:cNvPr>
              <p:cNvSpPr txBox="1"/>
              <p:nvPr/>
            </p:nvSpPr>
            <p:spPr>
              <a:xfrm>
                <a:off x="5059474" y="4106685"/>
                <a:ext cx="4540505" cy="1323439"/>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a:latin typeface="Roboto Light"/>
                    <a:ea typeface="Roboto Light"/>
                    <a:cs typeface="Roboto Light"/>
                  </a:rPr>
                  <a:t>Supported a department in managing and forecasting resources by </a:t>
                </a:r>
                <a:r>
                  <a:rPr lang="en-AU" sz="1000" dirty="0">
                    <a:latin typeface="Roboto Light"/>
                    <a:ea typeface="Roboto Light"/>
                    <a:cs typeface="Roboto Light"/>
                  </a:rPr>
                  <a:t>mapping their data to a pre-existing Power BI report used by another department.</a:t>
                </a:r>
                <a:endParaRPr lang="en-US" dirty="0">
                  <a:latin typeface="Roboto Light"/>
                  <a:ea typeface="Roboto Light"/>
                  <a:cs typeface="Roboto Light"/>
                </a:endParaRPr>
              </a:p>
              <a:p>
                <a:r>
                  <a:rPr lang="en-AU" sz="1000" dirty="0">
                    <a:latin typeface="Roboto Light"/>
                    <a:ea typeface="Roboto Light"/>
                    <a:cs typeface="Roboto Light"/>
                  </a:rPr>
                  <a:t>Analysed data elements and validated that the department's data was suitable for integration with the Power BI report.</a:t>
                </a:r>
                <a:endParaRPr lang="en-AU" dirty="0">
                  <a:cs typeface="Roboto Light" panose="02000000000000000000" pitchFamily="2" charset="0"/>
                </a:endParaRPr>
              </a:p>
              <a:p>
                <a:r>
                  <a:rPr lang="en-AU" sz="1000">
                    <a:latin typeface="Roboto Light"/>
                    <a:ea typeface="Roboto Light"/>
                    <a:cs typeface="Roboto Light"/>
                  </a:rPr>
                  <a:t>Enabled the construction of a data ingestion pipeline in Azure, allowing the </a:t>
                </a:r>
                <a:r>
                  <a:rPr lang="en-AU" sz="1000" dirty="0">
                    <a:latin typeface="Roboto Light"/>
                    <a:ea typeface="Roboto Light"/>
                    <a:cs typeface="Roboto Light"/>
                  </a:rPr>
                  <a:t>department to leverage the Power BI report for effective resource management and forecasting.</a:t>
                </a:r>
                <a:endParaRPr lang="en-AU" dirty="0">
                  <a:cs typeface="Roboto Light" panose="02000000000000000000" pitchFamily="2" charset="0"/>
                </a:endParaRPr>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5023753" y="4198160"/>
                <a:ext cx="0" cy="1539741"/>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6059F888-3BDF-A1C0-65E5-CB6FDD43D97C}"/>
                </a:ext>
              </a:extLst>
            </p:cNvPr>
            <p:cNvSpPr txBox="1"/>
            <p:nvPr/>
          </p:nvSpPr>
          <p:spPr>
            <a:xfrm>
              <a:off x="3335752" y="6030889"/>
              <a:ext cx="4423936" cy="276999"/>
            </a:xfrm>
            <a:prstGeom prst="rect">
              <a:avLst/>
            </a:prstGeom>
            <a:noFill/>
          </p:spPr>
          <p:txBody>
            <a:bodyPr wrap="square" lIns="91440" tIns="45720" rIns="91440" bIns="45720" rtlCol="0" anchor="t">
              <a:spAutoFit/>
            </a:bodyPr>
            <a:lstStyle/>
            <a:p>
              <a:r>
                <a:rPr lang="en-AU" sz="1200" b="1" dirty="0">
                  <a:solidFill>
                    <a:srgbClr val="A93584"/>
                  </a:solidFill>
                  <a:latin typeface="Roboto"/>
                  <a:ea typeface="Roboto"/>
                  <a:cs typeface="Roboto"/>
                </a:rPr>
                <a:t>Government Transport Organisation – Data Analyst</a:t>
              </a:r>
              <a:endParaRPr lang="en-US" dirty="0"/>
            </a:p>
          </p:txBody>
        </p:sp>
      </p:grpSp>
      <p:sp>
        <p:nvSpPr>
          <p:cNvPr id="16" name="TextBox 15">
            <a:extLst>
              <a:ext uri="{FF2B5EF4-FFF2-40B4-BE49-F238E27FC236}">
                <a16:creationId xmlns:a16="http://schemas.microsoft.com/office/drawing/2014/main" id="{7A53ACAB-BBC9-A3AA-740D-EB947374392F}"/>
              </a:ext>
            </a:extLst>
          </p:cNvPr>
          <p:cNvSpPr txBox="1"/>
          <p:nvPr/>
        </p:nvSpPr>
        <p:spPr>
          <a:xfrm>
            <a:off x="8118489" y="1456630"/>
            <a:ext cx="1951941" cy="1723549"/>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a:solidFill>
                  <a:srgbClr val="00AB80"/>
                </a:solidFill>
              </a:rPr>
              <a:t>Logistics</a:t>
            </a:r>
          </a:p>
          <a:p>
            <a:pPr marL="0" indent="0">
              <a:lnSpc>
                <a:spcPct val="150000"/>
              </a:lnSpc>
              <a:buNone/>
            </a:pPr>
            <a:r>
              <a:rPr lang="en-GB" sz="1200">
                <a:solidFill>
                  <a:srgbClr val="00AB80"/>
                </a:solidFill>
              </a:rPr>
              <a:t>Retail</a:t>
            </a:r>
          </a:p>
          <a:p>
            <a:pPr marL="0" indent="0">
              <a:lnSpc>
                <a:spcPct val="150000"/>
              </a:lnSpc>
              <a:buNone/>
            </a:pPr>
            <a:r>
              <a:rPr lang="en-GB" sz="1200">
                <a:solidFill>
                  <a:srgbClr val="00AB80"/>
                </a:solidFill>
              </a:rPr>
              <a:t>Financial Services</a:t>
            </a:r>
          </a:p>
          <a:p>
            <a:pPr marL="0" indent="0">
              <a:lnSpc>
                <a:spcPct val="150000"/>
              </a:lnSpc>
              <a:buNone/>
            </a:pPr>
            <a:r>
              <a:rPr lang="en-GB" sz="1200">
                <a:solidFill>
                  <a:srgbClr val="00AB80"/>
                </a:solidFill>
              </a:rPr>
              <a:t>Big 4 Banks</a:t>
            </a:r>
          </a:p>
          <a:p>
            <a:pPr marL="0" indent="0">
              <a:lnSpc>
                <a:spcPct val="150000"/>
              </a:lnSpc>
              <a:buNone/>
            </a:pPr>
            <a:r>
              <a:rPr lang="en-GB" sz="1200">
                <a:solidFill>
                  <a:srgbClr val="00AB80"/>
                </a:solidFill>
              </a:rPr>
              <a:t>Wagering</a:t>
            </a:r>
          </a:p>
          <a:p>
            <a:pPr marL="0" indent="0">
              <a:lnSpc>
                <a:spcPct val="150000"/>
              </a:lnSpc>
              <a:buNone/>
            </a:pPr>
            <a:r>
              <a:rPr lang="en-GB" sz="1200">
                <a:solidFill>
                  <a:srgbClr val="00AB80"/>
                </a:solidFill>
              </a:rPr>
              <a:t>Education</a:t>
            </a:r>
          </a:p>
        </p:txBody>
      </p:sp>
      <p:grpSp>
        <p:nvGrpSpPr>
          <p:cNvPr id="8" name="Group 7">
            <a:extLst>
              <a:ext uri="{FF2B5EF4-FFF2-40B4-BE49-F238E27FC236}">
                <a16:creationId xmlns:a16="http://schemas.microsoft.com/office/drawing/2014/main" id="{7FF22810-A81C-1E26-DEDB-FC1128FF3FF6}"/>
              </a:ext>
            </a:extLst>
          </p:cNvPr>
          <p:cNvGrpSpPr/>
          <p:nvPr/>
        </p:nvGrpSpPr>
        <p:grpSpPr>
          <a:xfrm>
            <a:off x="3335310" y="5905183"/>
            <a:ext cx="4502644" cy="1649911"/>
            <a:chOff x="3335752" y="6030889"/>
            <a:chExt cx="4502644" cy="1852753"/>
          </a:xfrm>
        </p:grpSpPr>
        <p:grpSp>
          <p:nvGrpSpPr>
            <p:cNvPr id="12" name="Group 11">
              <a:extLst>
                <a:ext uri="{FF2B5EF4-FFF2-40B4-BE49-F238E27FC236}">
                  <a16:creationId xmlns:a16="http://schemas.microsoft.com/office/drawing/2014/main" id="{8E54BB47-6500-9143-1EED-BA5DAA5B9A60}"/>
                </a:ext>
              </a:extLst>
            </p:cNvPr>
            <p:cNvGrpSpPr/>
            <p:nvPr/>
          </p:nvGrpSpPr>
          <p:grpSpPr>
            <a:xfrm>
              <a:off x="3428144" y="6353676"/>
              <a:ext cx="4410252" cy="1529966"/>
              <a:chOff x="5023753" y="4106685"/>
              <a:chExt cx="4576226" cy="1529966"/>
            </a:xfrm>
          </p:grpSpPr>
          <p:sp>
            <p:nvSpPr>
              <p:cNvPr id="31" name="TextBox 30">
                <a:extLst>
                  <a:ext uri="{FF2B5EF4-FFF2-40B4-BE49-F238E27FC236}">
                    <a16:creationId xmlns:a16="http://schemas.microsoft.com/office/drawing/2014/main" id="{C49A01F4-5B85-75C2-EEDA-4E9B8CDA846E}"/>
                  </a:ext>
                </a:extLst>
              </p:cNvPr>
              <p:cNvSpPr txBox="1"/>
              <p:nvPr/>
            </p:nvSpPr>
            <p:spPr>
              <a:xfrm>
                <a:off x="5059474" y="4106685"/>
                <a:ext cx="4540505" cy="1486144"/>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dirty="0">
                    <a:latin typeface="Roboto Light"/>
                    <a:ea typeface="Roboto Light"/>
                    <a:cs typeface="Roboto Light"/>
                  </a:rPr>
                  <a:t>Developed a proof of concept to extract data from unstructured invoices (PDFs) and convert it into structured data stored in </a:t>
                </a:r>
                <a:r>
                  <a:rPr lang="en-AU" sz="1000" dirty="0" err="1">
                    <a:latin typeface="Roboto Light"/>
                    <a:ea typeface="Roboto Light"/>
                    <a:cs typeface="Roboto Light"/>
                  </a:rPr>
                  <a:t>BigQuery</a:t>
                </a:r>
                <a:r>
                  <a:rPr lang="en-AU" sz="1000" dirty="0">
                    <a:latin typeface="Roboto Light"/>
                    <a:ea typeface="Roboto Light"/>
                    <a:cs typeface="Roboto Light"/>
                  </a:rPr>
                  <a:t> for analysis.</a:t>
                </a:r>
                <a:endParaRPr lang="en-US" dirty="0">
                  <a:cs typeface="Roboto Light" panose="02000000000000000000" pitchFamily="2" charset="0"/>
                </a:endParaRPr>
              </a:p>
              <a:p>
                <a:r>
                  <a:rPr lang="en-AU" sz="1000">
                    <a:latin typeface="Roboto Light"/>
                    <a:ea typeface="Roboto Light"/>
                    <a:cs typeface="Roboto Light"/>
                  </a:rPr>
                  <a:t>Utilised GCP, Cloud Functions and Gemini Flash for data extraction, </a:t>
                </a:r>
                <a:r>
                  <a:rPr lang="en-AU" sz="1000" dirty="0">
                    <a:latin typeface="Roboto Light"/>
                    <a:ea typeface="Roboto Light"/>
                    <a:cs typeface="Roboto Light"/>
                  </a:rPr>
                  <a:t>followed by building a Looker Studio dashboard to demonstrate reporting capabilities.</a:t>
                </a:r>
                <a:endParaRPr lang="en-AU" dirty="0"/>
              </a:p>
              <a:p>
                <a:r>
                  <a:rPr lang="en-AU" sz="1000" dirty="0">
                    <a:latin typeface="Roboto Light"/>
                    <a:ea typeface="Roboto Light"/>
                    <a:cs typeface="Roboto Light"/>
                  </a:rPr>
                  <a:t>Created solution architecture and presented the POC to executives, showcasing the potential for advanced business intelligence.</a:t>
                </a:r>
                <a:endParaRPr lang="en-AU" dirty="0"/>
              </a:p>
            </p:txBody>
          </p:sp>
          <p:cxnSp>
            <p:nvCxnSpPr>
              <p:cNvPr id="32" name="Straight Connector 31">
                <a:extLst>
                  <a:ext uri="{FF2B5EF4-FFF2-40B4-BE49-F238E27FC236}">
                    <a16:creationId xmlns:a16="http://schemas.microsoft.com/office/drawing/2014/main" id="{886592B1-E601-2313-FA55-59B17CF2E308}"/>
                  </a:ext>
                </a:extLst>
              </p:cNvPr>
              <p:cNvCxnSpPr>
                <a:cxnSpLocks/>
              </p:cNvCxnSpPr>
              <p:nvPr/>
            </p:nvCxnSpPr>
            <p:spPr>
              <a:xfrm>
                <a:off x="5023753" y="4198160"/>
                <a:ext cx="0" cy="1438491"/>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sp>
          <p:nvSpPr>
            <p:cNvPr id="30" name="TextBox 29">
              <a:extLst>
                <a:ext uri="{FF2B5EF4-FFF2-40B4-BE49-F238E27FC236}">
                  <a16:creationId xmlns:a16="http://schemas.microsoft.com/office/drawing/2014/main" id="{9E4B4C83-8563-7129-2979-EEEA739E0A2F}"/>
                </a:ext>
              </a:extLst>
            </p:cNvPr>
            <p:cNvSpPr txBox="1"/>
            <p:nvPr/>
          </p:nvSpPr>
          <p:spPr>
            <a:xfrm>
              <a:off x="3335752" y="6030889"/>
              <a:ext cx="4423936" cy="311054"/>
            </a:xfrm>
            <a:prstGeom prst="rect">
              <a:avLst/>
            </a:prstGeom>
            <a:noFill/>
          </p:spPr>
          <p:txBody>
            <a:bodyPr wrap="square" lIns="91440" tIns="45720" rIns="91440" bIns="45720" rtlCol="0" anchor="t">
              <a:spAutoFit/>
            </a:bodyPr>
            <a:lstStyle/>
            <a:p>
              <a:r>
                <a:rPr lang="en-AU" sz="1200" b="1" dirty="0">
                  <a:solidFill>
                    <a:srgbClr val="00AB80"/>
                  </a:solidFill>
                  <a:latin typeface="Roboto"/>
                  <a:ea typeface="Roboto Light"/>
                  <a:cs typeface="Roboto Light"/>
                </a:rPr>
                <a:t>Agricultural Organisation – Data Engineer</a:t>
              </a:r>
              <a:endParaRPr lang="en-US" sz="1200" b="1" dirty="0">
                <a:solidFill>
                  <a:srgbClr val="00AB80"/>
                </a:solidFill>
                <a:latin typeface="Roboto"/>
                <a:ea typeface="Roboto Light"/>
                <a:cs typeface="Roboto Light"/>
              </a:endParaRPr>
            </a:p>
          </p:txBody>
        </p:sp>
      </p:grpSp>
    </p:spTree>
    <p:extLst>
      <p:ext uri="{BB962C8B-B14F-4D97-AF65-F5344CB8AC3E}">
        <p14:creationId xmlns:p14="http://schemas.microsoft.com/office/powerpoint/2010/main" val="75897032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BEDE27A-5D3F-48EC-A4D1-3F35063BDCD3}">
  <ds:schemaRefs>
    <ds:schemaRef ds:uri="http://schemas.microsoft.com/sharepoint/v3/contenttype/forms"/>
  </ds:schemaRefs>
</ds:datastoreItem>
</file>

<file path=customXml/itemProps2.xml><?xml version="1.0" encoding="utf-8"?>
<ds:datastoreItem xmlns:ds="http://schemas.openxmlformats.org/officeDocument/2006/customXml" ds:itemID="{E7546DF1-B6E1-4B92-A818-04F143419C2B}">
  <ds:schemaRefs>
    <ds:schemaRef ds:uri="daf93972-1964-4522-aa34-640805a01c3a"/>
    <ds:schemaRef ds:uri="e52cd9e7-35e5-4bd3-9cab-ca6a63c31e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2CBCFD15-CFFF-49AE-B6C5-12DE46320969}">
  <ds:schemaRefs>
    <ds:schemaRef ds:uri="http://purl.org/dc/dcmitype/"/>
    <ds:schemaRef ds:uri="http://purl.org/dc/elements/1.1/"/>
    <ds:schemaRef ds:uri="http://schemas.microsoft.com/office/2006/documentManagement/types"/>
    <ds:schemaRef ds:uri="http://schemas.openxmlformats.org/package/2006/metadata/core-properties"/>
    <ds:schemaRef ds:uri="http://schemas.microsoft.com/office/infopath/2007/PartnerControls"/>
    <ds:schemaRef ds:uri="e52cd9e7-35e5-4bd3-9cab-ca6a63c31e52"/>
    <ds:schemaRef ds:uri="daf93972-1964-4522-aa34-640805a01c3a"/>
    <ds:schemaRef ds:uri="http://schemas.microsoft.com/office/2006/metadata/properties"/>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535</Words>
  <Application>Microsoft Office PowerPoint</Application>
  <PresentationFormat>Custom</PresentationFormat>
  <Paragraphs>76</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77</cp:revision>
  <dcterms:created xsi:type="dcterms:W3CDTF">2019-12-03T01:50:37Z</dcterms:created>
  <dcterms:modified xsi:type="dcterms:W3CDTF">2024-10-16T23:33:59Z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