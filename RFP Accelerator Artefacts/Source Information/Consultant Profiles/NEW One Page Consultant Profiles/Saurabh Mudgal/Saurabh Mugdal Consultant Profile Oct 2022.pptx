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sldIdLst>
    <p:sldId id="270" r:id="rId2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90" d="100"/>
          <a:sy n="90" d="100"/>
        </p:scale>
        <p:origin x="2478" y="1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93730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Saurabh</a:t>
            </a:r>
          </a:p>
          <a:p>
            <a:r>
              <a:rPr lang="en-US" sz="2800" b="1" dirty="0" err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Mugdal</a:t>
            </a:r>
            <a:endParaRPr lang="en-US" sz="2800" b="1" dirty="0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12703" y="1550519"/>
            <a:ext cx="2879597" cy="1715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Saurabh is a Seasoned Professional with over 16 years of experience in various large organisations including Lead Analyst and Engineering roles. A Google Cloud Certified Professional Data Engineer, Saurabh has extensive hands-on experience in designing BI and Data Integration Solutions. Experience with R and statistical algorithms such as Forecasting, Predictive modelling, machine learning and Regression.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20128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66274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Oracle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Teradata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COGNOS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C#	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PL/SQL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Github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Confluence .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447073"/>
            <a:ext cx="0" cy="1348032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3179000"/>
            <a:ext cx="4549884" cy="2708434"/>
            <a:chOff x="5030740" y="2268038"/>
            <a:chExt cx="4859979" cy="27084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4" y="2268038"/>
              <a:ext cx="4831245" cy="2708434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US" sz="1000" dirty="0"/>
                <a:t>System/Data Integration &amp; Workshop Facilitation for transformation of legacy reports to new EDW and Big Data Platform.</a:t>
              </a:r>
            </a:p>
            <a:p>
              <a:r>
                <a:rPr lang="en-US" sz="1000" dirty="0"/>
                <a:t>Data Governance – User Access Management, Row and Column level Security for analytics report.</a:t>
              </a:r>
            </a:p>
            <a:p>
              <a:r>
                <a:rPr lang="en-US" sz="1000" dirty="0"/>
                <a:t>Used Machine learning and statistical modelling technique to develop and evaluate algorithm to improve performance, Quality, data management and accuracy.</a:t>
              </a:r>
            </a:p>
            <a:p>
              <a:r>
                <a:rPr lang="en-US" sz="1000" dirty="0"/>
                <a:t> Performed Exploratory Data Analysis to understand the variables and relationship between them and formulate hypothesis that could be helpful when building predictive models.</a:t>
              </a:r>
            </a:p>
            <a:p>
              <a:r>
                <a:rPr lang="en-US" sz="1000" dirty="0"/>
                <a:t>Analysed the vendor design solution to ensure that solution aligned with business requirements.</a:t>
              </a:r>
            </a:p>
            <a:p>
              <a:r>
                <a:rPr lang="en-US" sz="1000" dirty="0"/>
                <a:t>Actively engaged with vendors (Amdocs, Infosys, Wipro, Tech M) a to deliver solution for complex business reports </a:t>
              </a:r>
            </a:p>
            <a:p>
              <a:r>
                <a:rPr lang="en-US" sz="1000" dirty="0"/>
                <a:t>Tested various reports and ETL load jobs in development, QA and production environment using SQLs.</a:t>
              </a:r>
            </a:p>
            <a:p>
              <a:endParaRPr lang="en-US" sz="100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2325935"/>
              <a:ext cx="0" cy="240773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687383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492965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2902827"/>
            <a:ext cx="1951941" cy="3231654"/>
            <a:chOff x="8106458" y="2681447"/>
            <a:chExt cx="1951941" cy="323165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231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Platform –  Certified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Business Analyst – CBAP Certified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Diploma –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Embedded Systems and VLSI Design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CDAC, India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Technology, Communications Engineering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Abdul Kalam Technical University, India 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2851953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Telecommunications Organisation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2" y="5747849"/>
            <a:ext cx="1510046" cy="20313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Dashboards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Software Project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Software Development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Scripting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96904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Entertainment &amp; Gaming Organisation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2" y="1373630"/>
            <a:ext cx="4405084" cy="166199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Established and managed Corporate Data Warehouse migration from an on-premise Sybase IQ database to the Google Cloud Platform. Responsibilities of this role included: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Designed data ingestion solution for Migration from Informatica to GCP.</a:t>
            </a:r>
          </a:p>
          <a:p>
            <a:r>
              <a:rPr lang="en-US" sz="1000" dirty="0">
                <a:solidFill>
                  <a:schemeClr val="bg1"/>
                </a:solidFill>
              </a:rPr>
              <a:t>Built data pipeline using Pub-Sub, Cloud Function, </a:t>
            </a:r>
            <a:r>
              <a:rPr lang="en-US" sz="1000" dirty="0" err="1">
                <a:solidFill>
                  <a:schemeClr val="bg1"/>
                </a:solidFill>
              </a:rPr>
              <a:t>Eventarc</a:t>
            </a:r>
            <a:r>
              <a:rPr lang="en-US" sz="1000" dirty="0">
                <a:solidFill>
                  <a:schemeClr val="bg1"/>
                </a:solidFill>
              </a:rPr>
              <a:t>, </a:t>
            </a:r>
            <a:r>
              <a:rPr lang="en-US" sz="1000" dirty="0" err="1">
                <a:solidFill>
                  <a:schemeClr val="bg1"/>
                </a:solidFill>
              </a:rPr>
              <a:t>BigQuery</a:t>
            </a:r>
            <a:r>
              <a:rPr lang="en-US" sz="1000" dirty="0">
                <a:solidFill>
                  <a:schemeClr val="bg1"/>
                </a:solidFill>
              </a:rPr>
              <a:t> and other GCP services with infrastructure as code to enable data migration for the customer.</a:t>
            </a:r>
          </a:p>
          <a:p>
            <a:r>
              <a:rPr lang="en-US" sz="1000" dirty="0">
                <a:solidFill>
                  <a:schemeClr val="bg1"/>
                </a:solidFill>
              </a:rPr>
              <a:t>Created bulk migration solution of 700+ Sybase routine into </a:t>
            </a:r>
            <a:r>
              <a:rPr lang="en-US" sz="1000" dirty="0" err="1">
                <a:solidFill>
                  <a:schemeClr val="bg1"/>
                </a:solidFill>
              </a:rPr>
              <a:t>BigQuery</a:t>
            </a:r>
            <a:r>
              <a:rPr lang="en-US" sz="1000" dirty="0">
                <a:solidFill>
                  <a:schemeClr val="bg1"/>
                </a:solidFill>
              </a:rPr>
              <a:t> dialect.</a:t>
            </a:r>
          </a:p>
          <a:p>
            <a:endParaRPr lang="en-US" sz="10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6031226"/>
            <a:ext cx="4584890" cy="1631216"/>
            <a:chOff x="5023753" y="4247510"/>
            <a:chExt cx="4757437" cy="16312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247510"/>
              <a:ext cx="4721716" cy="163121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US" sz="1000" dirty="0"/>
                <a:t>Managed Reporting requirement for all the compliance related changes by refining User stories </a:t>
              </a:r>
            </a:p>
            <a:p>
              <a:r>
                <a:rPr lang="en-US" sz="1000" dirty="0"/>
                <a:t>Created Data lineage to showcase data flow between different components </a:t>
              </a:r>
            </a:p>
            <a:p>
              <a:r>
                <a:rPr lang="en-US" sz="1000" dirty="0"/>
                <a:t>Created project specific data models using Enterprise Conceptual data model.</a:t>
              </a:r>
            </a:p>
            <a:p>
              <a:r>
                <a:rPr lang="en-US" sz="1000" dirty="0"/>
                <a:t>Solution designed in data warehouse and big data platform</a:t>
              </a:r>
            </a:p>
            <a:p>
              <a:r>
                <a:rPr lang="en-US" sz="1000" dirty="0"/>
                <a:t>Lead and conducted workshops with Business Unit &amp; enterprise-wide stakeholders </a:t>
              </a:r>
            </a:p>
            <a:p>
              <a:r>
                <a:rPr lang="en-US" sz="1000" dirty="0"/>
                <a:t>Development and handing over of artefacts to support Data Managers in their Data Governance responsibilities</a:t>
              </a:r>
              <a:endParaRPr lang="en-GB" sz="1000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312460"/>
              <a:ext cx="0" cy="1450192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5754227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Financial Services Organisation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B131CB-F34C-0D89-4684-BD31B041F534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Entertainment &amp; Gaming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Software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E6715D-3077-8AFF-8530-90F71B3599E0}"/>
              </a:ext>
            </a:extLst>
          </p:cNvPr>
          <p:cNvSpPr txBox="1"/>
          <p:nvPr/>
        </p:nvSpPr>
        <p:spPr>
          <a:xfrm>
            <a:off x="212704" y="3409777"/>
            <a:ext cx="2879596" cy="1715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Saurabh is a fantastic communicator who displays</a:t>
            </a:r>
            <a:r>
              <a:rPr lang="en-US" dirty="0"/>
              <a:t> excellent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interpersonal skills </a:t>
            </a:r>
            <a:r>
              <a:rPr lang="en-US" dirty="0"/>
              <a:t>and ability to 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resolve complex software problems. Coupled with his well-versed conduction of interviews with stakeholders, Saurabh is adept when planning and running workshops with broad stakeholder groups. </a:t>
            </a:r>
            <a:r>
              <a:rPr lang="en-AU" dirty="0"/>
              <a:t>A strong team player Saurabh is willing to assist others in any way to achieve personal/professional aspirations.</a:t>
            </a: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621BAD-AAF0-48EF-BF83-1B5402163048}"/>
</file>

<file path=customXml/itemProps2.xml><?xml version="1.0" encoding="utf-8"?>
<ds:datastoreItem xmlns:ds="http://schemas.openxmlformats.org/officeDocument/2006/customXml" ds:itemID="{7BEDE27A-5D3F-48EC-A4D1-3F35063BDCD3}"/>
</file>

<file path=customXml/itemProps3.xml><?xml version="1.0" encoding="utf-8"?>
<ds:datastoreItem xmlns:ds="http://schemas.openxmlformats.org/officeDocument/2006/customXml" ds:itemID="{2CBCFD15-CFFF-49AE-B6C5-12DE4632096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3644</TotalTime>
  <Words>516</Words>
  <Application>Microsoft Office PowerPoint</Application>
  <PresentationFormat>Custom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92</cp:revision>
  <dcterms:created xsi:type="dcterms:W3CDTF">2019-12-03T01:50:37Z</dcterms:created>
  <dcterms:modified xsi:type="dcterms:W3CDTF">2022-11-09T04:52:00Z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