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F2B3F"/>
    <a:srgbClr val="0059F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A24684-2EFB-EF99-60A2-11574320D7FC}" v="4" dt="2024-10-09T03:45:05.6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12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o Parente" userId="S::emilio.parente@intelia.com.au::01da3a18-a8c9-4a65-a55b-c6794ec7dcc4" providerId="AD" clId="Web-{85935768-1DCF-3622-EF13-C6567D2E8059}"/>
    <pc:docChg chg="modSld">
      <pc:chgData name="Emilio Parente" userId="S::emilio.parente@intelia.com.au::01da3a18-a8c9-4a65-a55b-c6794ec7dcc4" providerId="AD" clId="Web-{85935768-1DCF-3622-EF13-C6567D2E8059}" dt="2023-09-25T03:29:47.848" v="3" actId="20577"/>
      <pc:docMkLst>
        <pc:docMk/>
      </pc:docMkLst>
      <pc:sldChg chg="modSp">
        <pc:chgData name="Emilio Parente" userId="S::emilio.parente@intelia.com.au::01da3a18-a8c9-4a65-a55b-c6794ec7dcc4" providerId="AD" clId="Web-{85935768-1DCF-3622-EF13-C6567D2E8059}" dt="2023-09-25T03:29:47.848" v="3" actId="20577"/>
        <pc:sldMkLst>
          <pc:docMk/>
          <pc:sldMk cId="2009923557" sldId="270"/>
        </pc:sldMkLst>
        <pc:spChg chg="mod">
          <ac:chgData name="Emilio Parente" userId="S::emilio.parente@intelia.com.au::01da3a18-a8c9-4a65-a55b-c6794ec7dcc4" providerId="AD" clId="Web-{85935768-1DCF-3622-EF13-C6567D2E8059}" dt="2023-09-25T03:29:47.848" v="3" actId="20577"/>
          <ac:spMkLst>
            <pc:docMk/>
            <pc:sldMk cId="2009923557" sldId="270"/>
            <ac:spMk id="8" creationId="{59FEB941-5146-6B10-4E4D-8A4ADE918AEF}"/>
          </ac:spMkLst>
        </pc:spChg>
      </pc:sldChg>
    </pc:docChg>
  </pc:docChgLst>
  <pc:docChgLst>
    <pc:chgData name="Darcy Roach" userId="ba676ee9-e9b4-49e8-a515-8077106c948d" providerId="ADAL" clId="{BF548228-85A8-4A41-872A-6F7A93FD2E75}"/>
    <pc:docChg chg="undo custSel modSld">
      <pc:chgData name="Darcy Roach" userId="ba676ee9-e9b4-49e8-a515-8077106c948d" providerId="ADAL" clId="{BF548228-85A8-4A41-872A-6F7A93FD2E75}" dt="2023-07-31T23:54:37.041" v="1192" actId="208"/>
      <pc:docMkLst>
        <pc:docMk/>
      </pc:docMkLst>
      <pc:sldChg chg="addSp delSp modSp mod">
        <pc:chgData name="Darcy Roach" userId="ba676ee9-e9b4-49e8-a515-8077106c948d" providerId="ADAL" clId="{BF548228-85A8-4A41-872A-6F7A93FD2E75}" dt="2023-07-31T23:54:37.041" v="1192" actId="208"/>
        <pc:sldMkLst>
          <pc:docMk/>
          <pc:sldMk cId="2009923557" sldId="270"/>
        </pc:sldMkLst>
        <pc:spChg chg="mod">
          <ac:chgData name="Darcy Roach" userId="ba676ee9-e9b4-49e8-a515-8077106c948d" providerId="ADAL" clId="{BF548228-85A8-4A41-872A-6F7A93FD2E75}" dt="2023-07-31T23:15:38.399" v="867" actId="20577"/>
          <ac:spMkLst>
            <pc:docMk/>
            <pc:sldMk cId="2009923557" sldId="270"/>
            <ac:spMk id="4" creationId="{80F49B2F-21D4-F9EB-049F-717A10CB7D84}"/>
          </ac:spMkLst>
        </pc:spChg>
        <pc:spChg chg="mod">
          <ac:chgData name="Darcy Roach" userId="ba676ee9-e9b4-49e8-a515-8077106c948d" providerId="ADAL" clId="{BF548228-85A8-4A41-872A-6F7A93FD2E75}" dt="2023-07-31T06:31:52.030" v="541" actId="14100"/>
          <ac:spMkLst>
            <pc:docMk/>
            <pc:sldMk cId="2009923557" sldId="270"/>
            <ac:spMk id="6" creationId="{701E125D-B356-8A2A-B86B-AB6567CEABE1}"/>
          </ac:spMkLst>
        </pc:spChg>
        <pc:spChg chg="mod">
          <ac:chgData name="Darcy Roach" userId="ba676ee9-e9b4-49e8-a515-8077106c948d" providerId="ADAL" clId="{BF548228-85A8-4A41-872A-6F7A93FD2E75}" dt="2023-07-31T06:29:52.772" v="452" actId="20577"/>
          <ac:spMkLst>
            <pc:docMk/>
            <pc:sldMk cId="2009923557" sldId="270"/>
            <ac:spMk id="8" creationId="{59FEB941-5146-6B10-4E4D-8A4ADE918AEF}"/>
          </ac:spMkLst>
        </pc:spChg>
        <pc:spChg chg="mod">
          <ac:chgData name="Darcy Roach" userId="ba676ee9-e9b4-49e8-a515-8077106c948d" providerId="ADAL" clId="{BF548228-85A8-4A41-872A-6F7A93FD2E75}" dt="2023-07-31T05:53:40.846" v="28" actId="20577"/>
          <ac:spMkLst>
            <pc:docMk/>
            <pc:sldMk cId="2009923557" sldId="270"/>
            <ac:spMk id="13" creationId="{FD2720C9-A79F-BD7F-E179-674AD67D7892}"/>
          </ac:spMkLst>
        </pc:spChg>
        <pc:spChg chg="mod">
          <ac:chgData name="Darcy Roach" userId="ba676ee9-e9b4-49e8-a515-8077106c948d" providerId="ADAL" clId="{BF548228-85A8-4A41-872A-6F7A93FD2E75}" dt="2023-07-31T23:07:22.272" v="742" actId="20577"/>
          <ac:spMkLst>
            <pc:docMk/>
            <pc:sldMk cId="2009923557" sldId="270"/>
            <ac:spMk id="17" creationId="{1BDE5051-9F34-F139-742D-4450E5D6591E}"/>
          </ac:spMkLst>
        </pc:spChg>
        <pc:spChg chg="mod">
          <ac:chgData name="Darcy Roach" userId="ba676ee9-e9b4-49e8-a515-8077106c948d" providerId="ADAL" clId="{BF548228-85A8-4A41-872A-6F7A93FD2E75}" dt="2023-07-31T23:42:19.445" v="1186" actId="20577"/>
          <ac:spMkLst>
            <pc:docMk/>
            <pc:sldMk cId="2009923557" sldId="270"/>
            <ac:spMk id="19" creationId="{7513C49A-2DF2-8111-FED4-FC07A8EAD258}"/>
          </ac:spMkLst>
        </pc:spChg>
        <pc:spChg chg="mod">
          <ac:chgData name="Darcy Roach" userId="ba676ee9-e9b4-49e8-a515-8077106c948d" providerId="ADAL" clId="{BF548228-85A8-4A41-872A-6F7A93FD2E75}" dt="2023-07-31T22:57:12.299" v="673" actId="20577"/>
          <ac:spMkLst>
            <pc:docMk/>
            <pc:sldMk cId="2009923557" sldId="270"/>
            <ac:spMk id="26" creationId="{1A3D666D-00C8-D106-73C3-9FF300F8618C}"/>
          </ac:spMkLst>
        </pc:spChg>
        <pc:spChg chg="mod">
          <ac:chgData name="Darcy Roach" userId="ba676ee9-e9b4-49e8-a515-8077106c948d" providerId="ADAL" clId="{BF548228-85A8-4A41-872A-6F7A93FD2E75}" dt="2023-07-31T23:41:27.943" v="1180" actId="14100"/>
          <ac:spMkLst>
            <pc:docMk/>
            <pc:sldMk cId="2009923557" sldId="270"/>
            <ac:spMk id="28" creationId="{6059F888-3BDF-A1C0-65E5-CB6FDD43D97C}"/>
          </ac:spMkLst>
        </pc:spChg>
        <pc:spChg chg="add mod">
          <ac:chgData name="Darcy Roach" userId="ba676ee9-e9b4-49e8-a515-8077106c948d" providerId="ADAL" clId="{BF548228-85A8-4A41-872A-6F7A93FD2E75}" dt="2023-07-31T23:54:30.620" v="1191" actId="207"/>
          <ac:spMkLst>
            <pc:docMk/>
            <pc:sldMk cId="2009923557" sldId="270"/>
            <ac:spMk id="34" creationId="{9DF28E13-ABD2-A081-B1F1-BD2B712DC9A4}"/>
          </ac:spMkLst>
        </pc:spChg>
        <pc:spChg chg="add mod">
          <ac:chgData name="Darcy Roach" userId="ba676ee9-e9b4-49e8-a515-8077106c948d" providerId="ADAL" clId="{BF548228-85A8-4A41-872A-6F7A93FD2E75}" dt="2023-07-31T23:54:18.484" v="1190" actId="1076"/>
          <ac:spMkLst>
            <pc:docMk/>
            <pc:sldMk cId="2009923557" sldId="270"/>
            <ac:spMk id="35" creationId="{1B2308E0-E448-8209-AA95-3980FC92BD7A}"/>
          </ac:spMkLst>
        </pc:spChg>
        <pc:spChg chg="mod">
          <ac:chgData name="Darcy Roach" userId="ba676ee9-e9b4-49e8-a515-8077106c948d" providerId="ADAL" clId="{BF548228-85A8-4A41-872A-6F7A93FD2E75}" dt="2023-07-31T23:33:14.868" v="1006" actId="20577"/>
          <ac:spMkLst>
            <pc:docMk/>
            <pc:sldMk cId="2009923557" sldId="270"/>
            <ac:spMk id="38" creationId="{AB47A2EE-BF0B-DB05-8B7C-DB6594B2B3D5}"/>
          </ac:spMkLst>
        </pc:spChg>
        <pc:spChg chg="mod">
          <ac:chgData name="Darcy Roach" userId="ba676ee9-e9b4-49e8-a515-8077106c948d" providerId="ADAL" clId="{BF548228-85A8-4A41-872A-6F7A93FD2E75}" dt="2023-07-31T23:38:30.961" v="1021" actId="1076"/>
          <ac:spMkLst>
            <pc:docMk/>
            <pc:sldMk cId="2009923557" sldId="270"/>
            <ac:spMk id="39" creationId="{3EA81938-6A76-B850-B0E8-A5F905AEBA98}"/>
          </ac:spMkLst>
        </pc:spChg>
        <pc:spChg chg="mod ord">
          <ac:chgData name="Darcy Roach" userId="ba676ee9-e9b4-49e8-a515-8077106c948d" providerId="ADAL" clId="{BF548228-85A8-4A41-872A-6F7A93FD2E75}" dt="2023-07-31T23:38:18.015" v="1020" actId="20577"/>
          <ac:spMkLst>
            <pc:docMk/>
            <pc:sldMk cId="2009923557" sldId="270"/>
            <ac:spMk id="175" creationId="{B9775FC7-7124-8CCA-9B1C-7CCD7D3DF384}"/>
          </ac:spMkLst>
        </pc:spChg>
        <pc:grpChg chg="mod">
          <ac:chgData name="Darcy Roach" userId="ba676ee9-e9b4-49e8-a515-8077106c948d" providerId="ADAL" clId="{BF548228-85A8-4A41-872A-6F7A93FD2E75}" dt="2023-07-31T23:38:30.961" v="1021" actId="1076"/>
          <ac:grpSpMkLst>
            <pc:docMk/>
            <pc:sldMk cId="2009923557" sldId="270"/>
            <ac:grpSpMk id="5" creationId="{980A06B1-0A2F-7DF6-91DB-0F6DFA896A23}"/>
          </ac:grpSpMkLst>
        </pc:grpChg>
        <pc:grpChg chg="mod">
          <ac:chgData name="Darcy Roach" userId="ba676ee9-e9b4-49e8-a515-8077106c948d" providerId="ADAL" clId="{BF548228-85A8-4A41-872A-6F7A93FD2E75}" dt="2023-07-31T22:52:41.785" v="655" actId="1076"/>
          <ac:grpSpMkLst>
            <pc:docMk/>
            <pc:sldMk cId="2009923557" sldId="270"/>
            <ac:grpSpMk id="9" creationId="{E7DD910D-15D0-5CBC-B70B-D2480ECA3DCA}"/>
          </ac:grpSpMkLst>
        </pc:grpChg>
        <pc:grpChg chg="del">
          <ac:chgData name="Darcy Roach" userId="ba676ee9-e9b4-49e8-a515-8077106c948d" providerId="ADAL" clId="{BF548228-85A8-4A41-872A-6F7A93FD2E75}" dt="2023-07-31T23:54:10.332" v="1188" actId="478"/>
          <ac:grpSpMkLst>
            <pc:docMk/>
            <pc:sldMk cId="2009923557" sldId="270"/>
            <ac:grpSpMk id="12" creationId="{C465E181-1D5D-D878-8A71-F5848AAF858F}"/>
          </ac:grpSpMkLst>
        </pc:grpChg>
        <pc:cxnChg chg="mod">
          <ac:chgData name="Darcy Roach" userId="ba676ee9-e9b4-49e8-a515-8077106c948d" providerId="ADAL" clId="{BF548228-85A8-4A41-872A-6F7A93FD2E75}" dt="2023-07-31T06:30:02.431" v="453" actId="14100"/>
          <ac:cxnSpMkLst>
            <pc:docMk/>
            <pc:sldMk cId="2009923557" sldId="270"/>
            <ac:cxnSpMk id="3" creationId="{67C34E10-2CF8-9BCA-1CC6-D78A3FF9CA80}"/>
          </ac:cxnSpMkLst>
        </pc:cxnChg>
        <pc:cxnChg chg="mod">
          <ac:chgData name="Darcy Roach" userId="ba676ee9-e9b4-49e8-a515-8077106c948d" providerId="ADAL" clId="{BF548228-85A8-4A41-872A-6F7A93FD2E75}" dt="2023-07-31T23:43:09.408" v="1187" actId="14100"/>
          <ac:cxnSpMkLst>
            <pc:docMk/>
            <pc:sldMk cId="2009923557" sldId="270"/>
            <ac:cxnSpMk id="21" creationId="{B0913DE4-461D-CE43-AABC-C4B3D7D22F45}"/>
          </ac:cxnSpMkLst>
        </pc:cxnChg>
        <pc:cxnChg chg="add mod">
          <ac:chgData name="Darcy Roach" userId="ba676ee9-e9b4-49e8-a515-8077106c948d" providerId="ADAL" clId="{BF548228-85A8-4A41-872A-6F7A93FD2E75}" dt="2023-07-31T23:54:37.041" v="1192" actId="208"/>
          <ac:cxnSpMkLst>
            <pc:docMk/>
            <pc:sldMk cId="2009923557" sldId="270"/>
            <ac:cxnSpMk id="32" creationId="{7D059872-F7E9-1B08-1E2B-4A598807CC37}"/>
          </ac:cxnSpMkLst>
        </pc:cxnChg>
        <pc:cxnChg chg="mod">
          <ac:chgData name="Darcy Roach" userId="ba676ee9-e9b4-49e8-a515-8077106c948d" providerId="ADAL" clId="{BF548228-85A8-4A41-872A-6F7A93FD2E75}" dt="2023-07-31T23:38:42.951" v="1022" actId="14100"/>
          <ac:cxnSpMkLst>
            <pc:docMk/>
            <pc:sldMk cId="2009923557" sldId="270"/>
            <ac:cxnSpMk id="170" creationId="{0D51728F-48BB-14BB-256E-5F0C0284BCDF}"/>
          </ac:cxnSpMkLst>
        </pc:cxnChg>
      </pc:sldChg>
    </pc:docChg>
  </pc:docChgLst>
  <pc:docChgLst>
    <pc:chgData name="Hugo Bates" userId="S::hugo.bates@intelia.com.au::ba74953f-2fdb-4aeb-90e3-56b78010c38c" providerId="AD" clId="Web-{EDA24684-2EFB-EF99-60A2-11574320D7FC}"/>
    <pc:docChg chg="modSld">
      <pc:chgData name="Hugo Bates" userId="S::hugo.bates@intelia.com.au::ba74953f-2fdb-4aeb-90e3-56b78010c38c" providerId="AD" clId="Web-{EDA24684-2EFB-EF99-60A2-11574320D7FC}" dt="2024-10-09T03:45:05.682" v="3" actId="1076"/>
      <pc:docMkLst>
        <pc:docMk/>
      </pc:docMkLst>
      <pc:sldChg chg="modSp">
        <pc:chgData name="Hugo Bates" userId="S::hugo.bates@intelia.com.au::ba74953f-2fdb-4aeb-90e3-56b78010c38c" providerId="AD" clId="Web-{EDA24684-2EFB-EF99-60A2-11574320D7FC}" dt="2024-10-09T03:45:05.682" v="3" actId="1076"/>
        <pc:sldMkLst>
          <pc:docMk/>
          <pc:sldMk cId="2009923557" sldId="270"/>
        </pc:sldMkLst>
        <pc:spChg chg="mod">
          <ac:chgData name="Hugo Bates" userId="S::hugo.bates@intelia.com.au::ba74953f-2fdb-4aeb-90e3-56b78010c38c" providerId="AD" clId="Web-{EDA24684-2EFB-EF99-60A2-11574320D7FC}" dt="2024-10-09T03:45:05.525" v="0" actId="1076"/>
          <ac:spMkLst>
            <pc:docMk/>
            <pc:sldMk cId="2009923557" sldId="270"/>
            <ac:spMk id="8" creationId="{59FEB941-5146-6B10-4E4D-8A4ADE918AEF}"/>
          </ac:spMkLst>
        </pc:spChg>
        <pc:spChg chg="mod">
          <ac:chgData name="Hugo Bates" userId="S::hugo.bates@intelia.com.au::ba74953f-2fdb-4aeb-90e3-56b78010c38c" providerId="AD" clId="Web-{EDA24684-2EFB-EF99-60A2-11574320D7FC}" dt="2024-10-09T03:45:05.635" v="2" actId="1076"/>
          <ac:spMkLst>
            <pc:docMk/>
            <pc:sldMk cId="2009923557" sldId="270"/>
            <ac:spMk id="34" creationId="{9DF28E13-ABD2-A081-B1F1-BD2B712DC9A4}"/>
          </ac:spMkLst>
        </pc:spChg>
        <pc:spChg chg="mod">
          <ac:chgData name="Hugo Bates" userId="S::hugo.bates@intelia.com.au::ba74953f-2fdb-4aeb-90e3-56b78010c38c" providerId="AD" clId="Web-{EDA24684-2EFB-EF99-60A2-11574320D7FC}" dt="2024-10-09T03:45:05.682" v="3" actId="1076"/>
          <ac:spMkLst>
            <pc:docMk/>
            <pc:sldMk cId="2009923557" sldId="270"/>
            <ac:spMk id="35" creationId="{1B2308E0-E448-8209-AA95-3980FC92BD7A}"/>
          </ac:spMkLst>
        </pc:spChg>
        <pc:grpChg chg="mod">
          <ac:chgData name="Hugo Bates" userId="S::hugo.bates@intelia.com.au::ba74953f-2fdb-4aeb-90e3-56b78010c38c" providerId="AD" clId="Web-{EDA24684-2EFB-EF99-60A2-11574320D7FC}" dt="2024-10-09T03:45:05.588" v="1" actId="1076"/>
          <ac:grpSpMkLst>
            <pc:docMk/>
            <pc:sldMk cId="2009923557" sldId="270"/>
            <ac:grpSpMk id="9" creationId="{E7DD910D-15D0-5CBC-B70B-D2480ECA3DCA}"/>
          </ac:grpSpMkLst>
        </pc:grpChg>
      </pc:sldChg>
    </pc:docChg>
  </pc:docChgLst>
  <pc:docChgLst>
    <pc:chgData name="Ponkumar Mahendran" userId="S::ponkumar.mahendran@intelia.com.au::0a1b5c20-591f-4487-987c-6d65cb6765af" providerId="AD" clId="Web-{4D2475FC-4DA9-87A8-6AEB-E36F638662F9}"/>
    <pc:docChg chg="modSld">
      <pc:chgData name="Ponkumar Mahendran" userId="S::ponkumar.mahendran@intelia.com.au::0a1b5c20-591f-4487-987c-6d65cb6765af" providerId="AD" clId="Web-{4D2475FC-4DA9-87A8-6AEB-E36F638662F9}" dt="2024-03-13T05:26:01.515" v="865" actId="20577"/>
      <pc:docMkLst>
        <pc:docMk/>
      </pc:docMkLst>
      <pc:sldChg chg="delSp modSp">
        <pc:chgData name="Ponkumar Mahendran" userId="S::ponkumar.mahendran@intelia.com.au::0a1b5c20-591f-4487-987c-6d65cb6765af" providerId="AD" clId="Web-{4D2475FC-4DA9-87A8-6AEB-E36F638662F9}" dt="2024-03-13T05:26:01.515" v="865" actId="20577"/>
        <pc:sldMkLst>
          <pc:docMk/>
          <pc:sldMk cId="2009923557" sldId="270"/>
        </pc:sldMkLst>
        <pc:spChg chg="mod">
          <ac:chgData name="Ponkumar Mahendran" userId="S::ponkumar.mahendran@intelia.com.au::0a1b5c20-591f-4487-987c-6d65cb6765af" providerId="AD" clId="Web-{4D2475FC-4DA9-87A8-6AEB-E36F638662F9}" dt="2024-03-13T05:12:32.943" v="463" actId="14100"/>
          <ac:spMkLst>
            <pc:docMk/>
            <pc:sldMk cId="2009923557" sldId="270"/>
            <ac:spMk id="4" creationId="{80F49B2F-21D4-F9EB-049F-717A10CB7D84}"/>
          </ac:spMkLst>
        </pc:spChg>
        <pc:spChg chg="mod">
          <ac:chgData name="Ponkumar Mahendran" userId="S::ponkumar.mahendran@intelia.com.au::0a1b5c20-591f-4487-987c-6d65cb6765af" providerId="AD" clId="Web-{4D2475FC-4DA9-87A8-6AEB-E36F638662F9}" dt="2024-03-13T05:26:00.203" v="864" actId="20577"/>
          <ac:spMkLst>
            <pc:docMk/>
            <pc:sldMk cId="2009923557" sldId="270"/>
            <ac:spMk id="6" creationId="{701E125D-B356-8A2A-B86B-AB6567CEABE1}"/>
          </ac:spMkLst>
        </pc:spChg>
        <pc:spChg chg="mod">
          <ac:chgData name="Ponkumar Mahendran" userId="S::ponkumar.mahendran@intelia.com.au::0a1b5c20-591f-4487-987c-6d65cb6765af" providerId="AD" clId="Web-{4D2475FC-4DA9-87A8-6AEB-E36F638662F9}" dt="2024-03-13T05:17:35.400" v="561" actId="1076"/>
          <ac:spMkLst>
            <pc:docMk/>
            <pc:sldMk cId="2009923557" sldId="270"/>
            <ac:spMk id="8" creationId="{59FEB941-5146-6B10-4E4D-8A4ADE918AEF}"/>
          </ac:spMkLst>
        </pc:spChg>
        <pc:spChg chg="mod">
          <ac:chgData name="Ponkumar Mahendran" userId="S::ponkumar.mahendran@intelia.com.au::0a1b5c20-591f-4487-987c-6d65cb6765af" providerId="AD" clId="Web-{4D2475FC-4DA9-87A8-6AEB-E36F638662F9}" dt="2024-03-13T05:13:54.006" v="560" actId="20577"/>
          <ac:spMkLst>
            <pc:docMk/>
            <pc:sldMk cId="2009923557" sldId="270"/>
            <ac:spMk id="17" creationId="{1BDE5051-9F34-F139-742D-4450E5D6591E}"/>
          </ac:spMkLst>
        </pc:spChg>
        <pc:spChg chg="mod">
          <ac:chgData name="Ponkumar Mahendran" userId="S::ponkumar.mahendran@intelia.com.au::0a1b5c20-591f-4487-987c-6d65cb6765af" providerId="AD" clId="Web-{4D2475FC-4DA9-87A8-6AEB-E36F638662F9}" dt="2024-03-13T05:25:29.124" v="860" actId="20577"/>
          <ac:spMkLst>
            <pc:docMk/>
            <pc:sldMk cId="2009923557" sldId="270"/>
            <ac:spMk id="19" creationId="{7513C49A-2DF2-8111-FED4-FC07A8EAD258}"/>
          </ac:spMkLst>
        </pc:spChg>
        <pc:spChg chg="mod">
          <ac:chgData name="Ponkumar Mahendran" userId="S::ponkumar.mahendran@intelia.com.au::0a1b5c20-591f-4487-987c-6d65cb6765af" providerId="AD" clId="Web-{4D2475FC-4DA9-87A8-6AEB-E36F638662F9}" dt="2024-03-13T00:42:34.286" v="10" actId="1076"/>
          <ac:spMkLst>
            <pc:docMk/>
            <pc:sldMk cId="2009923557" sldId="270"/>
            <ac:spMk id="20" creationId="{716A87E2-F657-C1C6-3715-B7C8A7F1E050}"/>
          </ac:spMkLst>
        </pc:spChg>
        <pc:spChg chg="del mod">
          <ac:chgData name="Ponkumar Mahendran" userId="S::ponkumar.mahendran@intelia.com.au::0a1b5c20-591f-4487-987c-6d65cb6765af" providerId="AD" clId="Web-{4D2475FC-4DA9-87A8-6AEB-E36F638662F9}" dt="2024-03-13T05:12:10.958" v="461"/>
          <ac:spMkLst>
            <pc:docMk/>
            <pc:sldMk cId="2009923557" sldId="270"/>
            <ac:spMk id="26" creationId="{1A3D666D-00C8-D106-73C3-9FF300F8618C}"/>
          </ac:spMkLst>
        </pc:spChg>
        <pc:spChg chg="mod">
          <ac:chgData name="Ponkumar Mahendran" userId="S::ponkumar.mahendran@intelia.com.au::0a1b5c20-591f-4487-987c-6d65cb6765af" providerId="AD" clId="Web-{4D2475FC-4DA9-87A8-6AEB-E36F638662F9}" dt="2024-03-13T05:25:47.343" v="861" actId="20577"/>
          <ac:spMkLst>
            <pc:docMk/>
            <pc:sldMk cId="2009923557" sldId="270"/>
            <ac:spMk id="28" creationId="{6059F888-3BDF-A1C0-65E5-CB6FDD43D97C}"/>
          </ac:spMkLst>
        </pc:spChg>
        <pc:spChg chg="mod">
          <ac:chgData name="Ponkumar Mahendran" userId="S::ponkumar.mahendran@intelia.com.au::0a1b5c20-591f-4487-987c-6d65cb6765af" providerId="AD" clId="Web-{4D2475FC-4DA9-87A8-6AEB-E36F638662F9}" dt="2024-03-13T05:26:01.515" v="865" actId="20577"/>
          <ac:spMkLst>
            <pc:docMk/>
            <pc:sldMk cId="2009923557" sldId="270"/>
            <ac:spMk id="34" creationId="{9DF28E13-ABD2-A081-B1F1-BD2B712DC9A4}"/>
          </ac:spMkLst>
        </pc:spChg>
      </pc:sldChg>
    </pc:docChg>
  </pc:docChgLst>
  <pc:docChgLst>
    <pc:chgData name="Darcy Roach" userId="ba676ee9-e9b4-49e8-a515-8077106c948d" providerId="ADAL" clId="{E67907B8-3E53-4661-AE9B-BC9132D2431B}"/>
    <pc:docChg chg="undo custSel modSld">
      <pc:chgData name="Darcy Roach" userId="ba676ee9-e9b4-49e8-a515-8077106c948d" providerId="ADAL" clId="{E67907B8-3E53-4661-AE9B-BC9132D2431B}" dt="2024-03-13T06:01:49.477" v="81" actId="14100"/>
      <pc:docMkLst>
        <pc:docMk/>
      </pc:docMkLst>
      <pc:sldChg chg="addSp modSp mod">
        <pc:chgData name="Darcy Roach" userId="ba676ee9-e9b4-49e8-a515-8077106c948d" providerId="ADAL" clId="{E67907B8-3E53-4661-AE9B-BC9132D2431B}" dt="2024-03-13T06:01:49.477" v="81" actId="14100"/>
        <pc:sldMkLst>
          <pc:docMk/>
          <pc:sldMk cId="2009923557" sldId="270"/>
        </pc:sldMkLst>
        <pc:spChg chg="mod">
          <ac:chgData name="Darcy Roach" userId="ba676ee9-e9b4-49e8-a515-8077106c948d" providerId="ADAL" clId="{E67907B8-3E53-4661-AE9B-BC9132D2431B}" dt="2024-03-13T05:58:46.960" v="40" actId="20577"/>
          <ac:spMkLst>
            <pc:docMk/>
            <pc:sldMk cId="2009923557" sldId="270"/>
            <ac:spMk id="4" creationId="{80F49B2F-21D4-F9EB-049F-717A10CB7D84}"/>
          </ac:spMkLst>
        </pc:spChg>
        <pc:spChg chg="mod">
          <ac:chgData name="Darcy Roach" userId="ba676ee9-e9b4-49e8-a515-8077106c948d" providerId="ADAL" clId="{E67907B8-3E53-4661-AE9B-BC9132D2431B}" dt="2024-03-13T05:59:45.207" v="52" actId="20577"/>
          <ac:spMkLst>
            <pc:docMk/>
            <pc:sldMk cId="2009923557" sldId="270"/>
            <ac:spMk id="6" creationId="{701E125D-B356-8A2A-B86B-AB6567CEABE1}"/>
          </ac:spMkLst>
        </pc:spChg>
        <pc:spChg chg="mod">
          <ac:chgData name="Darcy Roach" userId="ba676ee9-e9b4-49e8-a515-8077106c948d" providerId="ADAL" clId="{E67907B8-3E53-4661-AE9B-BC9132D2431B}" dt="2024-03-13T06:00:03.652" v="57" actId="1076"/>
          <ac:spMkLst>
            <pc:docMk/>
            <pc:sldMk cId="2009923557" sldId="270"/>
            <ac:spMk id="8" creationId="{59FEB941-5146-6B10-4E4D-8A4ADE918AEF}"/>
          </ac:spMkLst>
        </pc:spChg>
        <pc:spChg chg="add mod">
          <ac:chgData name="Darcy Roach" userId="ba676ee9-e9b4-49e8-a515-8077106c948d" providerId="ADAL" clId="{E67907B8-3E53-4661-AE9B-BC9132D2431B}" dt="2024-03-13T05:59:36.244" v="48" actId="14100"/>
          <ac:spMkLst>
            <pc:docMk/>
            <pc:sldMk cId="2009923557" sldId="270"/>
            <ac:spMk id="12" creationId="{7365D79F-36E6-01FF-8245-A87A65E2FE56}"/>
          </ac:spMkLst>
        </pc:spChg>
        <pc:spChg chg="mod">
          <ac:chgData name="Darcy Roach" userId="ba676ee9-e9b4-49e8-a515-8077106c948d" providerId="ADAL" clId="{E67907B8-3E53-4661-AE9B-BC9132D2431B}" dt="2024-03-13T06:00:51.259" v="63" actId="1076"/>
          <ac:spMkLst>
            <pc:docMk/>
            <pc:sldMk cId="2009923557" sldId="270"/>
            <ac:spMk id="19" creationId="{7513C49A-2DF2-8111-FED4-FC07A8EAD258}"/>
          </ac:spMkLst>
        </pc:spChg>
        <pc:spChg chg="mod">
          <ac:chgData name="Darcy Roach" userId="ba676ee9-e9b4-49e8-a515-8077106c948d" providerId="ADAL" clId="{E67907B8-3E53-4661-AE9B-BC9132D2431B}" dt="2024-03-13T04:50:55.031" v="12" actId="1076"/>
          <ac:spMkLst>
            <pc:docMk/>
            <pc:sldMk cId="2009923557" sldId="270"/>
            <ac:spMk id="20" creationId="{716A87E2-F657-C1C6-3715-B7C8A7F1E050}"/>
          </ac:spMkLst>
        </pc:spChg>
        <pc:spChg chg="mod">
          <ac:chgData name="Darcy Roach" userId="ba676ee9-e9b4-49e8-a515-8077106c948d" providerId="ADAL" clId="{E67907B8-3E53-4661-AE9B-BC9132D2431B}" dt="2024-03-13T04:51:20.753" v="20" actId="20577"/>
          <ac:spMkLst>
            <pc:docMk/>
            <pc:sldMk cId="2009923557" sldId="270"/>
            <ac:spMk id="22" creationId="{9D4E289E-1D52-CBDD-E381-40963429D7F1}"/>
          </ac:spMkLst>
        </pc:spChg>
        <pc:spChg chg="mod ord">
          <ac:chgData name="Darcy Roach" userId="ba676ee9-e9b4-49e8-a515-8077106c948d" providerId="ADAL" clId="{E67907B8-3E53-4661-AE9B-BC9132D2431B}" dt="2024-03-13T06:01:20.596" v="75" actId="20577"/>
          <ac:spMkLst>
            <pc:docMk/>
            <pc:sldMk cId="2009923557" sldId="270"/>
            <ac:spMk id="28" creationId="{6059F888-3BDF-A1C0-65E5-CB6FDD43D97C}"/>
          </ac:spMkLst>
        </pc:spChg>
        <pc:spChg chg="mod">
          <ac:chgData name="Darcy Roach" userId="ba676ee9-e9b4-49e8-a515-8077106c948d" providerId="ADAL" clId="{E67907B8-3E53-4661-AE9B-BC9132D2431B}" dt="2024-03-13T06:01:39.993" v="80" actId="20577"/>
          <ac:spMkLst>
            <pc:docMk/>
            <pc:sldMk cId="2009923557" sldId="270"/>
            <ac:spMk id="34" creationId="{9DF28E13-ABD2-A081-B1F1-BD2B712DC9A4}"/>
          </ac:spMkLst>
        </pc:spChg>
        <pc:spChg chg="mod">
          <ac:chgData name="Darcy Roach" userId="ba676ee9-e9b4-49e8-a515-8077106c948d" providerId="ADAL" clId="{E67907B8-3E53-4661-AE9B-BC9132D2431B}" dt="2024-03-13T06:01:36.486" v="78" actId="1076"/>
          <ac:spMkLst>
            <pc:docMk/>
            <pc:sldMk cId="2009923557" sldId="270"/>
            <ac:spMk id="35" creationId="{1B2308E0-E448-8209-AA95-3980FC92BD7A}"/>
          </ac:spMkLst>
        </pc:spChg>
        <pc:grpChg chg="mod">
          <ac:chgData name="Darcy Roach" userId="ba676ee9-e9b4-49e8-a515-8077106c948d" providerId="ADAL" clId="{E67907B8-3E53-4661-AE9B-BC9132D2431B}" dt="2024-03-13T05:52:01.033" v="26" actId="1076"/>
          <ac:grpSpMkLst>
            <pc:docMk/>
            <pc:sldMk cId="2009923557" sldId="270"/>
            <ac:grpSpMk id="9" creationId="{E7DD910D-15D0-5CBC-B70B-D2480ECA3DCA}"/>
          </ac:grpSpMkLst>
        </pc:grpChg>
        <pc:cxnChg chg="mod">
          <ac:chgData name="Darcy Roach" userId="ba676ee9-e9b4-49e8-a515-8077106c948d" providerId="ADAL" clId="{E67907B8-3E53-4661-AE9B-BC9132D2431B}" dt="2024-03-13T04:51:37.661" v="23" actId="1036"/>
          <ac:cxnSpMkLst>
            <pc:docMk/>
            <pc:sldMk cId="2009923557" sldId="270"/>
            <ac:cxnSpMk id="3" creationId="{67C34E10-2CF8-9BCA-1CC6-D78A3FF9CA80}"/>
          </ac:cxnSpMkLst>
        </pc:cxnChg>
        <pc:cxnChg chg="mod">
          <ac:chgData name="Darcy Roach" userId="ba676ee9-e9b4-49e8-a515-8077106c948d" providerId="ADAL" clId="{E67907B8-3E53-4661-AE9B-BC9132D2431B}" dt="2024-03-13T06:00:51.259" v="63" actId="1076"/>
          <ac:cxnSpMkLst>
            <pc:docMk/>
            <pc:sldMk cId="2009923557" sldId="270"/>
            <ac:cxnSpMk id="21" creationId="{B0913DE4-461D-CE43-AABC-C4B3D7D22F45}"/>
          </ac:cxnSpMkLst>
        </pc:cxnChg>
        <pc:cxnChg chg="mod">
          <ac:chgData name="Darcy Roach" userId="ba676ee9-e9b4-49e8-a515-8077106c948d" providerId="ADAL" clId="{E67907B8-3E53-4661-AE9B-BC9132D2431B}" dt="2024-03-13T06:01:49.477" v="81" actId="14100"/>
          <ac:cxnSpMkLst>
            <pc:docMk/>
            <pc:sldMk cId="2009923557" sldId="270"/>
            <ac:cxnSpMk id="32" creationId="{7D059872-F7E9-1B08-1E2B-4A598807CC37}"/>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10/8/2024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10/8/2024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10/8/2024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10/8/2024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2554545"/>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Big 4 Banks</a:t>
            </a:r>
          </a:p>
          <a:p>
            <a:pPr marL="0" indent="0">
              <a:lnSpc>
                <a:spcPct val="150000"/>
              </a:lnSpc>
              <a:buNone/>
            </a:pPr>
            <a:r>
              <a:rPr lang="en-GB" sz="1200" dirty="0">
                <a:solidFill>
                  <a:srgbClr val="00AB80"/>
                </a:solidFill>
              </a:rPr>
              <a:t>Education</a:t>
            </a: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Railroad</a:t>
            </a:r>
          </a:p>
          <a:p>
            <a:pPr marL="0" indent="0">
              <a:lnSpc>
                <a:spcPct val="150000"/>
              </a:lnSpc>
              <a:buNone/>
            </a:pPr>
            <a:endParaRPr lang="en-GB" sz="1200" dirty="0">
              <a:solidFill>
                <a:srgbClr val="00AB80"/>
              </a:solidFill>
            </a:endParaRPr>
          </a:p>
          <a:p>
            <a:pPr marL="0" indent="0">
              <a:lnSpc>
                <a:spcPct val="150000"/>
              </a:lnSpc>
              <a:buNone/>
            </a:pPr>
            <a:endParaRPr lang="en-GB" sz="1200" dirty="0">
              <a:solidFill>
                <a:srgbClr val="00AB80"/>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003221"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Ponkumar Mahendran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6" y="1588088"/>
            <a:ext cx="2916523" cy="3446456"/>
          </a:xfrm>
          <a:prstGeom prst="rect">
            <a:avLst/>
          </a:prstGeom>
          <a:noFill/>
        </p:spPr>
        <p:txBody>
          <a:bodyPr wrap="square" lIns="0" tIns="0" rIns="0" bIns="0" rtlCol="0" anchor="t">
            <a:spAutoFit/>
          </a:bodyPr>
          <a:lstStyle/>
          <a:p>
            <a:pPr>
              <a:lnSpc>
                <a:spcPts val="1500"/>
              </a:lnSpc>
            </a:pPr>
            <a:r>
              <a:rPr lang="en-AU" sz="1000" spc="13">
                <a:latin typeface="Roboto Light"/>
                <a:ea typeface="Roboto Light"/>
                <a:cs typeface="Lato"/>
              </a:rPr>
              <a:t>Ponkumar is a Google Cloud Certified Professional Data Engineer and Cloud Security Engineer with 15+ years of Industry experience. With significant exposure to cloud architecture framework, platform management and security policies implementation on Google Cloud Platform, Ponkumar has worked on data migrations and transformational projects to design large-scale data processing systems. </a:t>
            </a: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endParaRPr lang="en-AU" sz="6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Ponkumar has extensive experience in Data Warehouse Development, implementing complex Metadata Management and Data Lineage projects across the Financial Services, Education, Energy, Retail and Railroad industries. He is experienced in leading diverse teams is often praised for his effective communication with all stakeholders and his ability to work well in team environments.</a:t>
            </a: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28342" y="1276907"/>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25629" y="1018029"/>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256920"/>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555416"/>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37668" y="1345815"/>
            <a:ext cx="0" cy="238125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58476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8240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800213"/>
            <a:ext cx="1951941" cy="3416320"/>
            <a:chOff x="8106458" y="2681447"/>
            <a:chExt cx="1951941" cy="341632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41632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Security Engineer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Business Administration, Coventry University (UK)</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Bachelor - Engineering, Mechanical Engineering, Anna </a:t>
              </a:r>
              <a:r>
                <a:rPr lang="en-GB" sz="1200" dirty="0">
                  <a:solidFill>
                    <a:srgbClr val="00AB80"/>
                  </a:solidFill>
                  <a:effectLst/>
                  <a:latin typeface="Roboto Light" panose="02000000000000000000" pitchFamily="2" charset="0"/>
                  <a:ea typeface="Calibri" panose="020F0502020204030204" pitchFamily="34" charset="0"/>
                </a:rPr>
                <a:t>University (</a:t>
              </a:r>
              <a:r>
                <a:rPr lang="en-GB" sz="1200" dirty="0">
                  <a:solidFill>
                    <a:srgbClr val="00AB80"/>
                  </a:solidFill>
                  <a:latin typeface="Roboto Light" panose="02000000000000000000" pitchFamily="2" charset="0"/>
                  <a:ea typeface="Calibri" panose="020F0502020204030204" pitchFamily="34" charset="0"/>
                </a:rPr>
                <a:t>I</a:t>
              </a:r>
              <a:r>
                <a:rPr lang="en-GB" sz="1200" dirty="0">
                  <a:solidFill>
                    <a:srgbClr val="00AB80"/>
                  </a:solidFill>
                  <a:effectLst/>
                  <a:latin typeface="Roboto Light" panose="02000000000000000000" pitchFamily="2" charset="0"/>
                  <a:ea typeface="Calibri" panose="020F0502020204030204" pitchFamily="34" charset="0"/>
                </a:rPr>
                <a:t>ndia)</a:t>
              </a: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1065" y="5657082"/>
            <a:ext cx="2925331" cy="23083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Google Cloud Platform </a:t>
            </a:r>
            <a:endParaRPr lang="en-US" dirty="0"/>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System Architecture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Analytics</a:t>
            </a:r>
          </a:p>
          <a:p>
            <a:pPr marL="171450" indent="-171450">
              <a:buClr>
                <a:srgbClr val="00AB80"/>
              </a:buClr>
              <a:buFont typeface="Arial" panose="020B0604020202020204" pitchFamily="34" charset="0"/>
              <a:buChar char="•"/>
            </a:pPr>
            <a:r>
              <a:rPr lang="en-AU" sz="900" dirty="0">
                <a:latin typeface="Roboto Light"/>
                <a:ea typeface="Roboto Light"/>
                <a:cs typeface="Roboto Light"/>
              </a:rPr>
              <a:t>Terraform</a:t>
            </a:r>
            <a:endParaRPr lang="en-AU"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Shell scripting</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Cloud Security</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Cloud Networking</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Hybrid Architecture</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r>
              <a:rPr lang="en-AU" sz="900" dirty="0" err="1">
                <a:latin typeface="Roboto Light"/>
                <a:ea typeface="Roboto Light"/>
                <a:cs typeface="Roboto Light"/>
              </a:rPr>
              <a:t>GitOps</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Team leadership</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a:ea typeface="Roboto Light"/>
                <a:cs typeface="Roboto Light"/>
              </a:rPr>
              <a:t>Stakeholder </a:t>
            </a:r>
          </a:p>
          <a:p>
            <a:pPr>
              <a:buClr>
                <a:srgbClr val="00AB80"/>
              </a:buClr>
            </a:pPr>
            <a:r>
              <a:rPr lang="en-AU" sz="900" dirty="0">
                <a:latin typeface="Roboto Light"/>
                <a:ea typeface="Roboto Light"/>
                <a:cs typeface="Roboto Light"/>
              </a:rPr>
              <a:t>      Management</a:t>
            </a: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cs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cs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99927"/>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8696"/>
            <a:ext cx="4643197" cy="461665"/>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Financial Services </a:t>
            </a:r>
            <a:r>
              <a:rPr lang="en-US" sz="1200" b="1" dirty="0" err="1">
                <a:solidFill>
                  <a:srgbClr val="0059FF"/>
                </a:solidFill>
                <a:latin typeface="Roboto"/>
                <a:ea typeface="Roboto"/>
                <a:cs typeface="Roboto"/>
              </a:rPr>
              <a:t>Organisation</a:t>
            </a:r>
            <a:r>
              <a:rPr lang="en-US" sz="1200" b="1" dirty="0">
                <a:solidFill>
                  <a:srgbClr val="0059FF"/>
                </a:solidFill>
                <a:latin typeface="Roboto"/>
                <a:ea typeface="Roboto"/>
                <a:cs typeface="Roboto"/>
              </a:rPr>
              <a:t> – Senior Data/Platform Engineer </a:t>
            </a:r>
            <a:endParaRPr lang="en-AU" sz="1200" b="1" dirty="0">
              <a:solidFill>
                <a:srgbClr val="0059FF"/>
              </a:solidFill>
              <a:latin typeface="Roboto" panose="02000000000000000000" pitchFamily="2" charset="0"/>
              <a:ea typeface="Roboto" panose="02000000000000000000" pitchFamily="2" charset="0"/>
            </a:endParaRPr>
          </a:p>
          <a:p>
            <a:endParaRPr lang="en-AU" sz="1200" b="1" dirty="0">
              <a:solidFill>
                <a:srgbClr val="0059FF"/>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36344" y="1454164"/>
            <a:ext cx="4579159" cy="2708434"/>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Supported and contributed to the design of engineering and architecture of Unified Data Platform (UDP) in Google Cloud</a:t>
            </a:r>
          </a:p>
          <a:p>
            <a:r>
              <a:rPr lang="en-AU" sz="1000" dirty="0">
                <a:solidFill>
                  <a:schemeClr val="bg1"/>
                </a:solidFill>
                <a:latin typeface="Roboto Light"/>
                <a:ea typeface="Roboto Light"/>
                <a:cs typeface="Roboto Light"/>
              </a:rPr>
              <a:t>Built GCP platform with on-prem connectivity using Interconnect, VPC, subnets</a:t>
            </a:r>
          </a:p>
          <a:p>
            <a:r>
              <a:rPr lang="en-AU" sz="1000" dirty="0">
                <a:solidFill>
                  <a:schemeClr val="bg1"/>
                </a:solidFill>
                <a:latin typeface="Roboto Light"/>
                <a:ea typeface="Roboto Light"/>
                <a:cs typeface="Roboto Light"/>
              </a:rPr>
              <a:t>Incorporated Google's best security recommendations within IAM (identity, resource and service control policies, permission boundary, workload identity federation) security groups and secrets manager</a:t>
            </a:r>
            <a:endParaRPr lang="en-AU" dirty="0">
              <a:solidFill>
                <a:schemeClr val="bg1"/>
              </a:solidFill>
            </a:endParaRPr>
          </a:p>
          <a:p>
            <a:r>
              <a:rPr lang="en-AU" sz="1000" dirty="0">
                <a:solidFill>
                  <a:schemeClr val="bg1"/>
                </a:solidFill>
                <a:latin typeface="Roboto Light"/>
                <a:ea typeface="Roboto Light"/>
                <a:cs typeface="Roboto Light"/>
              </a:rPr>
              <a:t>Automated entire platform deployment pipeline using Terraform, python and shell scripting.</a:t>
            </a:r>
            <a:endParaRPr lang="en-AU" sz="1000" dirty="0">
              <a:solidFill>
                <a:schemeClr val="bg1"/>
              </a:solidFill>
              <a:cs typeface="Roboto Light"/>
            </a:endParaRPr>
          </a:p>
          <a:p>
            <a:r>
              <a:rPr lang="en-AU" sz="1000" dirty="0">
                <a:solidFill>
                  <a:schemeClr val="bg1"/>
                </a:solidFill>
              </a:rPr>
              <a:t>Delivered CI/CD using </a:t>
            </a:r>
            <a:r>
              <a:rPr lang="en-AU" sz="1000" dirty="0" err="1">
                <a:solidFill>
                  <a:schemeClr val="bg1"/>
                </a:solidFill>
              </a:rPr>
              <a:t>Github</a:t>
            </a:r>
            <a:r>
              <a:rPr lang="en-AU" sz="1000" dirty="0">
                <a:solidFill>
                  <a:schemeClr val="bg1"/>
                </a:solidFill>
              </a:rPr>
              <a:t> Actions, Gitlab and </a:t>
            </a:r>
            <a:r>
              <a:rPr lang="en-AU" sz="1000" dirty="0" err="1">
                <a:solidFill>
                  <a:schemeClr val="bg1"/>
                </a:solidFill>
              </a:rPr>
              <a:t>Cloudbuild</a:t>
            </a:r>
            <a:endParaRPr lang="en-AU" sz="1000" dirty="0">
              <a:solidFill>
                <a:schemeClr val="bg1"/>
              </a:solidFill>
            </a:endParaRPr>
          </a:p>
          <a:p>
            <a:r>
              <a:rPr lang="en-AU" sz="1000" dirty="0">
                <a:solidFill>
                  <a:schemeClr val="bg1"/>
                </a:solidFill>
              </a:rPr>
              <a:t>Implemented robust security measures to protect sensitive data and ensure compliance with data privacy regulations and organisational policies</a:t>
            </a:r>
          </a:p>
          <a:p>
            <a:r>
              <a:rPr lang="en-AU" sz="1000" dirty="0">
                <a:solidFill>
                  <a:schemeClr val="bg1"/>
                </a:solidFill>
              </a:rPr>
              <a:t>Collaborated with business stakeholders to assess opportunities and develop analytics solutions across a variety of sectors</a:t>
            </a:r>
          </a:p>
          <a:p>
            <a:r>
              <a:rPr lang="en-AU" sz="1000" dirty="0">
                <a:solidFill>
                  <a:schemeClr val="bg1"/>
                </a:solidFill>
              </a:rPr>
              <a:t>Reviewed, created and maintained internal documentation registries for achieving service delivery efficiencies</a:t>
            </a:r>
          </a:p>
          <a:p>
            <a:endParaRPr lang="en-AU" sz="1000" dirty="0">
              <a:solidFill>
                <a:schemeClr val="bg1"/>
              </a:solidFill>
            </a:endParaRPr>
          </a:p>
        </p:txBody>
      </p:sp>
      <p:grpSp>
        <p:nvGrpSpPr>
          <p:cNvPr id="9" name="Group 8">
            <a:extLst>
              <a:ext uri="{FF2B5EF4-FFF2-40B4-BE49-F238E27FC236}">
                <a16:creationId xmlns:a16="http://schemas.microsoft.com/office/drawing/2014/main" id="{E7DD910D-15D0-5CBC-B70B-D2480ECA3DCA}"/>
              </a:ext>
            </a:extLst>
          </p:cNvPr>
          <p:cNvGrpSpPr/>
          <p:nvPr/>
        </p:nvGrpSpPr>
        <p:grpSpPr>
          <a:xfrm>
            <a:off x="3344754" y="4068248"/>
            <a:ext cx="5029199" cy="1585978"/>
            <a:chOff x="3318701" y="6242935"/>
            <a:chExt cx="5029199" cy="1585978"/>
          </a:xfrm>
        </p:grpSpPr>
        <p:sp>
          <p:nvSpPr>
            <p:cNvPr id="28" name="TextBox 27">
              <a:extLst>
                <a:ext uri="{FF2B5EF4-FFF2-40B4-BE49-F238E27FC236}">
                  <a16:creationId xmlns:a16="http://schemas.microsoft.com/office/drawing/2014/main" id="{6059F888-3BDF-A1C0-65E5-CB6FDD43D97C}"/>
                </a:ext>
              </a:extLst>
            </p:cNvPr>
            <p:cNvSpPr txBox="1"/>
            <p:nvPr/>
          </p:nvSpPr>
          <p:spPr>
            <a:xfrm>
              <a:off x="3318701" y="6242935"/>
              <a:ext cx="5029199" cy="276999"/>
            </a:xfrm>
            <a:prstGeom prst="rect">
              <a:avLst/>
            </a:prstGeom>
            <a:noFill/>
          </p:spPr>
          <p:txBody>
            <a:bodyPr wrap="square" lIns="91440" tIns="45720" rIns="91440" bIns="45720" rtlCol="0" anchor="t">
              <a:spAutoFit/>
            </a:bodyPr>
            <a:lstStyle/>
            <a:p>
              <a:r>
                <a:rPr lang="en-US" sz="1200" b="1" dirty="0">
                  <a:solidFill>
                    <a:srgbClr val="A93584"/>
                  </a:solidFill>
                  <a:latin typeface="Roboto"/>
                  <a:ea typeface="Roboto"/>
                  <a:cs typeface="Roboto"/>
                </a:rPr>
                <a:t>Major Australian Logistics </a:t>
              </a:r>
              <a:r>
                <a:rPr lang="en-US" sz="1200" b="1" dirty="0" err="1">
                  <a:solidFill>
                    <a:srgbClr val="A93584"/>
                  </a:solidFill>
                  <a:latin typeface="Roboto"/>
                  <a:ea typeface="Roboto"/>
                  <a:cs typeface="Roboto"/>
                </a:rPr>
                <a:t>Organisation</a:t>
              </a:r>
              <a:r>
                <a:rPr lang="en-US" sz="1200" b="1" dirty="0">
                  <a:solidFill>
                    <a:srgbClr val="A93584"/>
                  </a:solidFill>
                  <a:latin typeface="Roboto"/>
                  <a:ea typeface="Roboto"/>
                  <a:cs typeface="Roboto"/>
                </a:rPr>
                <a:t> – GCP Platform Engineer</a:t>
              </a:r>
              <a:endParaRPr lang="en-AU" sz="1200" b="1" dirty="0">
                <a:solidFill>
                  <a:srgbClr val="A93584"/>
                </a:solidFill>
                <a:latin typeface="Roboto"/>
                <a:ea typeface="Roboto"/>
                <a:cs typeface="Roboto"/>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505474"/>
              <a:ext cx="4562287" cy="1323439"/>
              <a:chOff x="5023753" y="4558632"/>
              <a:chExt cx="4733983" cy="1323439"/>
            </a:xfrm>
          </p:grpSpPr>
          <p:sp>
            <p:nvSpPr>
              <p:cNvPr id="19" name="TextBox 18">
                <a:extLst>
                  <a:ext uri="{FF2B5EF4-FFF2-40B4-BE49-F238E27FC236}">
                    <a16:creationId xmlns:a16="http://schemas.microsoft.com/office/drawing/2014/main" id="{7513C49A-2DF2-8111-FED4-FC07A8EAD258}"/>
                  </a:ext>
                </a:extLst>
              </p:cNvPr>
              <p:cNvSpPr txBox="1"/>
              <p:nvPr/>
            </p:nvSpPr>
            <p:spPr>
              <a:xfrm>
                <a:off x="5036020" y="4558632"/>
                <a:ext cx="4721716" cy="132343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latin typeface="Roboto Light"/>
                    <a:ea typeface="Roboto Light"/>
                    <a:cs typeface="Roboto Light"/>
                  </a:rPr>
                  <a:t>Demonstrated ability in developing and managing Google Cloud Platform.</a:t>
                </a:r>
              </a:p>
              <a:p>
                <a:r>
                  <a:rPr lang="en-AU" sz="1000" dirty="0">
                    <a:solidFill>
                      <a:srgbClr val="FFFFFF"/>
                    </a:solidFill>
                    <a:latin typeface="Roboto Light"/>
                    <a:ea typeface="Roboto Light"/>
                    <a:cs typeface="Roboto Light"/>
                  </a:rPr>
                  <a:t>Seasoned DevOps practitioner with an understanding of the cloud infrastructure including networks VPC. Security and IAM.</a:t>
                </a:r>
                <a:endParaRPr lang="en-AU" sz="1000" dirty="0">
                  <a:cs typeface="Roboto Light"/>
                </a:endParaRPr>
              </a:p>
              <a:p>
                <a:r>
                  <a:rPr lang="en-AU" sz="1000" dirty="0">
                    <a:latin typeface="Roboto Light"/>
                    <a:ea typeface="Roboto Light"/>
                    <a:cs typeface="Roboto Light"/>
                  </a:rPr>
                  <a:t>Collaborate and represent in Architecture forum.</a:t>
                </a:r>
                <a:endParaRPr lang="en-AU" sz="1000" dirty="0">
                  <a:cs typeface="Roboto Light"/>
                </a:endParaRPr>
              </a:p>
              <a:p>
                <a:r>
                  <a:rPr lang="en-AU" sz="1000" dirty="0">
                    <a:latin typeface="Roboto Light"/>
                    <a:ea typeface="Roboto Light"/>
                    <a:cs typeface="Roboto Light"/>
                  </a:rPr>
                  <a:t>Designed and road mapped GCP product implementation within enterprise.</a:t>
                </a:r>
                <a:endParaRPr lang="en-AU" sz="1000" dirty="0">
                  <a:cs typeface="Roboto Light"/>
                </a:endParaRPr>
              </a:p>
              <a:p>
                <a:r>
                  <a:rPr lang="en-AU" sz="1000" dirty="0">
                    <a:latin typeface="Roboto Light"/>
                    <a:ea typeface="Roboto Light"/>
                    <a:cs typeface="Roboto Light"/>
                  </a:rPr>
                  <a:t>Nurtured and mentored team members to follow best practices within Cloud services team.</a:t>
                </a:r>
              </a:p>
              <a:p>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639388"/>
                <a:ext cx="0" cy="97958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grpSp>
      <p:cxnSp>
        <p:nvCxnSpPr>
          <p:cNvPr id="32" name="Straight Connector 31">
            <a:extLst>
              <a:ext uri="{FF2B5EF4-FFF2-40B4-BE49-F238E27FC236}">
                <a16:creationId xmlns:a16="http://schemas.microsoft.com/office/drawing/2014/main" id="{7D059872-F7E9-1B08-1E2B-4A598807CC37}"/>
              </a:ext>
            </a:extLst>
          </p:cNvPr>
          <p:cNvCxnSpPr>
            <a:cxnSpLocks/>
          </p:cNvCxnSpPr>
          <p:nvPr/>
        </p:nvCxnSpPr>
        <p:spPr>
          <a:xfrm>
            <a:off x="3428143" y="5672736"/>
            <a:ext cx="0" cy="1451964"/>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DF28E13-ABD2-A081-B1F1-BD2B712DC9A4}"/>
              </a:ext>
            </a:extLst>
          </p:cNvPr>
          <p:cNvSpPr txBox="1"/>
          <p:nvPr/>
        </p:nvSpPr>
        <p:spPr>
          <a:xfrm>
            <a:off x="3321267" y="5556561"/>
            <a:ext cx="4631164" cy="276999"/>
          </a:xfrm>
          <a:prstGeom prst="rect">
            <a:avLst/>
          </a:prstGeom>
          <a:noFill/>
        </p:spPr>
        <p:txBody>
          <a:bodyPr wrap="square" lIns="91440" tIns="45720" rIns="91440" bIns="45720" rtlCol="0" anchor="t">
            <a:spAutoFit/>
          </a:bodyPr>
          <a:lstStyle/>
          <a:p>
            <a:r>
              <a:rPr lang="en-US" sz="1200" b="1" dirty="0">
                <a:solidFill>
                  <a:srgbClr val="ED7D31"/>
                </a:solidFill>
                <a:latin typeface="Roboto"/>
                <a:ea typeface="Roboto"/>
                <a:cs typeface="Roboto"/>
              </a:rPr>
              <a:t>Leading Australian Financial </a:t>
            </a:r>
            <a:r>
              <a:rPr lang="en-US" sz="1200" b="1" dirty="0" err="1">
                <a:solidFill>
                  <a:srgbClr val="ED7D31"/>
                </a:solidFill>
                <a:latin typeface="Roboto"/>
                <a:ea typeface="Roboto"/>
                <a:cs typeface="Roboto"/>
              </a:rPr>
              <a:t>Organisation</a:t>
            </a:r>
            <a:r>
              <a:rPr lang="en-US" sz="1200" b="1" dirty="0">
                <a:solidFill>
                  <a:srgbClr val="ED7D31"/>
                </a:solidFill>
                <a:latin typeface="Roboto"/>
                <a:ea typeface="Roboto"/>
                <a:cs typeface="Roboto"/>
              </a:rPr>
              <a:t> </a:t>
            </a:r>
            <a:r>
              <a:rPr lang="en-AU" sz="1200" b="1" dirty="0">
                <a:solidFill>
                  <a:srgbClr val="ED7D31"/>
                </a:solidFill>
                <a:latin typeface="Roboto"/>
                <a:ea typeface="Roboto"/>
                <a:cs typeface="Roboto"/>
              </a:rPr>
              <a:t>– GCP Cloud Engineer</a:t>
            </a:r>
            <a:r>
              <a:rPr lang="en-US" sz="1200" b="1" dirty="0">
                <a:solidFill>
                  <a:srgbClr val="ED7D31"/>
                </a:solidFill>
                <a:latin typeface="Roboto"/>
                <a:ea typeface="Roboto"/>
                <a:cs typeface="Roboto"/>
              </a:rPr>
              <a:t> </a:t>
            </a:r>
            <a:endParaRPr lang="en-AU" sz="1200" b="1" dirty="0">
              <a:solidFill>
                <a:srgbClr val="ED7D31"/>
              </a:solidFill>
              <a:latin typeface="Roboto" panose="02000000000000000000" pitchFamily="2" charset="0"/>
              <a:ea typeface="Roboto" panose="02000000000000000000" pitchFamily="2" charset="0"/>
            </a:endParaRPr>
          </a:p>
        </p:txBody>
      </p:sp>
      <p:sp>
        <p:nvSpPr>
          <p:cNvPr id="35" name="TextBox 34">
            <a:extLst>
              <a:ext uri="{FF2B5EF4-FFF2-40B4-BE49-F238E27FC236}">
                <a16:creationId xmlns:a16="http://schemas.microsoft.com/office/drawing/2014/main" id="{1B2308E0-E448-8209-AA95-3980FC92BD7A}"/>
              </a:ext>
            </a:extLst>
          </p:cNvPr>
          <p:cNvSpPr txBox="1"/>
          <p:nvPr/>
        </p:nvSpPr>
        <p:spPr>
          <a:xfrm>
            <a:off x="3463961" y="5762643"/>
            <a:ext cx="4533549"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POC to mask PII data in Cloud Spanner database using Dataflow templates and </a:t>
            </a:r>
            <a:r>
              <a:rPr lang="en-AU" sz="1000" dirty="0" err="1">
                <a:solidFill>
                  <a:schemeClr val="bg1"/>
                </a:solidFill>
              </a:rPr>
              <a:t>BigQuery</a:t>
            </a:r>
            <a:endParaRPr lang="en-AU" sz="1000" dirty="0">
              <a:solidFill>
                <a:schemeClr val="bg1"/>
              </a:solidFill>
            </a:endParaRPr>
          </a:p>
          <a:p>
            <a:r>
              <a:rPr lang="en-AU" sz="1000" dirty="0">
                <a:solidFill>
                  <a:schemeClr val="bg1"/>
                </a:solidFill>
              </a:rPr>
              <a:t>Created SQL queries and UDF, to mask PII fields using farm fingerprint function in </a:t>
            </a:r>
            <a:r>
              <a:rPr lang="en-AU" sz="1000" dirty="0" err="1">
                <a:solidFill>
                  <a:schemeClr val="bg1"/>
                </a:solidFill>
              </a:rPr>
              <a:t>BigQuery</a:t>
            </a:r>
            <a:r>
              <a:rPr lang="en-AU" sz="1000" dirty="0">
                <a:solidFill>
                  <a:schemeClr val="bg1"/>
                </a:solidFill>
              </a:rPr>
              <a:t>. PII data types - String, Number, complex JSON arrays</a:t>
            </a:r>
          </a:p>
          <a:p>
            <a:r>
              <a:rPr lang="en-AU" sz="1000" dirty="0">
                <a:solidFill>
                  <a:schemeClr val="bg1"/>
                </a:solidFill>
              </a:rPr>
              <a:t>Automated the end-to-end process using Cloud functions</a:t>
            </a:r>
          </a:p>
          <a:p>
            <a:r>
              <a:rPr lang="en-AU" sz="1000" dirty="0">
                <a:solidFill>
                  <a:schemeClr val="bg1"/>
                </a:solidFill>
              </a:rPr>
              <a:t>Handled BAU service now tickets addressed to the GCP cloud services team based on their priority status</a:t>
            </a:r>
          </a:p>
          <a:p>
            <a:r>
              <a:rPr lang="en-AU" sz="1000" dirty="0">
                <a:solidFill>
                  <a:schemeClr val="bg1"/>
                </a:solidFill>
              </a:rPr>
              <a:t>BAU tickets involved working with users to allot appropriate </a:t>
            </a:r>
            <a:r>
              <a:rPr lang="en-AU" sz="1000" dirty="0" err="1">
                <a:solidFill>
                  <a:schemeClr val="bg1"/>
                </a:solidFill>
              </a:rPr>
              <a:t>Iam</a:t>
            </a:r>
            <a:r>
              <a:rPr lang="en-AU" sz="1000" dirty="0">
                <a:solidFill>
                  <a:schemeClr val="bg1"/>
                </a:solidFill>
              </a:rPr>
              <a:t> permissions and API access, creating new GCP projects and answering user doubts related to GCP</a:t>
            </a:r>
          </a:p>
          <a:p>
            <a:endParaRPr lang="en-AU" sz="1000" dirty="0">
              <a:solidFill>
                <a:schemeClr val="bg1"/>
              </a:solidFill>
            </a:endParaRPr>
          </a:p>
        </p:txBody>
      </p:sp>
      <p:sp>
        <p:nvSpPr>
          <p:cNvPr id="12" name="TextBox 11">
            <a:extLst>
              <a:ext uri="{FF2B5EF4-FFF2-40B4-BE49-F238E27FC236}">
                <a16:creationId xmlns:a16="http://schemas.microsoft.com/office/drawing/2014/main" id="{7365D79F-36E6-01FF-8245-A87A65E2FE56}"/>
              </a:ext>
            </a:extLst>
          </p:cNvPr>
          <p:cNvSpPr txBox="1"/>
          <p:nvPr/>
        </p:nvSpPr>
        <p:spPr>
          <a:xfrm>
            <a:off x="1688499" y="5628936"/>
            <a:ext cx="1403714" cy="1892826"/>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a:ea typeface="Roboto Light"/>
                <a:cs typeface="Roboto Light"/>
              </a:defRPr>
            </a:lvl1pPr>
          </a:lstStyle>
          <a:p>
            <a:r>
              <a:rPr lang="en-US" dirty="0"/>
              <a:t>Looker</a:t>
            </a:r>
          </a:p>
          <a:p>
            <a:r>
              <a:rPr lang="en-US" dirty="0" err="1"/>
              <a:t>BigQuery</a:t>
            </a:r>
            <a:endParaRPr lang="en-US" dirty="0"/>
          </a:p>
          <a:p>
            <a:r>
              <a:rPr lang="en-US" dirty="0"/>
              <a:t>Python</a:t>
            </a:r>
          </a:p>
          <a:p>
            <a:r>
              <a:rPr lang="en-US" dirty="0"/>
              <a:t>Java</a:t>
            </a:r>
          </a:p>
          <a:p>
            <a:r>
              <a:rPr lang="en-US" dirty="0"/>
              <a:t>SQL</a:t>
            </a:r>
          </a:p>
          <a:p>
            <a:r>
              <a:rPr lang="en-US" dirty="0"/>
              <a:t>R</a:t>
            </a:r>
          </a:p>
          <a:p>
            <a:r>
              <a:rPr lang="en-US" dirty="0"/>
              <a:t>Oracle</a:t>
            </a:r>
          </a:p>
          <a:p>
            <a:r>
              <a:rPr lang="en-US" dirty="0"/>
              <a:t>Linux</a:t>
            </a:r>
          </a:p>
          <a:p>
            <a:r>
              <a:rPr lang="en-US" dirty="0"/>
              <a:t>Tableau</a:t>
            </a:r>
          </a:p>
          <a:p>
            <a:r>
              <a:rPr lang="en-US" dirty="0"/>
              <a:t>Git</a:t>
            </a:r>
          </a:p>
          <a:p>
            <a:r>
              <a:rPr lang="en-US" dirty="0"/>
              <a:t>Node JS</a:t>
            </a:r>
          </a:p>
          <a:p>
            <a:r>
              <a:rPr lang="en-US" dirty="0"/>
              <a:t>Teradata</a:t>
            </a:r>
          </a:p>
          <a:p>
            <a:r>
              <a:rPr lang="en-US" dirty="0" err="1"/>
              <a:t>PowerBI</a:t>
            </a:r>
            <a:endParaRPr lang="en-US"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Emilio Parente</DisplayName>
        <AccountId>148</AccountId>
        <AccountType/>
      </UserInfo>
      <UserInfo>
        <DisplayName>Darcy Roach</DisplayName>
        <AccountId>14</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2.xml><?xml version="1.0" encoding="utf-8"?>
<ds:datastoreItem xmlns:ds="http://schemas.openxmlformats.org/officeDocument/2006/customXml" ds:itemID="{5DED3751-8046-450E-BBF0-0C652FE3CD2B}">
  <ds:schemaRefs>
    <ds:schemaRef ds:uri="daf93972-1964-4522-aa34-640805a01c3a"/>
    <ds:schemaRef ds:uri="http://schemas.microsoft.com/office/2006/documentManagement/types"/>
    <ds:schemaRef ds:uri="http://purl.org/dc/elements/1.1/"/>
    <ds:schemaRef ds:uri="http://purl.org/dc/dcmitype/"/>
    <ds:schemaRef ds:uri="http://schemas.microsoft.com/office/2006/metadata/properties"/>
    <ds:schemaRef ds:uri="http://purl.org/dc/terms/"/>
    <ds:schemaRef ds:uri="http://schemas.microsoft.com/office/infopath/2007/PartnerControls"/>
    <ds:schemaRef ds:uri="http://schemas.openxmlformats.org/package/2006/metadata/core-properties"/>
    <ds:schemaRef ds:uri="e52cd9e7-35e5-4bd3-9cab-ca6a63c31e52"/>
    <ds:schemaRef ds:uri="http://www.w3.org/XML/1998/namespace"/>
  </ds:schemaRefs>
</ds:datastoreItem>
</file>

<file path=customXml/itemProps3.xml><?xml version="1.0" encoding="utf-8"?>
<ds:datastoreItem xmlns:ds="http://schemas.openxmlformats.org/officeDocument/2006/customXml" ds:itemID="{8B8BCD96-7DAD-48DE-A0B2-03D9A947C2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9102</TotalTime>
  <Words>521</Words>
  <Application>Microsoft Office PowerPoint</Application>
  <PresentationFormat>Custom</PresentationFormat>
  <Paragraphs>76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140</cp:revision>
  <dcterms:created xsi:type="dcterms:W3CDTF">2019-12-03T01:50:37Z</dcterms:created>
  <dcterms:modified xsi:type="dcterms:W3CDTF">2024-10-09T03:45:06Z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