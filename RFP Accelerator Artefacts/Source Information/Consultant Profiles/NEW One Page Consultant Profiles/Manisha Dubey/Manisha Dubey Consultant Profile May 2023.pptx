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101" d="100"/>
          <a:sy n="101" d="100"/>
        </p:scale>
        <p:origin x="1686" y="-9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DBC8E09D-3FB3-4C07-BA42-B3BBC8E7B323}"/>
    <pc:docChg chg="undo custSel modSld">
      <pc:chgData name="Darcy Roach" userId="ba676ee9-e9b4-49e8-a515-8077106c948d" providerId="ADAL" clId="{DBC8E09D-3FB3-4C07-BA42-B3BBC8E7B323}" dt="2023-05-17T05:35:16.789" v="917" actId="1076"/>
      <pc:docMkLst>
        <pc:docMk/>
      </pc:docMkLst>
      <pc:sldChg chg="modSp mod">
        <pc:chgData name="Darcy Roach" userId="ba676ee9-e9b4-49e8-a515-8077106c948d" providerId="ADAL" clId="{DBC8E09D-3FB3-4C07-BA42-B3BBC8E7B323}" dt="2023-05-17T05:35:16.789" v="917" actId="1076"/>
        <pc:sldMkLst>
          <pc:docMk/>
          <pc:sldMk cId="2009923557" sldId="270"/>
        </pc:sldMkLst>
        <pc:spChg chg="mod">
          <ac:chgData name="Darcy Roach" userId="ba676ee9-e9b4-49e8-a515-8077106c948d" providerId="ADAL" clId="{DBC8E09D-3FB3-4C07-BA42-B3BBC8E7B323}" dt="2023-05-17T05:28:45.108" v="758" actId="20577"/>
          <ac:spMkLst>
            <pc:docMk/>
            <pc:sldMk cId="2009923557" sldId="270"/>
            <ac:spMk id="2" creationId="{2FA774CA-3857-9308-4D38-9414B0CC2B95}"/>
          </ac:spMkLst>
        </pc:spChg>
        <pc:spChg chg="mod">
          <ac:chgData name="Darcy Roach" userId="ba676ee9-e9b4-49e8-a515-8077106c948d" providerId="ADAL" clId="{DBC8E09D-3FB3-4C07-BA42-B3BBC8E7B323}" dt="2023-05-17T05:14:51.808" v="388" actId="20577"/>
          <ac:spMkLst>
            <pc:docMk/>
            <pc:sldMk cId="2009923557" sldId="270"/>
            <ac:spMk id="4" creationId="{80F49B2F-21D4-F9EB-049F-717A10CB7D84}"/>
          </ac:spMkLst>
        </pc:spChg>
        <pc:spChg chg="mod">
          <ac:chgData name="Darcy Roach" userId="ba676ee9-e9b4-49e8-a515-8077106c948d" providerId="ADAL" clId="{DBC8E09D-3FB3-4C07-BA42-B3BBC8E7B323}" dt="2023-05-17T05:28:52.980" v="765" actId="20577"/>
          <ac:spMkLst>
            <pc:docMk/>
            <pc:sldMk cId="2009923557" sldId="270"/>
            <ac:spMk id="6" creationId="{701E125D-B356-8A2A-B86B-AB6567CEABE1}"/>
          </ac:spMkLst>
        </pc:spChg>
        <pc:spChg chg="mod">
          <ac:chgData name="Darcy Roach" userId="ba676ee9-e9b4-49e8-a515-8077106c948d" providerId="ADAL" clId="{DBC8E09D-3FB3-4C07-BA42-B3BBC8E7B323}" dt="2023-05-17T05:27:11.889" v="660" actId="20577"/>
          <ac:spMkLst>
            <pc:docMk/>
            <pc:sldMk cId="2009923557" sldId="270"/>
            <ac:spMk id="12" creationId="{70DE989F-A988-8C86-5720-1FE5B119EB30}"/>
          </ac:spMkLst>
        </pc:spChg>
        <pc:spChg chg="mod">
          <ac:chgData name="Darcy Roach" userId="ba676ee9-e9b4-49e8-a515-8077106c948d" providerId="ADAL" clId="{DBC8E09D-3FB3-4C07-BA42-B3BBC8E7B323}" dt="2023-05-17T04:58:14.020" v="33" actId="20577"/>
          <ac:spMkLst>
            <pc:docMk/>
            <pc:sldMk cId="2009923557" sldId="270"/>
            <ac:spMk id="13" creationId="{FD2720C9-A79F-BD7F-E179-674AD67D7892}"/>
          </ac:spMkLst>
        </pc:spChg>
        <pc:spChg chg="mod">
          <ac:chgData name="Darcy Roach" userId="ba676ee9-e9b4-49e8-a515-8077106c948d" providerId="ADAL" clId="{DBC8E09D-3FB3-4C07-BA42-B3BBC8E7B323}" dt="2023-05-17T05:13:45.029" v="356" actId="2710"/>
          <ac:spMkLst>
            <pc:docMk/>
            <pc:sldMk cId="2009923557" sldId="270"/>
            <ac:spMk id="17" creationId="{1BDE5051-9F34-F139-742D-4450E5D6591E}"/>
          </ac:spMkLst>
        </pc:spChg>
        <pc:spChg chg="mod">
          <ac:chgData name="Darcy Roach" userId="ba676ee9-e9b4-49e8-a515-8077106c948d" providerId="ADAL" clId="{DBC8E09D-3FB3-4C07-BA42-B3BBC8E7B323}" dt="2023-05-17T05:16:33.351" v="426" actId="20577"/>
          <ac:spMkLst>
            <pc:docMk/>
            <pc:sldMk cId="2009923557" sldId="270"/>
            <ac:spMk id="26" creationId="{1A3D666D-00C8-D106-73C3-9FF300F8618C}"/>
          </ac:spMkLst>
        </pc:spChg>
        <pc:spChg chg="mod">
          <ac:chgData name="Darcy Roach" userId="ba676ee9-e9b4-49e8-a515-8077106c948d" providerId="ADAL" clId="{DBC8E09D-3FB3-4C07-BA42-B3BBC8E7B323}" dt="2023-05-17T05:34:50.619" v="915" actId="20577"/>
          <ac:spMkLst>
            <pc:docMk/>
            <pc:sldMk cId="2009923557" sldId="270"/>
            <ac:spMk id="31" creationId="{5D644C1D-FE62-9752-27C7-42A94F729A86}"/>
          </ac:spMkLst>
        </pc:spChg>
        <pc:spChg chg="mod">
          <ac:chgData name="Darcy Roach" userId="ba676ee9-e9b4-49e8-a515-8077106c948d" providerId="ADAL" clId="{DBC8E09D-3FB3-4C07-BA42-B3BBC8E7B323}" dt="2023-05-17T05:22:41.976" v="589" actId="20577"/>
          <ac:spMkLst>
            <pc:docMk/>
            <pc:sldMk cId="2009923557" sldId="270"/>
            <ac:spMk id="38" creationId="{AB47A2EE-BF0B-DB05-8B7C-DB6594B2B3D5}"/>
          </ac:spMkLst>
        </pc:spChg>
        <pc:spChg chg="mod">
          <ac:chgData name="Darcy Roach" userId="ba676ee9-e9b4-49e8-a515-8077106c948d" providerId="ADAL" clId="{DBC8E09D-3FB3-4C07-BA42-B3BBC8E7B323}" dt="2023-05-17T05:24:35.581" v="632" actId="20577"/>
          <ac:spMkLst>
            <pc:docMk/>
            <pc:sldMk cId="2009923557" sldId="270"/>
            <ac:spMk id="48" creationId="{2E936835-C132-4204-2E91-FE9D8E6EC671}"/>
          </ac:spMkLst>
        </pc:spChg>
        <pc:spChg chg="mod">
          <ac:chgData name="Darcy Roach" userId="ba676ee9-e9b4-49e8-a515-8077106c948d" providerId="ADAL" clId="{DBC8E09D-3FB3-4C07-BA42-B3BBC8E7B323}" dt="2023-05-17T05:32:07.576" v="800" actId="20577"/>
          <ac:spMkLst>
            <pc:docMk/>
            <pc:sldMk cId="2009923557" sldId="270"/>
            <ac:spMk id="54" creationId="{4F1DF6EC-2D10-1310-483C-35027A70DDA1}"/>
          </ac:spMkLst>
        </pc:spChg>
        <pc:spChg chg="mod">
          <ac:chgData name="Darcy Roach" userId="ba676ee9-e9b4-49e8-a515-8077106c948d" providerId="ADAL" clId="{DBC8E09D-3FB3-4C07-BA42-B3BBC8E7B323}" dt="2023-05-17T05:33:31.939" v="892" actId="20577"/>
          <ac:spMkLst>
            <pc:docMk/>
            <pc:sldMk cId="2009923557" sldId="270"/>
            <ac:spMk id="55" creationId="{20D856C0-6C6C-30D2-8947-79D3F4B5FE07}"/>
          </ac:spMkLst>
        </pc:spChg>
        <pc:spChg chg="mod">
          <ac:chgData name="Darcy Roach" userId="ba676ee9-e9b4-49e8-a515-8077106c948d" providerId="ADAL" clId="{DBC8E09D-3FB3-4C07-BA42-B3BBC8E7B323}" dt="2023-05-17T05:13:44.605" v="355" actId="1076"/>
          <ac:spMkLst>
            <pc:docMk/>
            <pc:sldMk cId="2009923557" sldId="270"/>
            <ac:spMk id="60" creationId="{FD202519-197D-24FE-C4B7-F4419021EC1E}"/>
          </ac:spMkLst>
        </pc:spChg>
        <pc:grpChg chg="mod">
          <ac:chgData name="Darcy Roach" userId="ba676ee9-e9b4-49e8-a515-8077106c948d" providerId="ADAL" clId="{DBC8E09D-3FB3-4C07-BA42-B3BBC8E7B323}" dt="2023-05-17T05:35:16.789" v="917" actId="1076"/>
          <ac:grpSpMkLst>
            <pc:docMk/>
            <pc:sldMk cId="2009923557" sldId="270"/>
            <ac:grpSpMk id="10" creationId="{A6927CF3-C0AD-7B0E-CC21-BDD13E4FAF2F}"/>
          </ac:grpSpMkLst>
        </pc:grpChg>
        <pc:grpChg chg="mod">
          <ac:chgData name="Darcy Roach" userId="ba676ee9-e9b4-49e8-a515-8077106c948d" providerId="ADAL" clId="{DBC8E09D-3FB3-4C07-BA42-B3BBC8E7B323}" dt="2023-05-17T05:27:41.764" v="662" actId="1076"/>
          <ac:grpSpMkLst>
            <pc:docMk/>
            <pc:sldMk cId="2009923557" sldId="270"/>
            <ac:grpSpMk id="45" creationId="{7C004A0F-26FD-81BE-0DC7-EDCD01D4194B}"/>
          </ac:grpSpMkLst>
        </pc:grpChg>
        <pc:cxnChg chg="mod">
          <ac:chgData name="Darcy Roach" userId="ba676ee9-e9b4-49e8-a515-8077106c948d" providerId="ADAL" clId="{DBC8E09D-3FB3-4C07-BA42-B3BBC8E7B323}" dt="2023-05-17T05:27:31.039" v="661" actId="14100"/>
          <ac:cxnSpMkLst>
            <pc:docMk/>
            <pc:sldMk cId="2009923557" sldId="270"/>
            <ac:cxnSpMk id="3" creationId="{67C34E10-2CF8-9BCA-1CC6-D78A3FF9CA80}"/>
          </ac:cxnSpMkLst>
        </pc:cxnChg>
        <pc:cxnChg chg="mod">
          <ac:chgData name="Darcy Roach" userId="ba676ee9-e9b4-49e8-a515-8077106c948d" providerId="ADAL" clId="{DBC8E09D-3FB3-4C07-BA42-B3BBC8E7B323}" dt="2023-05-17T05:34:19.858" v="900" actId="14100"/>
          <ac:cxnSpMkLst>
            <pc:docMk/>
            <pc:sldMk cId="2009923557" sldId="270"/>
            <ac:cxnSpMk id="15" creationId="{F87F05F2-DA4C-4F55-A5D0-1887110DF155}"/>
          </ac:cxnSpMkLst>
        </pc:cxnChg>
        <pc:cxnChg chg="mod">
          <ac:chgData name="Darcy Roach" userId="ba676ee9-e9b4-49e8-a515-8077106c948d" providerId="ADAL" clId="{DBC8E09D-3FB3-4C07-BA42-B3BBC8E7B323}" dt="2023-05-17T05:32:26.420" v="802" actId="14100"/>
          <ac:cxnSpMkLst>
            <pc:docMk/>
            <pc:sldMk cId="2009923557" sldId="270"/>
            <ac:cxnSpMk id="56" creationId="{C0271841-9AD2-76A9-36A3-77AD3CD1ED17}"/>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5/16/2023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5/16/2023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5/16/2023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5/16/2023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5/16/2023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Manisha Dubey</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34583"/>
            <a:ext cx="2928002" cy="1231106"/>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Manisha is an experienced Data Engineer with 11 years of rich experience in the data &amp; analytics space. Manisha is highly skilled in using Google Cloud Platform, SSIS, SSRS, Power BI and Data Warehousing applications using SQL Server in various domains including Banking, Financial Services, Insurance, Ecommerce and Retail.</a:t>
            </a:r>
          </a:p>
          <a:p>
            <a:pPr algn="l"/>
            <a:endParaRPr lang="en-AU" sz="1000" spc="13" dirty="0">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Erwin Data Modeler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COGNOS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Python </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Shell</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Teradata</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 </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PL/SQL</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9232"/>
            <a:ext cx="0" cy="134776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4819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287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63641"/>
            <a:ext cx="1951941" cy="1754326"/>
            <a:chOff x="8106458" y="2681447"/>
            <a:chExt cx="1951941" cy="175432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1754326"/>
            </a:xfrm>
            <a:prstGeom prst="rect">
              <a:avLst/>
            </a:prstGeom>
            <a:noFill/>
          </p:spPr>
          <p:txBody>
            <a:bodyPr wrap="square">
              <a:spAutoFit/>
            </a:bodyPr>
            <a:lstStyle/>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a:t>
              </a:r>
              <a:r>
                <a:rPr lang="en-GB" sz="1200" dirty="0">
                  <a:solidFill>
                    <a:srgbClr val="00AB80"/>
                  </a:solidFill>
                  <a:effectLst/>
                  <a:latin typeface="Roboto Light" panose="02000000000000000000" pitchFamily="2" charset="0"/>
                  <a:ea typeface="Calibri" panose="020F0502020204030204" pitchFamily="34" charset="0"/>
                </a:rPr>
                <a:t>r</a:t>
              </a:r>
              <a:r>
                <a:rPr lang="en-GB" sz="1200" dirty="0">
                  <a:solidFill>
                    <a:srgbClr val="00AB80"/>
                  </a:solidFill>
                  <a:latin typeface="Roboto Light" panose="02000000000000000000" pitchFamily="2" charset="0"/>
                  <a:ea typeface="Calibri" panose="020F0502020204030204" pitchFamily="34" charset="0"/>
                </a:rPr>
                <a:t> – Computer Applications, Computer Engineering | </a:t>
              </a: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Shri</a:t>
              </a:r>
              <a:r>
                <a:rPr lang="en-US" sz="1200" dirty="0">
                  <a:solidFill>
                    <a:srgbClr val="00AB80"/>
                  </a:solidFill>
                  <a:effectLst/>
                  <a:latin typeface="Roboto Light" panose="02000000000000000000" pitchFamily="2" charset="0"/>
                  <a:ea typeface="Calibri" panose="020F0502020204030204" pitchFamily="34" charset="0"/>
                </a:rPr>
                <a:t> Institute of Tech</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Science, Computer Science  | </a:t>
              </a:r>
              <a:r>
                <a:rPr lang="en-US" sz="1200" dirty="0">
                  <a:solidFill>
                    <a:srgbClr val="00AB80"/>
                  </a:solidFill>
                  <a:latin typeface="Roboto Light" panose="02000000000000000000" pitchFamily="2" charset="0"/>
                  <a:ea typeface="Calibri" panose="020F0502020204030204" pitchFamily="34" charset="0"/>
                </a:rPr>
                <a:t> Holkar Science College</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Azure</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Dashboards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6883"/>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Financial Services Company </a:t>
            </a:r>
            <a:r>
              <a:rPr lang="en-AU" sz="1200" b="1" dirty="0">
                <a:solidFill>
                  <a:srgbClr val="0059FF"/>
                </a:solidFill>
                <a:latin typeface="Roboto" panose="02000000000000000000" pitchFamily="2" charset="0"/>
                <a:ea typeface="Roboto" panose="02000000000000000000" pitchFamily="2" charset="0"/>
              </a:rPr>
              <a:t>– Senior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32965"/>
            <a:ext cx="4533549" cy="166199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Built data pipeline to communicate with external APIs using TypeScript and NodeJS in AWS </a:t>
            </a:r>
          </a:p>
          <a:p>
            <a:r>
              <a:rPr lang="en-AU" sz="1000" dirty="0">
                <a:solidFill>
                  <a:schemeClr val="bg1"/>
                </a:solidFill>
              </a:rPr>
              <a:t>Used CDK to manage infrastructure as code and enable, deploy personal stacks for test and development before deploying to production using GitHub Actions for CI/CD </a:t>
            </a:r>
          </a:p>
          <a:p>
            <a:r>
              <a:rPr lang="en-AU" sz="1000" dirty="0">
                <a:solidFill>
                  <a:schemeClr val="bg1"/>
                </a:solidFill>
              </a:rPr>
              <a:t>Created internal APIs for project team to be able to communicate with external APIs securely</a:t>
            </a:r>
          </a:p>
          <a:p>
            <a:r>
              <a:rPr lang="en-AU" sz="1000" dirty="0">
                <a:solidFill>
                  <a:schemeClr val="bg1"/>
                </a:solidFill>
              </a:rPr>
              <a:t>Created webhooks for external APIs to post to systems within VPC</a:t>
            </a:r>
          </a:p>
          <a:p>
            <a:r>
              <a:rPr lang="en-AU" sz="1000" dirty="0">
                <a:solidFill>
                  <a:schemeClr val="bg1"/>
                </a:solidFill>
              </a:rPr>
              <a:t>Created mock APIs for integration testing </a:t>
            </a:r>
          </a:p>
          <a:p>
            <a:endParaRPr lang="en-AU" sz="1000" dirty="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2757060"/>
            <a:ext cx="5029198" cy="3390347"/>
            <a:chOff x="3335753" y="2997642"/>
            <a:chExt cx="5029198" cy="3601187"/>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2"/>
              <a:ext cx="0" cy="302552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9037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Large Retail Organisation – Senior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98896"/>
              <a:ext cx="4423172" cy="339993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Worked on Loyalty card and International Logistic business unit transactional and master data</a:t>
              </a:r>
            </a:p>
            <a:p>
              <a:r>
                <a:rPr lang="en-AU" sz="1000" dirty="0"/>
                <a:t>Worked with GCP Cloud Function, Batch Queries, GCP Schedulers and GCP Composer, Cloud storage- Buckets.</a:t>
              </a:r>
            </a:p>
            <a:p>
              <a:r>
                <a:rPr lang="en-AU" sz="1000" dirty="0"/>
                <a:t>Data Analysis using GCP Big Query and maintained </a:t>
              </a:r>
              <a:r>
                <a:rPr lang="en-AU" sz="1000" dirty="0" err="1"/>
                <a:t>Dags</a:t>
              </a:r>
              <a:r>
                <a:rPr lang="en-AU" sz="1000" dirty="0"/>
                <a:t> (Python code) in GCP composer.</a:t>
              </a:r>
            </a:p>
            <a:p>
              <a:r>
                <a:rPr lang="en-AU" sz="1000" dirty="0"/>
                <a:t>Monitored and Scheduled DAGS in Airflow.</a:t>
              </a:r>
            </a:p>
            <a:p>
              <a:r>
                <a:rPr lang="en-AU" sz="1000" dirty="0"/>
                <a:t>Gathered requirements from the client and documented the functional and technical specifications.</a:t>
              </a:r>
            </a:p>
            <a:p>
              <a:r>
                <a:rPr lang="en-AU" sz="1000" dirty="0"/>
                <a:t>Created multiple ETL process using SSIS to load data from different source system (Database server, File System, txt/csv files) to destination using OLEDB connection in SSIS.</a:t>
              </a:r>
            </a:p>
            <a:p>
              <a:r>
                <a:rPr lang="en-AU" sz="1000" dirty="0"/>
                <a:t>Configured SSIS packages using Package configuration wizard to allow packages run on different environments.</a:t>
              </a:r>
            </a:p>
            <a:p>
              <a:r>
                <a:rPr lang="en-AU" sz="1000" dirty="0"/>
                <a:t>Migrated SSRS report in Power BI , developed Power BI reports and dashboard from multiple data source using DAX formula and expression</a:t>
              </a:r>
            </a:p>
            <a:p>
              <a:r>
                <a:rPr lang="en-AU" sz="1000" dirty="0"/>
                <a:t>Developed and deployed tables, procedures, views, functions using SQL</a:t>
              </a:r>
            </a:p>
            <a:p>
              <a:r>
                <a:rPr lang="en-AU" sz="1000" dirty="0"/>
                <a:t>Create SSRS report including parameterized, drilldown, drill through and cached report based on the business requirement.</a:t>
              </a:r>
            </a:p>
            <a:p>
              <a:endParaRPr lang="en-AU" sz="1000" dirty="0"/>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Ecommerce</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Education</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35752" y="5994678"/>
            <a:ext cx="4782734" cy="1706220"/>
            <a:chOff x="3335752" y="5766857"/>
            <a:chExt cx="4782734" cy="1706220"/>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Financial Services Organisation – BI Developer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5995749"/>
              <a:ext cx="4435479" cy="147732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Wrote stored procedure, tables and views using SQL Server 2008</a:t>
              </a:r>
            </a:p>
            <a:p>
              <a:r>
                <a:rPr lang="en-AU" dirty="0"/>
                <a:t>Designed and deployed SSIS package to load data from source system to destination </a:t>
              </a:r>
            </a:p>
            <a:p>
              <a:r>
                <a:rPr lang="en-AU" dirty="0"/>
                <a:t>Used different SSIS transformation, Logging, Error Handling and configuration in SSIS packages</a:t>
              </a:r>
            </a:p>
            <a:p>
              <a:r>
                <a:rPr lang="en-AU" dirty="0"/>
                <a:t>Created SSRS reports (Tabular and Matrix), subscription.</a:t>
              </a:r>
            </a:p>
            <a:p>
              <a:r>
                <a:rPr lang="en-AU" dirty="0"/>
                <a:t>Performance tuning of stored procedures and SSIS packages.</a:t>
              </a:r>
            </a:p>
            <a:p>
              <a:r>
                <a:rPr lang="en-AU" dirty="0"/>
                <a:t>Coordination with on-shore and off-shore project team</a:t>
              </a:r>
            </a:p>
            <a:p>
              <a:endParaRPr lang="en-AU" dirty="0"/>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111993"/>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60" name="TextBox 59">
            <a:extLst>
              <a:ext uri="{FF2B5EF4-FFF2-40B4-BE49-F238E27FC236}">
                <a16:creationId xmlns:a16="http://schemas.microsoft.com/office/drawing/2014/main" id="{FD202519-197D-24FE-C4B7-F4419021EC1E}"/>
              </a:ext>
            </a:extLst>
          </p:cNvPr>
          <p:cNvSpPr txBox="1"/>
          <p:nvPr/>
        </p:nvSpPr>
        <p:spPr>
          <a:xfrm>
            <a:off x="254204" y="2948873"/>
            <a:ext cx="2873026" cy="1538883"/>
          </a:xfrm>
          <a:prstGeom prst="rect">
            <a:avLst/>
          </a:prstGeom>
          <a:noFill/>
        </p:spPr>
        <p:txBody>
          <a:bodyPr wrap="square" lIns="0" tIns="0" rIns="0" bIns="0" rtlCol="0" anchor="t">
            <a:spAutoFit/>
          </a:bodyPr>
          <a:lstStyle>
            <a:defPPr>
              <a:defRPr lang="en-US"/>
            </a:defPPr>
            <a:lvl1pPr>
              <a:defRPr sz="1000" spc="13">
                <a:latin typeface="Roboto Light"/>
                <a:ea typeface="Roboto Light"/>
                <a:cs typeface="Lato"/>
              </a:defRPr>
            </a:lvl1pPr>
          </a:lstStyle>
          <a:p>
            <a:r>
              <a:rPr lang="en-AU" dirty="0"/>
              <a:t>Manisha works effectively both as an individual as well as within cross-functional teams and strives to deliver high-quality solutions that address business challenges. A highly collaborative and proactive professional that values the potential of an organisation's data, Manisha is passionate about improving user experience and ensuring business reporting needs are met.</a:t>
            </a:r>
          </a:p>
          <a:p>
            <a:endParaRPr lang="en-AU" dirty="0"/>
          </a:p>
          <a:p>
            <a:endParaRPr lang="en-US" dirty="0"/>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http://schemas.microsoft.com/office/2006/metadata/properties"/>
    <ds:schemaRef ds:uri="http://purl.org/dc/dcmitype/"/>
    <ds:schemaRef ds:uri="daf93972-1964-4522-aa34-640805a01c3a"/>
    <ds:schemaRef ds:uri="http://schemas.microsoft.com/office/2006/documentManagement/types"/>
    <ds:schemaRef ds:uri="http://purl.org/dc/terms/"/>
    <ds:schemaRef ds:uri="http://schemas.microsoft.com/office/infopath/2007/PartnerControls"/>
    <ds:schemaRef ds:uri="e52cd9e7-35e5-4bd3-9cab-ca6a63c31e52"/>
    <ds:schemaRef ds:uri="http://schemas.openxmlformats.org/package/2006/metadata/core-properties"/>
    <ds:schemaRef ds:uri="http://www.w3.org/XML/1998/namespace"/>
    <ds:schemaRef ds:uri="http://purl.org/dc/elements/1.1/"/>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92FD33B4-AB90-4A12-97A2-7C6EBB480306}"/>
</file>

<file path=docProps/app.xml><?xml version="1.0" encoding="utf-8"?>
<Properties xmlns="http://schemas.openxmlformats.org/officeDocument/2006/extended-properties" xmlns:vt="http://schemas.openxmlformats.org/officeDocument/2006/docPropsVTypes">
  <Template>Office Theme</Template>
  <TotalTime>3960</TotalTime>
  <Words>530</Words>
  <Application>Microsoft Office PowerPoint</Application>
  <PresentationFormat>Custom</PresentationFormat>
  <Paragraphs>74</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Libre Caslon Text</vt:lpstr>
      <vt:lpstr>Roboto</vt:lpstr>
      <vt:lpstr>Roboto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cp:revision>
  <dcterms:created xsi:type="dcterms:W3CDTF">2019-12-03T01:50:37Z</dcterms:created>
  <dcterms:modified xsi:type="dcterms:W3CDTF">2023-05-17T05:35:19Z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