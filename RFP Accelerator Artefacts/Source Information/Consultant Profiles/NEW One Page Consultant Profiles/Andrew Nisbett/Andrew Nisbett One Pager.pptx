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Lst>
  <p:sldSz cx="18288000" cy="10287000"/>
  <p:notesSz cx="6858000" cy="9144000"/>
  <p:embeddedFontLst>
    <p:embeddedFont>
      <p:font typeface="Roboto" panose="02000000000000000000" pitchFamily="2" charset="0"/>
      <p:regular r:id="rId3"/>
      <p:bold r:id="rId4"/>
      <p:italic r:id="rId5"/>
      <p:boldItalic r:id="rId6"/>
    </p:embeddedFont>
    <p:embeddedFont>
      <p:font typeface="Roboto Bold" panose="02000000000000000000" pitchFamily="2" charset="0"/>
      <p:regular r:id="rId7"/>
      <p:bold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F251A30-D1BE-4B85-B43C-EAED6DC28E9F}" v="8" dt="2024-09-30T01:48:17.7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62" autoAdjust="0"/>
    <p:restoredTop sz="94622" autoAdjust="0"/>
  </p:normalViewPr>
  <p:slideViewPr>
    <p:cSldViewPr>
      <p:cViewPr varScale="1">
        <p:scale>
          <a:sx n="67" d="100"/>
          <a:sy n="67" d="100"/>
        </p:scale>
        <p:origin x="48"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6.fntdata"/><Relationship Id="rId13" Type="http://schemas.microsoft.com/office/2016/11/relationships/changesInfo" Target="changesInfos/changesInfo1.xml"/><Relationship Id="rId3" Type="http://schemas.openxmlformats.org/officeDocument/2006/relationships/font" Target="fonts/font1.fntdata"/><Relationship Id="rId7" Type="http://schemas.openxmlformats.org/officeDocument/2006/relationships/font" Target="fonts/font5.fntdata"/><Relationship Id="rId12" Type="http://schemas.openxmlformats.org/officeDocument/2006/relationships/tableStyles" Target="tableStyles.xml"/><Relationship Id="rId17"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font" Target="fonts/font4.fntdata"/><Relationship Id="rId11" Type="http://schemas.openxmlformats.org/officeDocument/2006/relationships/theme" Target="theme/theme1.xml"/><Relationship Id="rId5" Type="http://schemas.openxmlformats.org/officeDocument/2006/relationships/font" Target="fonts/font3.fntdata"/><Relationship Id="rId15" Type="http://schemas.openxmlformats.org/officeDocument/2006/relationships/customXml" Target="../customXml/item1.xml"/><Relationship Id="rId10" Type="http://schemas.openxmlformats.org/officeDocument/2006/relationships/viewProps" Target="viewProps.xml"/><Relationship Id="rId4" Type="http://schemas.openxmlformats.org/officeDocument/2006/relationships/font" Target="fonts/font2.fntdata"/><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cy Roach" userId="ba676ee9-e9b4-49e8-a515-8077106c948d" providerId="ADAL" clId="{8F251A30-D1BE-4B85-B43C-EAED6DC28E9F}"/>
    <pc:docChg chg="undo custSel addSld delSld modSld">
      <pc:chgData name="Darcy Roach" userId="ba676ee9-e9b4-49e8-a515-8077106c948d" providerId="ADAL" clId="{8F251A30-D1BE-4B85-B43C-EAED6DC28E9F}" dt="2024-09-30T01:50:53.155" v="122" actId="47"/>
      <pc:docMkLst>
        <pc:docMk/>
      </pc:docMkLst>
      <pc:sldChg chg="modSp mod">
        <pc:chgData name="Darcy Roach" userId="ba676ee9-e9b4-49e8-a515-8077106c948d" providerId="ADAL" clId="{8F251A30-D1BE-4B85-B43C-EAED6DC28E9F}" dt="2024-09-30T01:50:47.392" v="121" actId="113"/>
        <pc:sldMkLst>
          <pc:docMk/>
          <pc:sldMk cId="0" sldId="256"/>
        </pc:sldMkLst>
        <pc:spChg chg="mod">
          <ac:chgData name="Darcy Roach" userId="ba676ee9-e9b4-49e8-a515-8077106c948d" providerId="ADAL" clId="{8F251A30-D1BE-4B85-B43C-EAED6DC28E9F}" dt="2024-09-30T01:50:47.392" v="121" actId="113"/>
          <ac:spMkLst>
            <pc:docMk/>
            <pc:sldMk cId="0" sldId="256"/>
            <ac:spMk id="25" creationId="{00000000-0000-0000-0000-000000000000}"/>
          </ac:spMkLst>
        </pc:spChg>
        <pc:spChg chg="mod">
          <ac:chgData name="Darcy Roach" userId="ba676ee9-e9b4-49e8-a515-8077106c948d" providerId="ADAL" clId="{8F251A30-D1BE-4B85-B43C-EAED6DC28E9F}" dt="2024-09-30T01:50:47.392" v="121" actId="113"/>
          <ac:spMkLst>
            <pc:docMk/>
            <pc:sldMk cId="0" sldId="256"/>
            <ac:spMk id="26" creationId="{00000000-0000-0000-0000-000000000000}"/>
          </ac:spMkLst>
        </pc:spChg>
      </pc:sldChg>
      <pc:sldChg chg="addSp delSp modSp add del mod">
        <pc:chgData name="Darcy Roach" userId="ba676ee9-e9b4-49e8-a515-8077106c948d" providerId="ADAL" clId="{8F251A30-D1BE-4B85-B43C-EAED6DC28E9F}" dt="2024-09-30T01:50:53.155" v="122" actId="47"/>
        <pc:sldMkLst>
          <pc:docMk/>
          <pc:sldMk cId="254516341" sldId="257"/>
        </pc:sldMkLst>
        <pc:spChg chg="mod">
          <ac:chgData name="Darcy Roach" userId="ba676ee9-e9b4-49e8-a515-8077106c948d" providerId="ADAL" clId="{8F251A30-D1BE-4B85-B43C-EAED6DC28E9F}" dt="2024-09-30T01:43:49.350" v="26" actId="20577"/>
          <ac:spMkLst>
            <pc:docMk/>
            <pc:sldMk cId="254516341" sldId="257"/>
            <ac:spMk id="14" creationId="{00000000-0000-0000-0000-000000000000}"/>
          </ac:spMkLst>
        </pc:spChg>
        <pc:spChg chg="mod topLvl">
          <ac:chgData name="Darcy Roach" userId="ba676ee9-e9b4-49e8-a515-8077106c948d" providerId="ADAL" clId="{8F251A30-D1BE-4B85-B43C-EAED6DC28E9F}" dt="2024-09-30T01:45:23.491" v="91" actId="165"/>
          <ac:spMkLst>
            <pc:docMk/>
            <pc:sldMk cId="254516341" sldId="257"/>
            <ac:spMk id="16" creationId="{00000000-0000-0000-0000-000000000000}"/>
          </ac:spMkLst>
        </pc:spChg>
        <pc:spChg chg="mod">
          <ac:chgData name="Darcy Roach" userId="ba676ee9-e9b4-49e8-a515-8077106c948d" providerId="ADAL" clId="{8F251A30-D1BE-4B85-B43C-EAED6DC28E9F}" dt="2024-09-30T01:45:23.491" v="91" actId="165"/>
          <ac:spMkLst>
            <pc:docMk/>
            <pc:sldMk cId="254516341" sldId="257"/>
            <ac:spMk id="18" creationId="{00000000-0000-0000-0000-000000000000}"/>
          </ac:spMkLst>
        </pc:spChg>
        <pc:spChg chg="mod">
          <ac:chgData name="Darcy Roach" userId="ba676ee9-e9b4-49e8-a515-8077106c948d" providerId="ADAL" clId="{8F251A30-D1BE-4B85-B43C-EAED6DC28E9F}" dt="2024-09-30T01:45:23.491" v="91" actId="165"/>
          <ac:spMkLst>
            <pc:docMk/>
            <pc:sldMk cId="254516341" sldId="257"/>
            <ac:spMk id="19" creationId="{00000000-0000-0000-0000-000000000000}"/>
          </ac:spMkLst>
        </pc:spChg>
        <pc:spChg chg="mod topLvl">
          <ac:chgData name="Darcy Roach" userId="ba676ee9-e9b4-49e8-a515-8077106c948d" providerId="ADAL" clId="{8F251A30-D1BE-4B85-B43C-EAED6DC28E9F}" dt="2024-09-30T01:45:23.491" v="91" actId="165"/>
          <ac:spMkLst>
            <pc:docMk/>
            <pc:sldMk cId="254516341" sldId="257"/>
            <ac:spMk id="20" creationId="{00000000-0000-0000-0000-000000000000}"/>
          </ac:spMkLst>
        </pc:spChg>
        <pc:spChg chg="mod topLvl">
          <ac:chgData name="Darcy Roach" userId="ba676ee9-e9b4-49e8-a515-8077106c948d" providerId="ADAL" clId="{8F251A30-D1BE-4B85-B43C-EAED6DC28E9F}" dt="2024-09-30T01:45:23.491" v="91" actId="165"/>
          <ac:spMkLst>
            <pc:docMk/>
            <pc:sldMk cId="254516341" sldId="257"/>
            <ac:spMk id="21" creationId="{00000000-0000-0000-0000-000000000000}"/>
          </ac:spMkLst>
        </pc:spChg>
        <pc:spChg chg="mod topLvl">
          <ac:chgData name="Darcy Roach" userId="ba676ee9-e9b4-49e8-a515-8077106c948d" providerId="ADAL" clId="{8F251A30-D1BE-4B85-B43C-EAED6DC28E9F}" dt="2024-09-30T01:45:23.491" v="91" actId="165"/>
          <ac:spMkLst>
            <pc:docMk/>
            <pc:sldMk cId="254516341" sldId="257"/>
            <ac:spMk id="22" creationId="{00000000-0000-0000-0000-000000000000}"/>
          </ac:spMkLst>
        </pc:spChg>
        <pc:spChg chg="add del mod topLvl">
          <ac:chgData name="Darcy Roach" userId="ba676ee9-e9b4-49e8-a515-8077106c948d" providerId="ADAL" clId="{8F251A30-D1BE-4B85-B43C-EAED6DC28E9F}" dt="2024-09-30T01:48:15.807" v="107" actId="478"/>
          <ac:spMkLst>
            <pc:docMk/>
            <pc:sldMk cId="254516341" sldId="257"/>
            <ac:spMk id="24" creationId="{00000000-0000-0000-0000-000000000000}"/>
          </ac:spMkLst>
        </pc:spChg>
        <pc:spChg chg="mod topLvl">
          <ac:chgData name="Darcy Roach" userId="ba676ee9-e9b4-49e8-a515-8077106c948d" providerId="ADAL" clId="{8F251A30-D1BE-4B85-B43C-EAED6DC28E9F}" dt="2024-09-30T01:45:23.491" v="91" actId="165"/>
          <ac:spMkLst>
            <pc:docMk/>
            <pc:sldMk cId="254516341" sldId="257"/>
            <ac:spMk id="25" creationId="{00000000-0000-0000-0000-000000000000}"/>
          </ac:spMkLst>
        </pc:spChg>
        <pc:spChg chg="mod topLvl">
          <ac:chgData name="Darcy Roach" userId="ba676ee9-e9b4-49e8-a515-8077106c948d" providerId="ADAL" clId="{8F251A30-D1BE-4B85-B43C-EAED6DC28E9F}" dt="2024-09-30T01:45:23.491" v="91" actId="165"/>
          <ac:spMkLst>
            <pc:docMk/>
            <pc:sldMk cId="254516341" sldId="257"/>
            <ac:spMk id="26" creationId="{00000000-0000-0000-0000-000000000000}"/>
          </ac:spMkLst>
        </pc:spChg>
        <pc:spChg chg="mod">
          <ac:chgData name="Darcy Roach" userId="ba676ee9-e9b4-49e8-a515-8077106c948d" providerId="ADAL" clId="{8F251A30-D1BE-4B85-B43C-EAED6DC28E9F}" dt="2024-09-30T01:43:09.825" v="12" actId="20577"/>
          <ac:spMkLst>
            <pc:docMk/>
            <pc:sldMk cId="254516341" sldId="257"/>
            <ac:spMk id="28" creationId="{00000000-0000-0000-0000-000000000000}"/>
          </ac:spMkLst>
        </pc:spChg>
        <pc:spChg chg="add del mod">
          <ac:chgData name="Darcy Roach" userId="ba676ee9-e9b4-49e8-a515-8077106c948d" providerId="ADAL" clId="{8F251A30-D1BE-4B85-B43C-EAED6DC28E9F}" dt="2024-09-30T01:48:14.307" v="106" actId="21"/>
          <ac:spMkLst>
            <pc:docMk/>
            <pc:sldMk cId="254516341" sldId="257"/>
            <ac:spMk id="33" creationId="{B10A83BC-D623-EEA5-A1A8-27DF782FF38C}"/>
          </ac:spMkLst>
        </pc:spChg>
        <pc:spChg chg="add mod">
          <ac:chgData name="Darcy Roach" userId="ba676ee9-e9b4-49e8-a515-8077106c948d" providerId="ADAL" clId="{8F251A30-D1BE-4B85-B43C-EAED6DC28E9F}" dt="2024-09-30T01:49:06.121" v="119" actId="1076"/>
          <ac:spMkLst>
            <pc:docMk/>
            <pc:sldMk cId="254516341" sldId="257"/>
            <ac:spMk id="34" creationId="{B10A83BC-D623-EEA5-A1A8-27DF782FF38C}"/>
          </ac:spMkLst>
        </pc:spChg>
        <pc:grpChg chg="del">
          <ac:chgData name="Darcy Roach" userId="ba676ee9-e9b4-49e8-a515-8077106c948d" providerId="ADAL" clId="{8F251A30-D1BE-4B85-B43C-EAED6DC28E9F}" dt="2024-09-30T01:45:23.491" v="91" actId="165"/>
          <ac:grpSpMkLst>
            <pc:docMk/>
            <pc:sldMk cId="254516341" sldId="257"/>
            <ac:grpSpMk id="15" creationId="{00000000-0000-0000-0000-000000000000}"/>
          </ac:grpSpMkLst>
        </pc:grpChg>
        <pc:grpChg chg="mod topLvl">
          <ac:chgData name="Darcy Roach" userId="ba676ee9-e9b4-49e8-a515-8077106c948d" providerId="ADAL" clId="{8F251A30-D1BE-4B85-B43C-EAED6DC28E9F}" dt="2024-09-30T01:45:23.491" v="91" actId="165"/>
          <ac:grpSpMkLst>
            <pc:docMk/>
            <pc:sldMk cId="254516341" sldId="257"/>
            <ac:grpSpMk id="17" creationId="{00000000-0000-0000-0000-000000000000}"/>
          </ac:grpSpMkLst>
        </pc:grpChg>
        <pc:grpChg chg="del mod topLvl">
          <ac:chgData name="Darcy Roach" userId="ba676ee9-e9b4-49e8-a515-8077106c948d" providerId="ADAL" clId="{8F251A30-D1BE-4B85-B43C-EAED6DC28E9F}" dt="2024-09-30T01:45:38.671" v="92" actId="165"/>
          <ac:grpSpMkLst>
            <pc:docMk/>
            <pc:sldMk cId="254516341" sldId="257"/>
            <ac:grpSpMk id="23" creationId="{00000000-0000-0000-0000-000000000000}"/>
          </ac:grpSpMkLst>
        </pc:grpChg>
        <pc:picChg chg="add del mod">
          <ac:chgData name="Darcy Roach" userId="ba676ee9-e9b4-49e8-a515-8077106c948d" providerId="ADAL" clId="{8F251A30-D1BE-4B85-B43C-EAED6DC28E9F}" dt="2024-09-30T01:45:13.584" v="90" actId="21"/>
          <ac:picMkLst>
            <pc:docMk/>
            <pc:sldMk cId="254516341" sldId="257"/>
            <ac:picMk id="31" creationId="{38F80D8B-82A9-2444-BEC1-4519B9FB3153}"/>
          </ac:picMkLst>
        </pc:picChg>
        <pc:picChg chg="add del mod">
          <ac:chgData name="Darcy Roach" userId="ba676ee9-e9b4-49e8-a515-8077106c948d" providerId="ADAL" clId="{8F251A30-D1BE-4B85-B43C-EAED6DC28E9F}" dt="2024-09-30T01:46:59.965" v="99" actId="478"/>
          <ac:picMkLst>
            <pc:docMk/>
            <pc:sldMk cId="254516341" sldId="257"/>
            <ac:picMk id="32" creationId="{38F80D8B-82A9-2444-BEC1-4519B9FB3153}"/>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9/30/2024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9/30/2024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9/30/2024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9/30/2024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AU"/>
          </a:p>
        </p:txBody>
      </p:sp>
      <p:grpSp>
        <p:nvGrpSpPr>
          <p:cNvPr id="3" name="Group 3"/>
          <p:cNvGrpSpPr/>
          <p:nvPr/>
        </p:nvGrpSpPr>
        <p:grpSpPr>
          <a:xfrm rot="-10800000">
            <a:off x="8663298" y="4858967"/>
            <a:ext cx="13339166" cy="13339166"/>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0AA7F">
                    <a:alpha val="10000"/>
                  </a:srgbClr>
                </a:gs>
                <a:gs pos="100000">
                  <a:srgbClr val="BECCCD">
                    <a:alpha val="10000"/>
                  </a:srgbClr>
                </a:gs>
              </a:gsLst>
              <a:lin ang="0"/>
            </a:gradFill>
          </p:spPr>
          <p:txBody>
            <a:bodyPr/>
            <a:lstStyle/>
            <a:p>
              <a:endParaRPr lang="en-AU"/>
            </a:p>
          </p:txBody>
        </p:sp>
        <p:sp>
          <p:nvSpPr>
            <p:cNvPr id="5" name="TextBox 5"/>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rot="-10800000">
            <a:off x="10725864" y="-1692334"/>
            <a:ext cx="13339166" cy="13339166"/>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0AA7F">
                    <a:alpha val="24000"/>
                  </a:srgbClr>
                </a:gs>
                <a:gs pos="100000">
                  <a:srgbClr val="BECCCD">
                    <a:alpha val="24000"/>
                  </a:srgbClr>
                </a:gs>
              </a:gsLst>
              <a:lin ang="0"/>
            </a:gradFill>
          </p:spPr>
          <p:txBody>
            <a:bodyPr/>
            <a:lstStyle/>
            <a:p>
              <a:endParaRPr lang="en-AU"/>
            </a:p>
          </p:txBody>
        </p:sp>
        <p:sp>
          <p:nvSpPr>
            <p:cNvPr id="8" name="TextBox 8"/>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12959874" y="7854738"/>
            <a:ext cx="6825381" cy="7982902"/>
          </a:xfrm>
          <a:custGeom>
            <a:avLst/>
            <a:gdLst/>
            <a:ahLst/>
            <a:cxnLst/>
            <a:rect l="l" t="t" r="r" b="b"/>
            <a:pathLst>
              <a:path w="6825381" h="7982902">
                <a:moveTo>
                  <a:pt x="0" y="0"/>
                </a:moveTo>
                <a:lnTo>
                  <a:pt x="6825382" y="0"/>
                </a:lnTo>
                <a:lnTo>
                  <a:pt x="6825382" y="7982902"/>
                </a:lnTo>
                <a:lnTo>
                  <a:pt x="0" y="7982902"/>
                </a:lnTo>
                <a:lnTo>
                  <a:pt x="0" y="0"/>
                </a:lnTo>
                <a:close/>
              </a:path>
            </a:pathLst>
          </a:custGeom>
          <a:blipFill>
            <a:blip r:embed="rId3"/>
            <a:stretch>
              <a:fillRect/>
            </a:stretch>
          </a:blipFill>
        </p:spPr>
        <p:txBody>
          <a:bodyPr/>
          <a:lstStyle/>
          <a:p>
            <a:endParaRPr lang="en-AU"/>
          </a:p>
        </p:txBody>
      </p:sp>
      <p:sp>
        <p:nvSpPr>
          <p:cNvPr id="10" name="Freeform 10"/>
          <p:cNvSpPr/>
          <p:nvPr/>
        </p:nvSpPr>
        <p:spPr>
          <a:xfrm>
            <a:off x="13468326" y="-6567784"/>
            <a:ext cx="6825381" cy="7982902"/>
          </a:xfrm>
          <a:custGeom>
            <a:avLst/>
            <a:gdLst/>
            <a:ahLst/>
            <a:cxnLst/>
            <a:rect l="l" t="t" r="r" b="b"/>
            <a:pathLst>
              <a:path w="6825381" h="7982902">
                <a:moveTo>
                  <a:pt x="0" y="0"/>
                </a:moveTo>
                <a:lnTo>
                  <a:pt x="6825382" y="0"/>
                </a:lnTo>
                <a:lnTo>
                  <a:pt x="6825382" y="7982902"/>
                </a:lnTo>
                <a:lnTo>
                  <a:pt x="0" y="7982902"/>
                </a:lnTo>
                <a:lnTo>
                  <a:pt x="0" y="0"/>
                </a:lnTo>
                <a:close/>
              </a:path>
            </a:pathLst>
          </a:custGeom>
          <a:blipFill>
            <a:blip r:embed="rId3"/>
            <a:stretch>
              <a:fillRect/>
            </a:stretch>
          </a:blipFill>
        </p:spPr>
        <p:txBody>
          <a:bodyPr/>
          <a:lstStyle/>
          <a:p>
            <a:endParaRPr lang="en-AU"/>
          </a:p>
        </p:txBody>
      </p:sp>
      <p:grpSp>
        <p:nvGrpSpPr>
          <p:cNvPr id="11" name="Group 11"/>
          <p:cNvGrpSpPr/>
          <p:nvPr/>
        </p:nvGrpSpPr>
        <p:grpSpPr>
          <a:xfrm>
            <a:off x="0" y="2142589"/>
            <a:ext cx="538338" cy="2158949"/>
            <a:chOff x="0" y="0"/>
            <a:chExt cx="333264" cy="568612"/>
          </a:xfrm>
        </p:grpSpPr>
        <p:sp>
          <p:nvSpPr>
            <p:cNvPr id="12" name="Freeform 12"/>
            <p:cNvSpPr/>
            <p:nvPr/>
          </p:nvSpPr>
          <p:spPr>
            <a:xfrm>
              <a:off x="0" y="0"/>
              <a:ext cx="333264" cy="568612"/>
            </a:xfrm>
            <a:custGeom>
              <a:avLst/>
              <a:gdLst/>
              <a:ahLst/>
              <a:cxnLst/>
              <a:rect l="l" t="t" r="r" b="b"/>
              <a:pathLst>
                <a:path w="333264" h="568612">
                  <a:moveTo>
                    <a:pt x="0" y="0"/>
                  </a:moveTo>
                  <a:lnTo>
                    <a:pt x="333264" y="0"/>
                  </a:lnTo>
                  <a:lnTo>
                    <a:pt x="333264" y="568612"/>
                  </a:lnTo>
                  <a:lnTo>
                    <a:pt x="0" y="568612"/>
                  </a:lnTo>
                  <a:close/>
                </a:path>
              </a:pathLst>
            </a:custGeom>
            <a:solidFill>
              <a:srgbClr val="00AA7F"/>
            </a:solidFill>
          </p:spPr>
          <p:txBody>
            <a:bodyPr/>
            <a:lstStyle/>
            <a:p>
              <a:endParaRPr lang="en-AU"/>
            </a:p>
          </p:txBody>
        </p:sp>
        <p:sp>
          <p:nvSpPr>
            <p:cNvPr id="13" name="TextBox 13"/>
            <p:cNvSpPr txBox="1"/>
            <p:nvPr/>
          </p:nvSpPr>
          <p:spPr>
            <a:xfrm>
              <a:off x="0" y="-28575"/>
              <a:ext cx="333264" cy="597187"/>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p:cNvSpPr txBox="1"/>
          <p:nvPr/>
        </p:nvSpPr>
        <p:spPr>
          <a:xfrm>
            <a:off x="881238" y="4849442"/>
            <a:ext cx="9544844" cy="5296322"/>
          </a:xfrm>
          <a:prstGeom prst="rect">
            <a:avLst/>
          </a:prstGeom>
        </p:spPr>
        <p:txBody>
          <a:bodyPr wrap="square" lIns="0" tIns="0" rIns="0" bIns="0" rtlCol="0" anchor="t">
            <a:spAutoFit/>
          </a:bodyPr>
          <a:lstStyle/>
          <a:p>
            <a:pPr>
              <a:lnSpc>
                <a:spcPts val="2280"/>
              </a:lnSpc>
            </a:pPr>
            <a:r>
              <a:rPr lang="en-US" sz="1900" spc="-43" dirty="0">
                <a:solidFill>
                  <a:srgbClr val="0F2B3F"/>
                </a:solidFill>
                <a:latin typeface="Roboto"/>
              </a:rPr>
              <a:t>Responsible for delivery governance and oversight of new and in-flight client </a:t>
            </a:r>
          </a:p>
          <a:p>
            <a:pPr>
              <a:lnSpc>
                <a:spcPts val="2280"/>
              </a:lnSpc>
            </a:pPr>
            <a:r>
              <a:rPr lang="en-US" sz="1900" spc="-43" dirty="0">
                <a:solidFill>
                  <a:srgbClr val="0F2B3F"/>
                </a:solidFill>
                <a:latin typeface="Roboto"/>
              </a:rPr>
              <a:t>engagements. Key contact and escalation path if required. Andrew is an IT professional </a:t>
            </a:r>
          </a:p>
          <a:p>
            <a:pPr>
              <a:lnSpc>
                <a:spcPts val="2280"/>
              </a:lnSpc>
            </a:pPr>
            <a:r>
              <a:rPr lang="en-US" sz="1900" spc="-43" dirty="0">
                <a:solidFill>
                  <a:srgbClr val="0F2B3F"/>
                </a:solidFill>
                <a:latin typeface="Roboto"/>
              </a:rPr>
              <a:t>with close to 30 years experience spanning multiple industries including Energy, Fast-moving Consumer Goods, Agriculture, Banking, Telecommunications, Directory Services / Advertising and Government. A practicing Certified Scrum Master and Agile trainer, he has extensive experience in defining, initiating, planning, governing, managing and successfully delivering projects using both Agile and more traditional methodologies including Prince 2.</a:t>
            </a:r>
          </a:p>
          <a:p>
            <a:pPr>
              <a:lnSpc>
                <a:spcPts val="2280"/>
              </a:lnSpc>
            </a:pPr>
            <a:endParaRPr lang="en-US" sz="1900" spc="-43" dirty="0">
              <a:solidFill>
                <a:srgbClr val="0F2B3F"/>
              </a:solidFill>
              <a:latin typeface="Roboto"/>
            </a:endParaRPr>
          </a:p>
          <a:p>
            <a:pPr>
              <a:lnSpc>
                <a:spcPts val="2280"/>
              </a:lnSpc>
            </a:pPr>
            <a:r>
              <a:rPr lang="en-US" sz="1900" spc="-43" dirty="0">
                <a:solidFill>
                  <a:srgbClr val="0F2B3F"/>
                </a:solidFill>
                <a:latin typeface="Roboto"/>
              </a:rPr>
              <a:t>Throughout Andrew’s career, he has held a number of different leadership and management roles including program / project management, PMO management, IT Service Delivery and Operations Management. His strong technical background provides a depth of understanding that rounds out his IT experience.</a:t>
            </a:r>
          </a:p>
          <a:p>
            <a:pPr>
              <a:lnSpc>
                <a:spcPts val="2280"/>
              </a:lnSpc>
            </a:pPr>
            <a:endParaRPr lang="en-US" sz="1900" spc="-43" dirty="0">
              <a:solidFill>
                <a:srgbClr val="0F2B3F"/>
              </a:solidFill>
              <a:latin typeface="Roboto"/>
            </a:endParaRPr>
          </a:p>
          <a:p>
            <a:pPr>
              <a:lnSpc>
                <a:spcPts val="2280"/>
              </a:lnSpc>
            </a:pPr>
            <a:r>
              <a:rPr lang="en-US" sz="1900" spc="-43" dirty="0">
                <a:solidFill>
                  <a:srgbClr val="0F2B3F"/>
                </a:solidFill>
                <a:latin typeface="Roboto"/>
              </a:rPr>
              <a:t>An effective communicator, Andrew prides himself on being pragmatic and practical in leading, managing and working with teams to find a way to deliver successful outcomes that add genuine business value and ensure business investment in IT is not a wasted </a:t>
            </a:r>
            <a:r>
              <a:rPr lang="en-US" sz="1900" spc="-43" dirty="0" err="1">
                <a:solidFill>
                  <a:srgbClr val="0F2B3F"/>
                </a:solidFill>
                <a:latin typeface="Roboto"/>
              </a:rPr>
              <a:t>endeavour</a:t>
            </a:r>
            <a:r>
              <a:rPr lang="en-US" sz="1900" spc="-43" dirty="0">
                <a:solidFill>
                  <a:srgbClr val="0F2B3F"/>
                </a:solidFill>
                <a:latin typeface="Roboto"/>
              </a:rPr>
              <a:t>. </a:t>
            </a:r>
          </a:p>
          <a:p>
            <a:pPr>
              <a:lnSpc>
                <a:spcPts val="2280"/>
              </a:lnSpc>
            </a:pPr>
            <a:endParaRPr lang="en-US" sz="1900" spc="-43" dirty="0">
              <a:solidFill>
                <a:srgbClr val="0F2B3F"/>
              </a:solidFill>
              <a:latin typeface="Roboto"/>
            </a:endParaRPr>
          </a:p>
          <a:p>
            <a:pPr>
              <a:lnSpc>
                <a:spcPts val="2280"/>
              </a:lnSpc>
            </a:pPr>
            <a:endParaRPr lang="en-US" sz="1900" spc="-43" dirty="0">
              <a:solidFill>
                <a:srgbClr val="0F2B3F"/>
              </a:solidFill>
              <a:latin typeface="Roboto"/>
            </a:endParaRPr>
          </a:p>
        </p:txBody>
      </p:sp>
      <p:grpSp>
        <p:nvGrpSpPr>
          <p:cNvPr id="15" name="Group 15"/>
          <p:cNvGrpSpPr/>
          <p:nvPr/>
        </p:nvGrpSpPr>
        <p:grpSpPr>
          <a:xfrm>
            <a:off x="8267767" y="323905"/>
            <a:ext cx="10020233" cy="5796391"/>
            <a:chOff x="0" y="0"/>
            <a:chExt cx="13360310" cy="7728521"/>
          </a:xfrm>
        </p:grpSpPr>
        <p:sp>
          <p:nvSpPr>
            <p:cNvPr id="16" name="Freeform 16"/>
            <p:cNvSpPr/>
            <p:nvPr/>
          </p:nvSpPr>
          <p:spPr>
            <a:xfrm>
              <a:off x="7008286" y="1371600"/>
              <a:ext cx="6352024" cy="2826651"/>
            </a:xfrm>
            <a:custGeom>
              <a:avLst/>
              <a:gdLst/>
              <a:ahLst/>
              <a:cxnLst/>
              <a:rect l="l" t="t" r="r" b="b"/>
              <a:pathLst>
                <a:path w="6352024" h="2826651">
                  <a:moveTo>
                    <a:pt x="0" y="0"/>
                  </a:moveTo>
                  <a:lnTo>
                    <a:pt x="6352024" y="0"/>
                  </a:lnTo>
                  <a:lnTo>
                    <a:pt x="6352024" y="2826651"/>
                  </a:lnTo>
                  <a:lnTo>
                    <a:pt x="0" y="2826651"/>
                  </a:lnTo>
                  <a:lnTo>
                    <a:pt x="0" y="0"/>
                  </a:lnTo>
                  <a:close/>
                </a:path>
              </a:pathLst>
            </a:custGeom>
            <a:blipFill>
              <a:blip r:embed="rId4"/>
              <a:stretch>
                <a:fillRect/>
              </a:stretch>
            </a:blipFill>
          </p:spPr>
          <p:txBody>
            <a:bodyPr/>
            <a:lstStyle/>
            <a:p>
              <a:endParaRPr lang="en-AU"/>
            </a:p>
          </p:txBody>
        </p:sp>
        <p:grpSp>
          <p:nvGrpSpPr>
            <p:cNvPr id="17" name="Group 17"/>
            <p:cNvGrpSpPr/>
            <p:nvPr/>
          </p:nvGrpSpPr>
          <p:grpSpPr>
            <a:xfrm>
              <a:off x="7139611" y="1655445"/>
              <a:ext cx="5814216" cy="2043428"/>
              <a:chOff x="0" y="0"/>
              <a:chExt cx="1148487" cy="403640"/>
            </a:xfrm>
          </p:grpSpPr>
          <p:sp>
            <p:nvSpPr>
              <p:cNvPr id="18" name="Freeform 18"/>
              <p:cNvSpPr/>
              <p:nvPr/>
            </p:nvSpPr>
            <p:spPr>
              <a:xfrm>
                <a:off x="0" y="0"/>
                <a:ext cx="1148487" cy="403640"/>
              </a:xfrm>
              <a:custGeom>
                <a:avLst/>
                <a:gdLst/>
                <a:ahLst/>
                <a:cxnLst/>
                <a:rect l="l" t="t" r="r" b="b"/>
                <a:pathLst>
                  <a:path w="1148487" h="403640">
                    <a:moveTo>
                      <a:pt x="31957" y="0"/>
                    </a:moveTo>
                    <a:lnTo>
                      <a:pt x="1116530" y="0"/>
                    </a:lnTo>
                    <a:cubicBezTo>
                      <a:pt x="1125006" y="0"/>
                      <a:pt x="1133134" y="3367"/>
                      <a:pt x="1139127" y="9360"/>
                    </a:cubicBezTo>
                    <a:cubicBezTo>
                      <a:pt x="1145120" y="15353"/>
                      <a:pt x="1148487" y="23482"/>
                      <a:pt x="1148487" y="31957"/>
                    </a:cubicBezTo>
                    <a:lnTo>
                      <a:pt x="1148487" y="371683"/>
                    </a:lnTo>
                    <a:cubicBezTo>
                      <a:pt x="1148487" y="380158"/>
                      <a:pt x="1145120" y="388287"/>
                      <a:pt x="1139127" y="394280"/>
                    </a:cubicBezTo>
                    <a:cubicBezTo>
                      <a:pt x="1133134" y="400273"/>
                      <a:pt x="1125006" y="403640"/>
                      <a:pt x="1116530" y="403640"/>
                    </a:cubicBezTo>
                    <a:lnTo>
                      <a:pt x="31957" y="403640"/>
                    </a:lnTo>
                    <a:cubicBezTo>
                      <a:pt x="23482" y="403640"/>
                      <a:pt x="15353" y="400273"/>
                      <a:pt x="9360" y="394280"/>
                    </a:cubicBezTo>
                    <a:cubicBezTo>
                      <a:pt x="3367" y="388287"/>
                      <a:pt x="0" y="380158"/>
                      <a:pt x="0" y="371683"/>
                    </a:cubicBezTo>
                    <a:lnTo>
                      <a:pt x="0" y="31957"/>
                    </a:lnTo>
                    <a:cubicBezTo>
                      <a:pt x="0" y="23482"/>
                      <a:pt x="3367" y="15353"/>
                      <a:pt x="9360" y="9360"/>
                    </a:cubicBezTo>
                    <a:cubicBezTo>
                      <a:pt x="15353" y="3367"/>
                      <a:pt x="23482" y="0"/>
                      <a:pt x="31957" y="0"/>
                    </a:cubicBezTo>
                    <a:close/>
                  </a:path>
                </a:pathLst>
              </a:custGeom>
              <a:solidFill>
                <a:srgbClr val="F6F6F6"/>
              </a:solidFill>
            </p:spPr>
            <p:txBody>
              <a:bodyPr/>
              <a:lstStyle/>
              <a:p>
                <a:endParaRPr lang="en-AU"/>
              </a:p>
            </p:txBody>
          </p:sp>
          <p:sp>
            <p:nvSpPr>
              <p:cNvPr id="19" name="TextBox 19"/>
              <p:cNvSpPr txBox="1"/>
              <p:nvPr/>
            </p:nvSpPr>
            <p:spPr>
              <a:xfrm>
                <a:off x="0" y="-28575"/>
                <a:ext cx="1148487" cy="432215"/>
              </a:xfrm>
              <a:prstGeom prst="rect">
                <a:avLst/>
              </a:prstGeom>
            </p:spPr>
            <p:txBody>
              <a:bodyPr lIns="50800" tIns="50800" rIns="50800" bIns="50800" rtlCol="0" anchor="ctr"/>
              <a:lstStyle/>
              <a:p>
                <a:pPr algn="ctr">
                  <a:lnSpc>
                    <a:spcPts val="2659"/>
                  </a:lnSpc>
                </a:pPr>
                <a:endParaRPr/>
              </a:p>
            </p:txBody>
          </p:sp>
        </p:grpSp>
        <p:sp>
          <p:nvSpPr>
            <p:cNvPr id="20" name="AutoShape 20"/>
            <p:cNvSpPr/>
            <p:nvPr/>
          </p:nvSpPr>
          <p:spPr>
            <a:xfrm>
              <a:off x="5987070" y="4051316"/>
              <a:ext cx="3946315" cy="0"/>
            </a:xfrm>
            <a:prstGeom prst="line">
              <a:avLst/>
            </a:prstGeom>
            <a:ln w="38100" cap="flat">
              <a:solidFill>
                <a:srgbClr val="231F20"/>
              </a:solidFill>
              <a:prstDash val="solid"/>
              <a:headEnd type="none" w="sm" len="sm"/>
              <a:tailEnd type="oval" w="lg" len="lg"/>
            </a:ln>
          </p:spPr>
          <p:txBody>
            <a:bodyPr/>
            <a:lstStyle/>
            <a:p>
              <a:endParaRPr lang="en-AU"/>
            </a:p>
          </p:txBody>
        </p:sp>
        <p:sp>
          <p:nvSpPr>
            <p:cNvPr id="21" name="Freeform 21"/>
            <p:cNvSpPr/>
            <p:nvPr/>
          </p:nvSpPr>
          <p:spPr>
            <a:xfrm rot="-2638190" flipH="1" flipV="1">
              <a:off x="1129721" y="1133052"/>
              <a:ext cx="5469253" cy="5462416"/>
            </a:xfrm>
            <a:custGeom>
              <a:avLst/>
              <a:gdLst/>
              <a:ahLst/>
              <a:cxnLst/>
              <a:rect l="l" t="t" r="r" b="b"/>
              <a:pathLst>
                <a:path w="5469253" h="5462416">
                  <a:moveTo>
                    <a:pt x="5469253" y="5462417"/>
                  </a:moveTo>
                  <a:lnTo>
                    <a:pt x="0" y="5462417"/>
                  </a:lnTo>
                  <a:lnTo>
                    <a:pt x="0" y="0"/>
                  </a:lnTo>
                  <a:lnTo>
                    <a:pt x="5469253" y="0"/>
                  </a:lnTo>
                  <a:lnTo>
                    <a:pt x="5469253" y="5462417"/>
                  </a:lnTo>
                  <a:close/>
                </a:path>
              </a:pathLst>
            </a:custGeom>
            <a:blipFill>
              <a:blip r:embed="rId5">
                <a:alphaModFix amt="63000"/>
              </a:blip>
              <a:stretch>
                <a:fillRect/>
              </a:stretch>
            </a:blipFill>
          </p:spPr>
          <p:txBody>
            <a:bodyPr/>
            <a:lstStyle/>
            <a:p>
              <a:endParaRPr lang="en-AU"/>
            </a:p>
          </p:txBody>
        </p:sp>
        <p:sp>
          <p:nvSpPr>
            <p:cNvPr id="22" name="Freeform 22"/>
            <p:cNvSpPr/>
            <p:nvPr/>
          </p:nvSpPr>
          <p:spPr>
            <a:xfrm rot="2318810">
              <a:off x="1632446" y="1184369"/>
              <a:ext cx="5400857" cy="5400857"/>
            </a:xfrm>
            <a:custGeom>
              <a:avLst/>
              <a:gdLst/>
              <a:ahLst/>
              <a:cxnLst/>
              <a:rect l="l" t="t" r="r" b="b"/>
              <a:pathLst>
                <a:path w="5400857" h="5400857">
                  <a:moveTo>
                    <a:pt x="0" y="0"/>
                  </a:moveTo>
                  <a:lnTo>
                    <a:pt x="5400857" y="0"/>
                  </a:lnTo>
                  <a:lnTo>
                    <a:pt x="5400857" y="5400857"/>
                  </a:lnTo>
                  <a:lnTo>
                    <a:pt x="0" y="540085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AU"/>
            </a:p>
          </p:txBody>
        </p:sp>
        <p:grpSp>
          <p:nvGrpSpPr>
            <p:cNvPr id="23" name="Group 23"/>
            <p:cNvGrpSpPr>
              <a:grpSpLocks noChangeAspect="1"/>
            </p:cNvGrpSpPr>
            <p:nvPr/>
          </p:nvGrpSpPr>
          <p:grpSpPr>
            <a:xfrm>
              <a:off x="1944858" y="1520888"/>
              <a:ext cx="4776033" cy="4776014"/>
              <a:chOff x="0" y="0"/>
              <a:chExt cx="6350000" cy="6349975"/>
            </a:xfrm>
          </p:grpSpPr>
          <p:sp>
            <p:nvSpPr>
              <p:cNvPr id="24" name="Freeform 24"/>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8"/>
                <a:stretch>
                  <a:fillRect t="-24644" b="-8689"/>
                </a:stretch>
              </a:blipFill>
            </p:spPr>
            <p:txBody>
              <a:bodyPr/>
              <a:lstStyle/>
              <a:p>
                <a:endParaRPr lang="en-AU"/>
              </a:p>
            </p:txBody>
          </p:sp>
        </p:grpSp>
        <p:sp>
          <p:nvSpPr>
            <p:cNvPr id="25" name="TextBox 25"/>
            <p:cNvSpPr txBox="1"/>
            <p:nvPr/>
          </p:nvSpPr>
          <p:spPr>
            <a:xfrm>
              <a:off x="7800696" y="2738976"/>
              <a:ext cx="4492045" cy="576646"/>
            </a:xfrm>
            <a:prstGeom prst="rect">
              <a:avLst/>
            </a:prstGeom>
          </p:spPr>
          <p:txBody>
            <a:bodyPr lIns="0" tIns="0" rIns="0" bIns="0" rtlCol="0" anchor="t">
              <a:spAutoFit/>
            </a:bodyPr>
            <a:lstStyle/>
            <a:p>
              <a:pPr marL="0" lvl="0" indent="0" algn="ctr">
                <a:lnSpc>
                  <a:spcPts val="3418"/>
                </a:lnSpc>
              </a:pPr>
              <a:r>
                <a:rPr lang="en-US" sz="2848" b="1" spc="-65" dirty="0">
                  <a:solidFill>
                    <a:srgbClr val="0F2B3F"/>
                  </a:solidFill>
                  <a:latin typeface="Roboto" panose="02000000000000000000" pitchFamily="2" charset="0"/>
                  <a:ea typeface="Roboto" panose="02000000000000000000" pitchFamily="2" charset="0"/>
                </a:rPr>
                <a:t>Head of Delivery</a:t>
              </a:r>
            </a:p>
          </p:txBody>
        </p:sp>
        <p:sp>
          <p:nvSpPr>
            <p:cNvPr id="26" name="TextBox 26"/>
            <p:cNvSpPr txBox="1"/>
            <p:nvPr/>
          </p:nvSpPr>
          <p:spPr>
            <a:xfrm>
              <a:off x="7506177" y="2107133"/>
              <a:ext cx="5081083" cy="648138"/>
            </a:xfrm>
            <a:prstGeom prst="rect">
              <a:avLst/>
            </a:prstGeom>
          </p:spPr>
          <p:txBody>
            <a:bodyPr lIns="0" tIns="0" rIns="0" bIns="0" rtlCol="0" anchor="t">
              <a:spAutoFit/>
            </a:bodyPr>
            <a:lstStyle/>
            <a:p>
              <a:pPr marL="0" lvl="0" indent="0" algn="ctr">
                <a:lnSpc>
                  <a:spcPts val="3866"/>
                </a:lnSpc>
              </a:pPr>
              <a:r>
                <a:rPr lang="en-US" sz="3222" b="1" spc="-74" dirty="0">
                  <a:solidFill>
                    <a:srgbClr val="00AA7F"/>
                  </a:solidFill>
                  <a:latin typeface="Roboto" panose="02000000000000000000" pitchFamily="2" charset="0"/>
                  <a:ea typeface="Roboto" panose="02000000000000000000" pitchFamily="2" charset="0"/>
                </a:rPr>
                <a:t>Andrew Nisbett</a:t>
              </a:r>
            </a:p>
          </p:txBody>
        </p:sp>
      </p:grpSp>
      <p:sp>
        <p:nvSpPr>
          <p:cNvPr id="27" name="Freeform 27"/>
          <p:cNvSpPr/>
          <p:nvPr/>
        </p:nvSpPr>
        <p:spPr>
          <a:xfrm>
            <a:off x="720369" y="783063"/>
            <a:ext cx="2860464" cy="662642"/>
          </a:xfrm>
          <a:custGeom>
            <a:avLst/>
            <a:gdLst/>
            <a:ahLst/>
            <a:cxnLst/>
            <a:rect l="l" t="t" r="r" b="b"/>
            <a:pathLst>
              <a:path w="2860464" h="662642">
                <a:moveTo>
                  <a:pt x="0" y="0"/>
                </a:moveTo>
                <a:lnTo>
                  <a:pt x="2860463" y="0"/>
                </a:lnTo>
                <a:lnTo>
                  <a:pt x="2860463" y="662643"/>
                </a:lnTo>
                <a:lnTo>
                  <a:pt x="0" y="662643"/>
                </a:lnTo>
                <a:lnTo>
                  <a:pt x="0" y="0"/>
                </a:lnTo>
                <a:close/>
              </a:path>
            </a:pathLst>
          </a:custGeom>
          <a:blipFill>
            <a:blip r:embed="rId9"/>
            <a:stretch>
              <a:fillRect/>
            </a:stretch>
          </a:blipFill>
        </p:spPr>
        <p:txBody>
          <a:bodyPr/>
          <a:lstStyle/>
          <a:p>
            <a:endParaRPr lang="en-AU"/>
          </a:p>
        </p:txBody>
      </p:sp>
      <p:sp>
        <p:nvSpPr>
          <p:cNvPr id="28" name="TextBox 28"/>
          <p:cNvSpPr txBox="1"/>
          <p:nvPr/>
        </p:nvSpPr>
        <p:spPr>
          <a:xfrm>
            <a:off x="881238" y="2149674"/>
            <a:ext cx="6889195" cy="2268677"/>
          </a:xfrm>
          <a:prstGeom prst="rect">
            <a:avLst/>
          </a:prstGeom>
        </p:spPr>
        <p:txBody>
          <a:bodyPr lIns="0" tIns="0" rIns="0" bIns="0" rtlCol="0" anchor="t">
            <a:spAutoFit/>
          </a:bodyPr>
          <a:lstStyle/>
          <a:p>
            <a:pPr>
              <a:lnSpc>
                <a:spcPts val="8716"/>
              </a:lnSpc>
            </a:pPr>
            <a:r>
              <a:rPr lang="en-US" sz="8462" spc="-101" dirty="0">
                <a:solidFill>
                  <a:srgbClr val="0F2B3F"/>
                </a:solidFill>
                <a:latin typeface="Roboto Bold"/>
              </a:rPr>
              <a:t>Meet </a:t>
            </a:r>
          </a:p>
          <a:p>
            <a:pPr marL="0" lvl="0" indent="0">
              <a:lnSpc>
                <a:spcPts val="8716"/>
              </a:lnSpc>
            </a:pPr>
            <a:r>
              <a:rPr lang="en-US" sz="8462" spc="-101" dirty="0">
                <a:solidFill>
                  <a:srgbClr val="0F2B3F"/>
                </a:solidFill>
                <a:latin typeface="Roboto Bold"/>
              </a:rPr>
              <a:t>Andrew</a:t>
            </a:r>
          </a:p>
        </p:txBody>
      </p:sp>
      <p:sp>
        <p:nvSpPr>
          <p:cNvPr id="29" name="Freeform 29"/>
          <p:cNvSpPr/>
          <p:nvPr/>
        </p:nvSpPr>
        <p:spPr>
          <a:xfrm>
            <a:off x="7010550" y="2270284"/>
            <a:ext cx="1198032" cy="568546"/>
          </a:xfrm>
          <a:custGeom>
            <a:avLst/>
            <a:gdLst/>
            <a:ahLst/>
            <a:cxnLst/>
            <a:rect l="l" t="t" r="r" b="b"/>
            <a:pathLst>
              <a:path w="1198032" h="568546">
                <a:moveTo>
                  <a:pt x="0" y="0"/>
                </a:moveTo>
                <a:lnTo>
                  <a:pt x="1198033" y="0"/>
                </a:lnTo>
                <a:lnTo>
                  <a:pt x="1198033" y="568546"/>
                </a:lnTo>
                <a:lnTo>
                  <a:pt x="0" y="568546"/>
                </a:lnTo>
                <a:lnTo>
                  <a:pt x="0" y="0"/>
                </a:lnTo>
                <a:close/>
              </a:path>
            </a:pathLst>
          </a:custGeom>
          <a:blipFill>
            <a:blip r:embed="rId10">
              <a:extLst>
                <a:ext uri="{96DAC541-7B7A-43D3-8B79-37D633B846F1}">
                  <asvg:svgBlip xmlns:asvg="http://schemas.microsoft.com/office/drawing/2016/SVG/main" r:embed="rId11"/>
                </a:ext>
              </a:extLst>
            </a:blip>
            <a:stretch>
              <a:fillRect l="-111404" b="-348834"/>
            </a:stretch>
          </a:blipFill>
        </p:spPr>
        <p:txBody>
          <a:bodyPr/>
          <a:lstStyle/>
          <a:p>
            <a:endParaRPr lang="en-AU"/>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8ECDB1B-24AD-4F55-A7D5-10CA305CC7C6}"/>
</file>

<file path=customXml/itemProps2.xml><?xml version="1.0" encoding="utf-8"?>
<ds:datastoreItem xmlns:ds="http://schemas.openxmlformats.org/officeDocument/2006/customXml" ds:itemID="{EC727516-FAD4-42A7-85FB-634840F0B965}"/>
</file>

<file path=customXml/itemProps3.xml><?xml version="1.0" encoding="utf-8"?>
<ds:datastoreItem xmlns:ds="http://schemas.openxmlformats.org/officeDocument/2006/customXml" ds:itemID="{0EBE009D-2D3D-415E-8156-085A0B364502}"/>
</file>

<file path=docProps/app.xml><?xml version="1.0" encoding="utf-8"?>
<Properties xmlns="http://schemas.openxmlformats.org/officeDocument/2006/extended-properties" xmlns:vt="http://schemas.openxmlformats.org/officeDocument/2006/docPropsVTypes">
  <TotalTime>11</TotalTime>
  <Words>192</Words>
  <Application>Microsoft Office PowerPoint</Application>
  <PresentationFormat>Custom</PresentationFormat>
  <Paragraphs>11</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Roboto Bold</vt:lpstr>
      <vt:lpstr>Calibri</vt:lpstr>
      <vt:lpstr>Roboto</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Teal and White Minimalist New Employee Onboarding Presentation</dc:title>
  <dc:creator>Darcy Roach</dc:creator>
  <cp:lastModifiedBy>Darcy Roach</cp:lastModifiedBy>
  <cp:revision>2</cp:revision>
  <dcterms:created xsi:type="dcterms:W3CDTF">2006-08-16T00:00:00Z</dcterms:created>
  <dcterms:modified xsi:type="dcterms:W3CDTF">2024-09-30T01:50:54Z</dcterms:modified>
  <dc:identifier>DAF1gU39nYg</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