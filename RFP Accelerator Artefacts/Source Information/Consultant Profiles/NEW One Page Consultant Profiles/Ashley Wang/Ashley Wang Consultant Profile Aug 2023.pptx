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9FF"/>
    <a:srgbClr val="0F2B3F"/>
    <a:srgbClr val="00AB80"/>
    <a:srgbClr val="A935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E47227-F148-5047-EAB0-F4D95723F36C}" v="4" dt="2024-10-22T06:10:30.6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1F0F14DC-6D8A-4F6F-822B-D45C28522483}"/>
    <pc:docChg chg="undo custSel modSld">
      <pc:chgData name="Darcy Roach" userId="ba676ee9-e9b4-49e8-a515-8077106c948d" providerId="ADAL" clId="{1F0F14DC-6D8A-4F6F-822B-D45C28522483}" dt="2023-03-24T01:17:34.137" v="1344" actId="1076"/>
      <pc:docMkLst>
        <pc:docMk/>
      </pc:docMkLst>
      <pc:sldChg chg="addSp delSp modSp mod">
        <pc:chgData name="Darcy Roach" userId="ba676ee9-e9b4-49e8-a515-8077106c948d" providerId="ADAL" clId="{1F0F14DC-6D8A-4F6F-822B-D45C28522483}" dt="2023-03-24T01:17:34.137" v="1344" actId="1076"/>
        <pc:sldMkLst>
          <pc:docMk/>
          <pc:sldMk cId="2009923557" sldId="270"/>
        </pc:sldMkLst>
        <pc:spChg chg="mod">
          <ac:chgData name="Darcy Roach" userId="ba676ee9-e9b4-49e8-a515-8077106c948d" providerId="ADAL" clId="{1F0F14DC-6D8A-4F6F-822B-D45C28522483}" dt="2023-03-23T22:55:44.920" v="576" actId="207"/>
          <ac:spMkLst>
            <pc:docMk/>
            <pc:sldMk cId="2009923557" sldId="270"/>
            <ac:spMk id="2" creationId="{2FA774CA-3857-9308-4D38-9414B0CC2B95}"/>
          </ac:spMkLst>
        </pc:spChg>
        <pc:spChg chg="mod">
          <ac:chgData name="Darcy Roach" userId="ba676ee9-e9b4-49e8-a515-8077106c948d" providerId="ADAL" clId="{1F0F14DC-6D8A-4F6F-822B-D45C28522483}" dt="2023-03-24T00:55:50.527" v="1340" actId="1076"/>
          <ac:spMkLst>
            <pc:docMk/>
            <pc:sldMk cId="2009923557" sldId="270"/>
            <ac:spMk id="4" creationId="{80F49B2F-21D4-F9EB-049F-717A10CB7D84}"/>
          </ac:spMkLst>
        </pc:spChg>
        <pc:spChg chg="mod">
          <ac:chgData name="Darcy Roach" userId="ba676ee9-e9b4-49e8-a515-8077106c948d" providerId="ADAL" clId="{1F0F14DC-6D8A-4F6F-822B-D45C28522483}" dt="2023-03-23T22:34:31.751" v="304" actId="20577"/>
          <ac:spMkLst>
            <pc:docMk/>
            <pc:sldMk cId="2009923557" sldId="270"/>
            <ac:spMk id="6" creationId="{701E125D-B356-8A2A-B86B-AB6567CEABE1}"/>
          </ac:spMkLst>
        </pc:spChg>
        <pc:spChg chg="mod">
          <ac:chgData name="Darcy Roach" userId="ba676ee9-e9b4-49e8-a515-8077106c948d" providerId="ADAL" clId="{1F0F14DC-6D8A-4F6F-822B-D45C28522483}" dt="2023-03-23T22:44:44.530" v="440" actId="20577"/>
          <ac:spMkLst>
            <pc:docMk/>
            <pc:sldMk cId="2009923557" sldId="270"/>
            <ac:spMk id="8" creationId="{59FEB941-5146-6B10-4E4D-8A4ADE918AEF}"/>
          </ac:spMkLst>
        </pc:spChg>
        <pc:spChg chg="mod">
          <ac:chgData name="Darcy Roach" userId="ba676ee9-e9b4-49e8-a515-8077106c948d" providerId="ADAL" clId="{1F0F14DC-6D8A-4F6F-822B-D45C28522483}" dt="2023-03-23T22:55:20.382" v="573" actId="20577"/>
          <ac:spMkLst>
            <pc:docMk/>
            <pc:sldMk cId="2009923557" sldId="270"/>
            <ac:spMk id="10" creationId="{06312B81-BCF1-2796-C112-3DBE0E02F483}"/>
          </ac:spMkLst>
        </pc:spChg>
        <pc:spChg chg="mod">
          <ac:chgData name="Darcy Roach" userId="ba676ee9-e9b4-49e8-a515-8077106c948d" providerId="ADAL" clId="{1F0F14DC-6D8A-4F6F-822B-D45C28522483}" dt="2023-03-23T22:21:09.473" v="181" actId="14100"/>
          <ac:spMkLst>
            <pc:docMk/>
            <pc:sldMk cId="2009923557" sldId="270"/>
            <ac:spMk id="13" creationId="{FD2720C9-A79F-BD7F-E179-674AD67D7892}"/>
          </ac:spMkLst>
        </pc:spChg>
        <pc:spChg chg="mod">
          <ac:chgData name="Darcy Roach" userId="ba676ee9-e9b4-49e8-a515-8077106c948d" providerId="ADAL" clId="{1F0F14DC-6D8A-4F6F-822B-D45C28522483}" dt="2023-03-24T00:55:50.527" v="1340" actId="1076"/>
          <ac:spMkLst>
            <pc:docMk/>
            <pc:sldMk cId="2009923557" sldId="270"/>
            <ac:spMk id="14" creationId="{476A2B4B-DF73-B449-C876-B221F898C872}"/>
          </ac:spMkLst>
        </pc:spChg>
        <pc:spChg chg="mod">
          <ac:chgData name="Darcy Roach" userId="ba676ee9-e9b4-49e8-a515-8077106c948d" providerId="ADAL" clId="{1F0F14DC-6D8A-4F6F-822B-D45C28522483}" dt="2023-03-24T01:17:34.137" v="1344" actId="1076"/>
          <ac:spMkLst>
            <pc:docMk/>
            <pc:sldMk cId="2009923557" sldId="270"/>
            <ac:spMk id="17" creationId="{1BDE5051-9F34-F139-742D-4450E5D6591E}"/>
          </ac:spMkLst>
        </pc:spChg>
        <pc:spChg chg="mod">
          <ac:chgData name="Darcy Roach" userId="ba676ee9-e9b4-49e8-a515-8077106c948d" providerId="ADAL" clId="{1F0F14DC-6D8A-4F6F-822B-D45C28522483}" dt="2023-03-23T22:49:27.569" v="481" actId="20577"/>
          <ac:spMkLst>
            <pc:docMk/>
            <pc:sldMk cId="2009923557" sldId="270"/>
            <ac:spMk id="19" creationId="{7513C49A-2DF2-8111-FED4-FC07A8EAD258}"/>
          </ac:spMkLst>
        </pc:spChg>
        <pc:spChg chg="mod">
          <ac:chgData name="Darcy Roach" userId="ba676ee9-e9b4-49e8-a515-8077106c948d" providerId="ADAL" clId="{1F0F14DC-6D8A-4F6F-822B-D45C28522483}" dt="2023-03-24T01:17:34.137" v="1344" actId="1076"/>
          <ac:spMkLst>
            <pc:docMk/>
            <pc:sldMk cId="2009923557" sldId="270"/>
            <ac:spMk id="20" creationId="{716A87E2-F657-C1C6-3715-B7C8A7F1E050}"/>
          </ac:spMkLst>
        </pc:spChg>
        <pc:spChg chg="mod">
          <ac:chgData name="Darcy Roach" userId="ba676ee9-e9b4-49e8-a515-8077106c948d" providerId="ADAL" clId="{1F0F14DC-6D8A-4F6F-822B-D45C28522483}" dt="2023-03-24T01:17:25.700" v="1343" actId="1076"/>
          <ac:spMkLst>
            <pc:docMk/>
            <pc:sldMk cId="2009923557" sldId="270"/>
            <ac:spMk id="22" creationId="{9D4E289E-1D52-CBDD-E381-40963429D7F1}"/>
          </ac:spMkLst>
        </pc:spChg>
        <pc:spChg chg="mod">
          <ac:chgData name="Darcy Roach" userId="ba676ee9-e9b4-49e8-a515-8077106c948d" providerId="ADAL" clId="{1F0F14DC-6D8A-4F6F-822B-D45C28522483}" dt="2023-03-24T00:55:50.527" v="1340" actId="1076"/>
          <ac:spMkLst>
            <pc:docMk/>
            <pc:sldMk cId="2009923557" sldId="270"/>
            <ac:spMk id="23" creationId="{5D7A612B-9DC7-1D9B-3085-CDB0F937FDB8}"/>
          </ac:spMkLst>
        </pc:spChg>
        <pc:spChg chg="mod">
          <ac:chgData name="Darcy Roach" userId="ba676ee9-e9b4-49e8-a515-8077106c948d" providerId="ADAL" clId="{1F0F14DC-6D8A-4F6F-822B-D45C28522483}" dt="2023-03-24T00:55:50.527" v="1340" actId="1076"/>
          <ac:spMkLst>
            <pc:docMk/>
            <pc:sldMk cId="2009923557" sldId="270"/>
            <ac:spMk id="26" creationId="{1A3D666D-00C8-D106-73C3-9FF300F8618C}"/>
          </ac:spMkLst>
        </pc:spChg>
        <pc:spChg chg="mod">
          <ac:chgData name="Darcy Roach" userId="ba676ee9-e9b4-49e8-a515-8077106c948d" providerId="ADAL" clId="{1F0F14DC-6D8A-4F6F-822B-D45C28522483}" dt="2023-03-23T22:28:03.214" v="205" actId="20577"/>
          <ac:spMkLst>
            <pc:docMk/>
            <pc:sldMk cId="2009923557" sldId="270"/>
            <ac:spMk id="28" creationId="{6059F888-3BDF-A1C0-65E5-CB6FDD43D97C}"/>
          </ac:spMkLst>
        </pc:spChg>
        <pc:spChg chg="add del">
          <ac:chgData name="Darcy Roach" userId="ba676ee9-e9b4-49e8-a515-8077106c948d" providerId="ADAL" clId="{1F0F14DC-6D8A-4F6F-822B-D45C28522483}" dt="2023-03-23T22:28:18.873" v="209" actId="22"/>
          <ac:spMkLst>
            <pc:docMk/>
            <pc:sldMk cId="2009923557" sldId="270"/>
            <ac:spMk id="29" creationId="{05EF66DE-27CC-F6E9-EA7F-F63F4E2AF663}"/>
          </ac:spMkLst>
        </pc:spChg>
        <pc:spChg chg="mod">
          <ac:chgData name="Darcy Roach" userId="ba676ee9-e9b4-49e8-a515-8077106c948d" providerId="ADAL" clId="{1F0F14DC-6D8A-4F6F-822B-D45C28522483}" dt="2023-03-23T23:01:54.968" v="621" actId="6549"/>
          <ac:spMkLst>
            <pc:docMk/>
            <pc:sldMk cId="2009923557" sldId="270"/>
            <ac:spMk id="38" creationId="{AB47A2EE-BF0B-DB05-8B7C-DB6594B2B3D5}"/>
          </ac:spMkLst>
        </pc:spChg>
        <pc:spChg chg="mod">
          <ac:chgData name="Darcy Roach" userId="ba676ee9-e9b4-49e8-a515-8077106c948d" providerId="ADAL" clId="{1F0F14DC-6D8A-4F6F-822B-D45C28522483}" dt="2023-03-23T23:45:16.037" v="718" actId="20577"/>
          <ac:spMkLst>
            <pc:docMk/>
            <pc:sldMk cId="2009923557" sldId="270"/>
            <ac:spMk id="175" creationId="{B9775FC7-7124-8CCA-9B1C-7CCD7D3DF384}"/>
          </ac:spMkLst>
        </pc:spChg>
        <pc:grpChg chg="mod">
          <ac:chgData name="Darcy Roach" userId="ba676ee9-e9b4-49e8-a515-8077106c948d" providerId="ADAL" clId="{1F0F14DC-6D8A-4F6F-822B-D45C28522483}" dt="2023-03-23T22:56:05.575" v="578" actId="1076"/>
          <ac:grpSpMkLst>
            <pc:docMk/>
            <pc:sldMk cId="2009923557" sldId="270"/>
            <ac:grpSpMk id="9" creationId="{E7DD910D-15D0-5CBC-B70B-D2480ECA3DCA}"/>
          </ac:grpSpMkLst>
        </pc:grpChg>
        <pc:grpChg chg="mod">
          <ac:chgData name="Darcy Roach" userId="ba676ee9-e9b4-49e8-a515-8077106c948d" providerId="ADAL" clId="{1F0F14DC-6D8A-4F6F-822B-D45C28522483}" dt="2023-03-23T22:56:16.520" v="582" actId="1036"/>
          <ac:grpSpMkLst>
            <pc:docMk/>
            <pc:sldMk cId="2009923557" sldId="270"/>
            <ac:grpSpMk id="12" creationId="{C465E181-1D5D-D878-8A71-F5848AAF858F}"/>
          </ac:grpSpMkLst>
        </pc:grpChg>
        <pc:cxnChg chg="mod">
          <ac:chgData name="Darcy Roach" userId="ba676ee9-e9b4-49e8-a515-8077106c948d" providerId="ADAL" clId="{1F0F14DC-6D8A-4F6F-822B-D45C28522483}" dt="2023-03-23T22:55:58.088" v="577" actId="14100"/>
          <ac:cxnSpMkLst>
            <pc:docMk/>
            <pc:sldMk cId="2009923557" sldId="270"/>
            <ac:cxnSpMk id="3" creationId="{67C34E10-2CF8-9BCA-1CC6-D78A3FF9CA80}"/>
          </ac:cxnSpMkLst>
        </pc:cxnChg>
        <pc:cxnChg chg="mod">
          <ac:chgData name="Darcy Roach" userId="ba676ee9-e9b4-49e8-a515-8077106c948d" providerId="ADAL" clId="{1F0F14DC-6D8A-4F6F-822B-D45C28522483}" dt="2023-03-23T22:56:24.193" v="583" actId="14100"/>
          <ac:cxnSpMkLst>
            <pc:docMk/>
            <pc:sldMk cId="2009923557" sldId="270"/>
            <ac:cxnSpMk id="15" creationId="{F87F05F2-DA4C-4F55-A5D0-1887110DF155}"/>
          </ac:cxnSpMkLst>
        </pc:cxnChg>
        <pc:cxnChg chg="mod">
          <ac:chgData name="Darcy Roach" userId="ba676ee9-e9b4-49e8-a515-8077106c948d" providerId="ADAL" clId="{1F0F14DC-6D8A-4F6F-822B-D45C28522483}" dt="2023-03-24T00:55:50.527" v="1340" actId="1076"/>
          <ac:cxnSpMkLst>
            <pc:docMk/>
            <pc:sldMk cId="2009923557" sldId="270"/>
            <ac:cxnSpMk id="27" creationId="{FA56C067-11D9-4FE3-B97E-743BDA13E1DD}"/>
          </ac:cxnSpMkLst>
        </pc:cxnChg>
      </pc:sldChg>
    </pc:docChg>
  </pc:docChgLst>
  <pc:docChgLst>
    <pc:chgData name="Darcy Roach" userId="ba676ee9-e9b4-49e8-a515-8077106c948d" providerId="ADAL" clId="{AFA204A6-4178-4D92-9CAA-3CE46B7AA6A4}"/>
    <pc:docChg chg="undo custSel modSld">
      <pc:chgData name="Darcy Roach" userId="ba676ee9-e9b4-49e8-a515-8077106c948d" providerId="ADAL" clId="{AFA204A6-4178-4D92-9CAA-3CE46B7AA6A4}" dt="2023-08-07T00:57:53.317" v="553" actId="14100"/>
      <pc:docMkLst>
        <pc:docMk/>
      </pc:docMkLst>
      <pc:sldChg chg="modSp mod">
        <pc:chgData name="Darcy Roach" userId="ba676ee9-e9b4-49e8-a515-8077106c948d" providerId="ADAL" clId="{AFA204A6-4178-4D92-9CAA-3CE46B7AA6A4}" dt="2023-08-07T00:57:53.317" v="553" actId="14100"/>
        <pc:sldMkLst>
          <pc:docMk/>
          <pc:sldMk cId="2009923557" sldId="270"/>
        </pc:sldMkLst>
        <pc:spChg chg="mod ord">
          <ac:chgData name="Darcy Roach" userId="ba676ee9-e9b4-49e8-a515-8077106c948d" providerId="ADAL" clId="{AFA204A6-4178-4D92-9CAA-3CE46B7AA6A4}" dt="2023-08-07T00:55:45.315" v="532" actId="207"/>
          <ac:spMkLst>
            <pc:docMk/>
            <pc:sldMk cId="2009923557" sldId="270"/>
            <ac:spMk id="2" creationId="{2FA774CA-3857-9308-4D38-9414B0CC2B95}"/>
          </ac:spMkLst>
        </pc:spChg>
        <pc:spChg chg="mod">
          <ac:chgData name="Darcy Roach" userId="ba676ee9-e9b4-49e8-a515-8077106c948d" providerId="ADAL" clId="{AFA204A6-4178-4D92-9CAA-3CE46B7AA6A4}" dt="2023-08-07T00:57:08.528" v="543" actId="207"/>
          <ac:spMkLst>
            <pc:docMk/>
            <pc:sldMk cId="2009923557" sldId="270"/>
            <ac:spMk id="6" creationId="{701E125D-B356-8A2A-B86B-AB6567CEABE1}"/>
          </ac:spMkLst>
        </pc:spChg>
        <pc:spChg chg="mod">
          <ac:chgData name="Darcy Roach" userId="ba676ee9-e9b4-49e8-a515-8077106c948d" providerId="ADAL" clId="{AFA204A6-4178-4D92-9CAA-3CE46B7AA6A4}" dt="2023-08-07T00:56:13.870" v="536" actId="1076"/>
          <ac:spMkLst>
            <pc:docMk/>
            <pc:sldMk cId="2009923557" sldId="270"/>
            <ac:spMk id="8" creationId="{59FEB941-5146-6B10-4E4D-8A4ADE918AEF}"/>
          </ac:spMkLst>
        </pc:spChg>
        <pc:spChg chg="mod">
          <ac:chgData name="Darcy Roach" userId="ba676ee9-e9b4-49e8-a515-8077106c948d" providerId="ADAL" clId="{AFA204A6-4178-4D92-9CAA-3CE46B7AA6A4}" dt="2023-08-07T00:55:33.164" v="531" actId="20577"/>
          <ac:spMkLst>
            <pc:docMk/>
            <pc:sldMk cId="2009923557" sldId="270"/>
            <ac:spMk id="10" creationId="{06312B81-BCF1-2796-C112-3DBE0E02F483}"/>
          </ac:spMkLst>
        </pc:spChg>
        <pc:spChg chg="mod">
          <ac:chgData name="Darcy Roach" userId="ba676ee9-e9b4-49e8-a515-8077106c948d" providerId="ADAL" clId="{AFA204A6-4178-4D92-9CAA-3CE46B7AA6A4}" dt="2023-08-07T00:57:53.317" v="553" actId="14100"/>
          <ac:spMkLst>
            <pc:docMk/>
            <pc:sldMk cId="2009923557" sldId="270"/>
            <ac:spMk id="19" creationId="{7513C49A-2DF2-8111-FED4-FC07A8EAD258}"/>
          </ac:spMkLst>
        </pc:spChg>
        <pc:spChg chg="mod">
          <ac:chgData name="Darcy Roach" userId="ba676ee9-e9b4-49e8-a515-8077106c948d" providerId="ADAL" clId="{AFA204A6-4178-4D92-9CAA-3CE46B7AA6A4}" dt="2023-08-06T23:57:54.981" v="40" actId="20577"/>
          <ac:spMkLst>
            <pc:docMk/>
            <pc:sldMk cId="2009923557" sldId="270"/>
            <ac:spMk id="28" creationId="{6059F888-3BDF-A1C0-65E5-CB6FDD43D97C}"/>
          </ac:spMkLst>
        </pc:spChg>
        <pc:spChg chg="mod">
          <ac:chgData name="Darcy Roach" userId="ba676ee9-e9b4-49e8-a515-8077106c948d" providerId="ADAL" clId="{AFA204A6-4178-4D92-9CAA-3CE46B7AA6A4}" dt="2023-08-07T00:25:57.796" v="78" actId="20577"/>
          <ac:spMkLst>
            <pc:docMk/>
            <pc:sldMk cId="2009923557" sldId="270"/>
            <ac:spMk id="175" creationId="{B9775FC7-7124-8CCA-9B1C-7CCD7D3DF384}"/>
          </ac:spMkLst>
        </pc:spChg>
        <pc:grpChg chg="mod">
          <ac:chgData name="Darcy Roach" userId="ba676ee9-e9b4-49e8-a515-8077106c948d" providerId="ADAL" clId="{AFA204A6-4178-4D92-9CAA-3CE46B7AA6A4}" dt="2023-08-07T00:57:44.350" v="552" actId="1037"/>
          <ac:grpSpMkLst>
            <pc:docMk/>
            <pc:sldMk cId="2009923557" sldId="270"/>
            <ac:grpSpMk id="9" creationId="{E7DD910D-15D0-5CBC-B70B-D2480ECA3DCA}"/>
          </ac:grpSpMkLst>
        </pc:grpChg>
        <pc:grpChg chg="mod">
          <ac:chgData name="Darcy Roach" userId="ba676ee9-e9b4-49e8-a515-8077106c948d" providerId="ADAL" clId="{AFA204A6-4178-4D92-9CAA-3CE46B7AA6A4}" dt="2023-08-07T00:57:36.650" v="548" actId="1037"/>
          <ac:grpSpMkLst>
            <pc:docMk/>
            <pc:sldMk cId="2009923557" sldId="270"/>
            <ac:grpSpMk id="12" creationId="{C465E181-1D5D-D878-8A71-F5848AAF858F}"/>
          </ac:grpSpMkLst>
        </pc:grpChg>
        <pc:cxnChg chg="mod">
          <ac:chgData name="Darcy Roach" userId="ba676ee9-e9b4-49e8-a515-8077106c948d" providerId="ADAL" clId="{AFA204A6-4178-4D92-9CAA-3CE46B7AA6A4}" dt="2023-08-07T00:57:12.875" v="544" actId="208"/>
          <ac:cxnSpMkLst>
            <pc:docMk/>
            <pc:sldMk cId="2009923557" sldId="270"/>
            <ac:cxnSpMk id="3" creationId="{67C34E10-2CF8-9BCA-1CC6-D78A3FF9CA80}"/>
          </ac:cxnSpMkLst>
        </pc:cxnChg>
        <pc:cxnChg chg="mod">
          <ac:chgData name="Darcy Roach" userId="ba676ee9-e9b4-49e8-a515-8077106c948d" providerId="ADAL" clId="{AFA204A6-4178-4D92-9CAA-3CE46B7AA6A4}" dt="2023-08-07T00:57:17.952" v="545" actId="14100"/>
          <ac:cxnSpMkLst>
            <pc:docMk/>
            <pc:sldMk cId="2009923557" sldId="270"/>
            <ac:cxnSpMk id="15" creationId="{F87F05F2-DA4C-4F55-A5D0-1887110DF155}"/>
          </ac:cxnSpMkLst>
        </pc:cxnChg>
        <pc:cxnChg chg="mod">
          <ac:chgData name="Darcy Roach" userId="ba676ee9-e9b4-49e8-a515-8077106c948d" providerId="ADAL" clId="{AFA204A6-4178-4D92-9CAA-3CE46B7AA6A4}" dt="2023-08-07T00:56:53.956" v="541" actId="14100"/>
          <ac:cxnSpMkLst>
            <pc:docMk/>
            <pc:sldMk cId="2009923557" sldId="270"/>
            <ac:cxnSpMk id="21" creationId="{B0913DE4-461D-CE43-AABC-C4B3D7D22F45}"/>
          </ac:cxnSpMkLst>
        </pc:cxnChg>
      </pc:sldChg>
    </pc:docChg>
  </pc:docChgLst>
  <pc:docChgLst>
    <pc:chgData name="Paul Martinico" userId="05e381d2-80b7-43e8-b915-faa146d84a0f" providerId="ADAL" clId="{A6CEF5C5-1231-A845-AD10-E9345485A747}"/>
    <pc:docChg chg="modSld">
      <pc:chgData name="Paul Martinico" userId="05e381d2-80b7-43e8-b915-faa146d84a0f" providerId="ADAL" clId="{A6CEF5C5-1231-A845-AD10-E9345485A747}" dt="2023-08-28T06:25:34.622" v="50" actId="20577"/>
      <pc:docMkLst>
        <pc:docMk/>
      </pc:docMkLst>
      <pc:sldChg chg="modSp mod">
        <pc:chgData name="Paul Martinico" userId="05e381d2-80b7-43e8-b915-faa146d84a0f" providerId="ADAL" clId="{A6CEF5C5-1231-A845-AD10-E9345485A747}" dt="2023-08-28T06:25:34.622" v="50" actId="20577"/>
        <pc:sldMkLst>
          <pc:docMk/>
          <pc:sldMk cId="2009923557" sldId="270"/>
        </pc:sldMkLst>
        <pc:spChg chg="mod">
          <ac:chgData name="Paul Martinico" userId="05e381d2-80b7-43e8-b915-faa146d84a0f" providerId="ADAL" clId="{A6CEF5C5-1231-A845-AD10-E9345485A747}" dt="2023-08-28T06:23:54.448" v="32" actId="20577"/>
          <ac:spMkLst>
            <pc:docMk/>
            <pc:sldMk cId="2009923557" sldId="270"/>
            <ac:spMk id="17" creationId="{1BDE5051-9F34-F139-742D-4450E5D6591E}"/>
          </ac:spMkLst>
        </pc:spChg>
        <pc:spChg chg="mod">
          <ac:chgData name="Paul Martinico" userId="05e381d2-80b7-43e8-b915-faa146d84a0f" providerId="ADAL" clId="{A6CEF5C5-1231-A845-AD10-E9345485A747}" dt="2023-08-28T06:25:34.622" v="50" actId="20577"/>
          <ac:spMkLst>
            <pc:docMk/>
            <pc:sldMk cId="2009923557" sldId="270"/>
            <ac:spMk id="175" creationId="{B9775FC7-7124-8CCA-9B1C-7CCD7D3DF384}"/>
          </ac:spMkLst>
        </pc:spChg>
      </pc:sldChg>
    </pc:docChg>
  </pc:docChgLst>
  <pc:docChgLst>
    <pc:chgData name="Hugo Bates" userId="S::hugo.bates@intelia.com.au::ba74953f-2fdb-4aeb-90e3-56b78010c38c" providerId="AD" clId="Web-{06E47227-F148-5047-EAB0-F4D95723F36C}"/>
    <pc:docChg chg="modSld">
      <pc:chgData name="Hugo Bates" userId="S::hugo.bates@intelia.com.au::ba74953f-2fdb-4aeb-90e3-56b78010c38c" providerId="AD" clId="Web-{06E47227-F148-5047-EAB0-F4D95723F36C}" dt="2024-10-22T06:10:30.698" v="3" actId="1076"/>
      <pc:docMkLst>
        <pc:docMk/>
      </pc:docMkLst>
      <pc:sldChg chg="modSp">
        <pc:chgData name="Hugo Bates" userId="S::hugo.bates@intelia.com.au::ba74953f-2fdb-4aeb-90e3-56b78010c38c" providerId="AD" clId="Web-{06E47227-F148-5047-EAB0-F4D95723F36C}" dt="2024-10-22T06:10:30.698" v="3" actId="1076"/>
        <pc:sldMkLst>
          <pc:docMk/>
          <pc:sldMk cId="2009923557" sldId="270"/>
        </pc:sldMkLst>
        <pc:spChg chg="mod">
          <ac:chgData name="Hugo Bates" userId="S::hugo.bates@intelia.com.au::ba74953f-2fdb-4aeb-90e3-56b78010c38c" providerId="AD" clId="Web-{06E47227-F148-5047-EAB0-F4D95723F36C}" dt="2024-10-22T06:10:30.698" v="3" actId="1076"/>
          <ac:spMkLst>
            <pc:docMk/>
            <pc:sldMk cId="2009923557" sldId="270"/>
            <ac:spMk id="6" creationId="{701E125D-B356-8A2A-B86B-AB6567CEABE1}"/>
          </ac:spMkLst>
        </pc:spChg>
        <pc:spChg chg="mod">
          <ac:chgData name="Hugo Bates" userId="S::hugo.bates@intelia.com.au::ba74953f-2fdb-4aeb-90e3-56b78010c38c" providerId="AD" clId="Web-{06E47227-F148-5047-EAB0-F4D95723F36C}" dt="2024-10-22T06:10:12.932" v="2" actId="1076"/>
          <ac:spMkLst>
            <pc:docMk/>
            <pc:sldMk cId="2009923557" sldId="270"/>
            <ac:spMk id="8" creationId="{59FEB941-5146-6B10-4E4D-8A4ADE918AEF}"/>
          </ac:spMkLst>
        </pc:spChg>
        <pc:spChg chg="mod">
          <ac:chgData name="Hugo Bates" userId="S::hugo.bates@intelia.com.au::ba74953f-2fdb-4aeb-90e3-56b78010c38c" providerId="AD" clId="Web-{06E47227-F148-5047-EAB0-F4D95723F36C}" dt="2024-10-22T06:10:05.776" v="1" actId="1076"/>
          <ac:spMkLst>
            <pc:docMk/>
            <pc:sldMk cId="2009923557" sldId="270"/>
            <ac:spMk id="10" creationId="{06312B81-BCF1-2796-C112-3DBE0E02F48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10/21/2024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10/21/2024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10/21/2024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10/21/2024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003221"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Ashley Wang</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34577" y="1588088"/>
            <a:ext cx="2794374" cy="3446456"/>
          </a:xfrm>
          <a:prstGeom prst="rect">
            <a:avLst/>
          </a:prstGeom>
          <a:noFill/>
        </p:spPr>
        <p:txBody>
          <a:bodyPr wrap="square" lIns="0" tIns="0" rIns="0" bIns="0" rtlCol="0" anchor="t">
            <a:spAutoFit/>
          </a:bodyPr>
          <a:lstStyle/>
          <a:p>
            <a:pPr>
              <a:lnSpc>
                <a:spcPts val="1500"/>
              </a:lnSpc>
            </a:pPr>
            <a:r>
              <a:rPr lang="en-AU" sz="1000" spc="13">
                <a:latin typeface="Roboto Light" panose="02000000000000000000" pitchFamily="2" charset="0"/>
                <a:ea typeface="Roboto Light" panose="02000000000000000000" pitchFamily="2" charset="0"/>
                <a:cs typeface="Lato" panose="020F0502020204030203" pitchFamily="34" charset="0"/>
              </a:rPr>
              <a:t>Ashley is an experienced Data Engineer and visualisation specialist skilled in building analytical solutions on Google Cloud Platform (GCP) and other data cloud platforms. Working in various industries including Retail, Financial Services and Government Ashley has developed proficiencies in SQL, GCP - </a:t>
            </a:r>
            <a:r>
              <a:rPr lang="en-AU" sz="1000" spc="13" err="1">
                <a:latin typeface="Roboto Light" panose="02000000000000000000" pitchFamily="2" charset="0"/>
                <a:ea typeface="Roboto Light" panose="02000000000000000000" pitchFamily="2" charset="0"/>
                <a:cs typeface="Lato" panose="020F0502020204030203" pitchFamily="34" charset="0"/>
              </a:rPr>
              <a:t>BigQuery</a:t>
            </a:r>
            <a:r>
              <a:rPr lang="en-AU" sz="1000" spc="13">
                <a:latin typeface="Roboto Light" panose="02000000000000000000" pitchFamily="2" charset="0"/>
                <a:ea typeface="Roboto Light" panose="02000000000000000000" pitchFamily="2" charset="0"/>
                <a:cs typeface="Lato" panose="020F0502020204030203" pitchFamily="34" charset="0"/>
              </a:rPr>
              <a:t>, </a:t>
            </a:r>
            <a:r>
              <a:rPr lang="en-AU" sz="1000" spc="13" err="1">
                <a:latin typeface="Roboto Light" panose="02000000000000000000" pitchFamily="2" charset="0"/>
                <a:ea typeface="Roboto Light" panose="02000000000000000000" pitchFamily="2" charset="0"/>
                <a:cs typeface="Lato" panose="020F0502020204030203" pitchFamily="34" charset="0"/>
              </a:rPr>
              <a:t>Dataprep</a:t>
            </a:r>
            <a:r>
              <a:rPr lang="en-AU" sz="1000" spc="13">
                <a:latin typeface="Roboto Light" panose="02000000000000000000" pitchFamily="2" charset="0"/>
                <a:ea typeface="Roboto Light" panose="02000000000000000000" pitchFamily="2" charset="0"/>
                <a:cs typeface="Lato" panose="020F0502020204030203" pitchFamily="34" charset="0"/>
              </a:rPr>
              <a:t>, Data Studio, Data Visualisation (Tableau, </a:t>
            </a:r>
            <a:r>
              <a:rPr lang="en-AU" sz="1000" spc="13" err="1">
                <a:latin typeface="Roboto Light" panose="02000000000000000000" pitchFamily="2" charset="0"/>
                <a:ea typeface="Roboto Light" panose="02000000000000000000" pitchFamily="2" charset="0"/>
                <a:cs typeface="Lato" panose="020F0502020204030203" pitchFamily="34" charset="0"/>
              </a:rPr>
              <a:t>PowerBI</a:t>
            </a:r>
            <a:r>
              <a:rPr lang="en-AU" sz="1000" spc="13">
                <a:latin typeface="Roboto Light" panose="02000000000000000000" pitchFamily="2" charset="0"/>
                <a:ea typeface="Roboto Light" panose="02000000000000000000" pitchFamily="2" charset="0"/>
                <a:cs typeface="Lato" panose="020F0502020204030203" pitchFamily="34" charset="0"/>
              </a:rPr>
              <a:t>), Data Wrangling (Alteryx), and Python.</a:t>
            </a:r>
          </a:p>
          <a:p>
            <a:pPr>
              <a:lnSpc>
                <a:spcPts val="1500"/>
              </a:lnSpc>
            </a:pPr>
            <a:endParaRPr lang="en-AU" sz="1000" spc="13">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US" sz="1000" spc="13">
                <a:latin typeface="Roboto Light" panose="02000000000000000000" pitchFamily="2" charset="0"/>
                <a:ea typeface="Roboto Light" panose="02000000000000000000" pitchFamily="2" charset="0"/>
                <a:cs typeface="Lato" panose="020F0502020204030203" pitchFamily="34" charset="0"/>
              </a:rPr>
              <a:t>Ashley is highly skilled in identifying efficiencies and discrepancies within data streams, while translating and segregating the data into required formats based on project guidelines. As a great communicator Ashley demonstrates high level interpersonal skills and excellence to solve complex problems.</a:t>
            </a:r>
            <a:endParaRPr lang="en-AU" sz="1000" spc="13">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US" sz="1000" spc="13">
                <a:latin typeface="Roboto Light" panose="02000000000000000000" pitchFamily="2" charset="0"/>
                <a:ea typeface="Roboto Light" panose="02000000000000000000" pitchFamily="2" charset="0"/>
                <a:cs typeface="Lato" panose="020F0502020204030203" pitchFamily="34" charset="0"/>
              </a:rPr>
              <a:t> </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66854"/>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1018029"/>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256920"/>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61603"/>
            <a:ext cx="1510046"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Looker</a:t>
            </a:r>
          </a:p>
          <a:p>
            <a:pPr marL="171450" indent="-171450">
              <a:buClr>
                <a:srgbClr val="00AB80"/>
              </a:buClr>
              <a:buFont typeface="Arial" panose="020B0604020202020204" pitchFamily="34" charset="0"/>
              <a:buChar char="•"/>
            </a:pPr>
            <a:r>
              <a:rPr lang="en-US" sz="900" err="1">
                <a:latin typeface="Roboto Light" panose="02000000000000000000" pitchFamily="2" charset="0"/>
                <a:ea typeface="Roboto Light" panose="02000000000000000000" pitchFamily="2" charset="0"/>
              </a:rPr>
              <a:t>BigQuery</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Alteryx</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Node JS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Teradata</a:t>
            </a:r>
          </a:p>
          <a:p>
            <a:pPr marL="171450" indent="-171450">
              <a:buClr>
                <a:srgbClr val="00AB80"/>
              </a:buClr>
              <a:buFont typeface="Arial" panose="020B0604020202020204" pitchFamily="34" charset="0"/>
              <a:buChar char="•"/>
            </a:pPr>
            <a:r>
              <a:rPr lang="en-US" sz="900" err="1">
                <a:latin typeface="Roboto Light" panose="02000000000000000000" pitchFamily="2" charset="0"/>
                <a:ea typeface="Roboto Light" panose="02000000000000000000" pitchFamily="2" charset="0"/>
              </a:rPr>
              <a:t>PowerBI</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555416"/>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3654364"/>
            <a:ext cx="0" cy="2247900"/>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64735"/>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483977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200054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Retail</a:t>
            </a:r>
          </a:p>
          <a:p>
            <a:pPr marL="0" indent="0">
              <a:lnSpc>
                <a:spcPct val="150000"/>
              </a:lnSpc>
              <a:buNone/>
            </a:pPr>
            <a:r>
              <a:rPr lang="en-GB" sz="1200">
                <a:solidFill>
                  <a:srgbClr val="00AB80"/>
                </a:solidFill>
              </a:rPr>
              <a:t>Government</a:t>
            </a:r>
          </a:p>
          <a:p>
            <a:pPr marL="0" indent="0">
              <a:lnSpc>
                <a:spcPct val="150000"/>
              </a:lnSpc>
              <a:buNone/>
            </a:pPr>
            <a:r>
              <a:rPr lang="en-GB" sz="1200">
                <a:solidFill>
                  <a:srgbClr val="00AB80"/>
                </a:solidFill>
              </a:rPr>
              <a:t>Big 4 Consulting Firms</a:t>
            </a:r>
          </a:p>
          <a:p>
            <a:pPr marL="0" indent="0">
              <a:lnSpc>
                <a:spcPct val="150000"/>
              </a:lnSpc>
              <a:buNone/>
            </a:pPr>
            <a:r>
              <a:rPr lang="en-GB" sz="1200">
                <a:solidFill>
                  <a:srgbClr val="00AB80"/>
                </a:solidFill>
              </a:rPr>
              <a:t>Banking</a:t>
            </a:r>
          </a:p>
          <a:p>
            <a:pPr marL="0" indent="0">
              <a:lnSpc>
                <a:spcPct val="150000"/>
              </a:lnSpc>
              <a:buNone/>
            </a:pPr>
            <a:endParaRPr lang="en-GB" sz="1200">
              <a:solidFill>
                <a:srgbClr val="00AB80"/>
              </a:solidFill>
            </a:endParaRPr>
          </a:p>
          <a:p>
            <a:pPr marL="0" indent="0">
              <a:lnSpc>
                <a:spcPct val="150000"/>
              </a:lnSpc>
              <a:buNone/>
            </a:pPr>
            <a:endParaRPr lang="en-GB" sz="1200">
              <a:solidFill>
                <a:srgbClr val="00AB80"/>
              </a:solidFill>
            </a:endParaRP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80179"/>
            <a:ext cx="1951941" cy="2308324"/>
            <a:chOff x="8106458" y="2681447"/>
            <a:chExt cx="1951941" cy="2308324"/>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308324"/>
            </a:xfrm>
            <a:prstGeom prst="rect">
              <a:avLst/>
            </a:prstGeom>
            <a:noFill/>
          </p:spPr>
          <p:txBody>
            <a:bodyPr wrap="square">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Bachelor - Science, Information Technology</a:t>
              </a: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University of Technology, Sydney</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p:txBody>
        </p:sp>
      </p:grpSp>
      <p:grpSp>
        <p:nvGrpSpPr>
          <p:cNvPr id="12" name="Group 11">
            <a:extLst>
              <a:ext uri="{FF2B5EF4-FFF2-40B4-BE49-F238E27FC236}">
                <a16:creationId xmlns:a16="http://schemas.microsoft.com/office/drawing/2014/main" id="{C465E181-1D5D-D878-8A71-F5848AAF858F}"/>
              </a:ext>
            </a:extLst>
          </p:cNvPr>
          <p:cNvGrpSpPr/>
          <p:nvPr/>
        </p:nvGrpSpPr>
        <p:grpSpPr>
          <a:xfrm>
            <a:off x="3340413" y="1028049"/>
            <a:ext cx="4642274" cy="2424995"/>
            <a:chOff x="3335753" y="5068700"/>
            <a:chExt cx="4642274" cy="2424995"/>
          </a:xfrm>
        </p:grpSpPr>
        <p:sp>
          <p:nvSpPr>
            <p:cNvPr id="2" name="TextBox 1">
              <a:extLst>
                <a:ext uri="{FF2B5EF4-FFF2-40B4-BE49-F238E27FC236}">
                  <a16:creationId xmlns:a16="http://schemas.microsoft.com/office/drawing/2014/main" id="{2FA774CA-3857-9308-4D38-9414B0CC2B95}"/>
                </a:ext>
              </a:extLst>
            </p:cNvPr>
            <p:cNvSpPr txBox="1"/>
            <p:nvPr/>
          </p:nvSpPr>
          <p:spPr>
            <a:xfrm>
              <a:off x="3335753" y="5068700"/>
              <a:ext cx="3526969" cy="461665"/>
            </a:xfrm>
            <a:prstGeom prst="rect">
              <a:avLst/>
            </a:prstGeom>
            <a:noFill/>
          </p:spPr>
          <p:txBody>
            <a:bodyPr wrap="square" rtlCol="0">
              <a:spAutoFit/>
            </a:bodyPr>
            <a:lstStyle/>
            <a:p>
              <a:r>
                <a:rPr lang="en-US" sz="1200" b="1">
                  <a:solidFill>
                    <a:srgbClr val="0059FF"/>
                  </a:solidFill>
                  <a:latin typeface="Roboto" panose="02000000000000000000" pitchFamily="2" charset="0"/>
                  <a:ea typeface="Roboto" panose="02000000000000000000" pitchFamily="2" charset="0"/>
                </a:rPr>
                <a:t>Financial Services </a:t>
              </a:r>
              <a:r>
                <a:rPr lang="en-US" sz="1200" b="1" err="1">
                  <a:solidFill>
                    <a:srgbClr val="0059FF"/>
                  </a:solidFill>
                  <a:latin typeface="Roboto" panose="02000000000000000000" pitchFamily="2" charset="0"/>
                  <a:ea typeface="Roboto" panose="02000000000000000000" pitchFamily="2" charset="0"/>
                </a:rPr>
                <a:t>Organisation</a:t>
              </a:r>
              <a:r>
                <a:rPr lang="en-US" sz="1200" b="1">
                  <a:solidFill>
                    <a:srgbClr val="0059FF"/>
                  </a:solidFill>
                  <a:latin typeface="Roboto" panose="02000000000000000000" pitchFamily="2" charset="0"/>
                  <a:ea typeface="Roboto" panose="02000000000000000000" pitchFamily="2" charset="0"/>
                </a:rPr>
                <a:t> – Data Engineer</a:t>
              </a:r>
              <a:endParaRPr lang="en-AU" sz="1200" b="1">
                <a:solidFill>
                  <a:srgbClr val="0059FF"/>
                </a:solidFill>
                <a:latin typeface="Roboto" panose="02000000000000000000" pitchFamily="2" charset="0"/>
                <a:ea typeface="Roboto" panose="02000000000000000000" pitchFamily="2" charset="0"/>
              </a:endParaRPr>
            </a:p>
            <a:p>
              <a:endParaRPr lang="en-AU" sz="1200" b="1">
                <a:solidFill>
                  <a:srgbClr val="ED7D31"/>
                </a:solidFill>
                <a:latin typeface="Roboto" panose="02000000000000000000" pitchFamily="2" charset="0"/>
                <a:ea typeface="Roboto" panose="02000000000000000000" pitchFamily="2" charset="0"/>
              </a:endParaRPr>
            </a:p>
          </p:txBody>
        </p:sp>
        <p:grpSp>
          <p:nvGrpSpPr>
            <p:cNvPr id="163" name="Group 162">
              <a:extLst>
                <a:ext uri="{FF2B5EF4-FFF2-40B4-BE49-F238E27FC236}">
                  <a16:creationId xmlns:a16="http://schemas.microsoft.com/office/drawing/2014/main" id="{E52FDF9F-B084-9074-7DB9-539AD5456487}"/>
                </a:ext>
              </a:extLst>
            </p:cNvPr>
            <p:cNvGrpSpPr/>
            <p:nvPr/>
          </p:nvGrpSpPr>
          <p:grpSpPr>
            <a:xfrm>
              <a:off x="3428144" y="5246926"/>
              <a:ext cx="4549883" cy="2246769"/>
              <a:chOff x="5030740" y="2145904"/>
              <a:chExt cx="4859978" cy="2246769"/>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145904"/>
                <a:ext cx="4831244" cy="224676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t>Led the Looker implementation – designed and deployed the prototype Looker demo at the preliminary stage of Looker adoption</a:t>
                </a:r>
              </a:p>
              <a:p>
                <a:r>
                  <a:rPr lang="en-AU" sz="1000"/>
                  <a:t>Established the standards for </a:t>
                </a:r>
                <a:r>
                  <a:rPr lang="en-AU" sz="1000" err="1"/>
                  <a:t>LookML</a:t>
                </a:r>
                <a:r>
                  <a:rPr lang="en-AU" sz="1000"/>
                  <a:t> development, including defining </a:t>
                </a:r>
                <a:r>
                  <a:rPr lang="en-AU" sz="1000" err="1"/>
                  <a:t>LookML</a:t>
                </a:r>
                <a:r>
                  <a:rPr lang="en-AU" sz="1000"/>
                  <a:t> code guidelines, model standards, Looker build framework, etc</a:t>
                </a:r>
              </a:p>
              <a:p>
                <a:r>
                  <a:rPr lang="en-AU" sz="1000"/>
                  <a:t>Setup Looker environment from scratch, i.e. Looker authentication config, project/data connection config, Git connection &amp; config, etc</a:t>
                </a:r>
              </a:p>
              <a:p>
                <a:r>
                  <a:rPr lang="en-AU" sz="1000"/>
                  <a:t>Designed and developed the Looker semantic layer to enable self-service BI capabilities for business users</a:t>
                </a:r>
              </a:p>
              <a:p>
                <a:r>
                  <a:rPr lang="en-AU" sz="1000"/>
                  <a:t>Designed and built the </a:t>
                </a:r>
                <a:r>
                  <a:rPr lang="en-AU" sz="1000" err="1"/>
                  <a:t>LookML</a:t>
                </a:r>
                <a:r>
                  <a:rPr lang="en-AU" sz="1000"/>
                  <a:t> model &amp; visualisation for custom reporting</a:t>
                </a:r>
              </a:p>
              <a:p>
                <a:r>
                  <a:rPr lang="en-AU" sz="1000"/>
                  <a:t>Implemented the tech operations report in Looker and deployed real-time alerts to support project monitoring</a:t>
                </a:r>
              </a:p>
              <a:p>
                <a:r>
                  <a:rPr lang="en-AU" sz="1000"/>
                  <a:t>Designed data vault modelling &amp; data mappings for business data consumption</a:t>
                </a:r>
              </a:p>
              <a:p>
                <a:endParaRPr lang="en-AU" sz="1000"/>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94036"/>
                <a:ext cx="0" cy="1917633"/>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grpSp>
      <p:sp>
        <p:nvSpPr>
          <p:cNvPr id="4" name="TextBox 3">
            <a:extLst>
              <a:ext uri="{FF2B5EF4-FFF2-40B4-BE49-F238E27FC236}">
                <a16:creationId xmlns:a16="http://schemas.microsoft.com/office/drawing/2014/main" id="{80F49B2F-21D4-F9EB-049F-717A10CB7D84}"/>
              </a:ext>
            </a:extLst>
          </p:cNvPr>
          <p:cNvSpPr txBox="1"/>
          <p:nvPr/>
        </p:nvSpPr>
        <p:spPr>
          <a:xfrm>
            <a:off x="131065" y="5661603"/>
            <a:ext cx="1528457"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Google Cloud Platform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Amazon Web Services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Modeling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Science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Analysis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Deep Learning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Statistical Methods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Structures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Visualisations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Business Analytics</a:t>
            </a:r>
          </a:p>
          <a:p>
            <a:pPr marL="171450" indent="-171450">
              <a:buClr>
                <a:srgbClr val="00AB80"/>
              </a:buClr>
              <a:buFont typeface="Arial" panose="020B0604020202020204" pitchFamily="34" charset="0"/>
              <a:buChar char="•"/>
            </a:pPr>
            <a:endParaRPr lang="en-AU"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299927"/>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3325985"/>
            <a:ext cx="3526969" cy="461665"/>
          </a:xfrm>
          <a:prstGeom prst="rect">
            <a:avLst/>
          </a:prstGeom>
          <a:noFill/>
        </p:spPr>
        <p:txBody>
          <a:bodyPr wrap="square" rtlCol="0">
            <a:spAutoFit/>
          </a:bodyPr>
          <a:lstStyle/>
          <a:p>
            <a:r>
              <a:rPr lang="en-US" sz="1200" b="1">
                <a:solidFill>
                  <a:srgbClr val="ED7D31"/>
                </a:solidFill>
                <a:latin typeface="Roboto" panose="02000000000000000000" pitchFamily="2" charset="0"/>
                <a:ea typeface="Roboto" panose="02000000000000000000" pitchFamily="2" charset="0"/>
              </a:rPr>
              <a:t>Large Australian Online Retailer – Data Engineer </a:t>
            </a:r>
            <a:endParaRPr lang="en-AU" sz="1200" b="1">
              <a:solidFill>
                <a:srgbClr val="ED7D31"/>
              </a:solidFill>
              <a:latin typeface="Roboto" panose="02000000000000000000" pitchFamily="2" charset="0"/>
              <a:ea typeface="Roboto" panose="02000000000000000000" pitchFamily="2" charset="0"/>
            </a:endParaRPr>
          </a:p>
          <a:p>
            <a:endParaRPr lang="en-AU" sz="1200" b="1">
              <a:solidFill>
                <a:srgbClr val="ED7D31"/>
              </a:solidFill>
              <a:latin typeface="Roboto" panose="02000000000000000000" pitchFamily="2" charset="0"/>
              <a:ea typeface="Roboto" panose="02000000000000000000" pitchFamily="2" charset="0"/>
            </a:endParaRP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3512225"/>
            <a:ext cx="4549073" cy="2554545"/>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AU" sz="1000">
                <a:solidFill>
                  <a:schemeClr val="bg1"/>
                </a:solidFill>
              </a:rPr>
              <a:t>Led the superset report migration and initiated reports re-build in Looker </a:t>
            </a:r>
          </a:p>
          <a:p>
            <a:r>
              <a:rPr lang="en-AU" sz="1000">
                <a:solidFill>
                  <a:schemeClr val="bg1"/>
                </a:solidFill>
              </a:rPr>
              <a:t>Established several Looker POCs for Business Central reports re-build using </a:t>
            </a:r>
            <a:r>
              <a:rPr lang="en-AU" sz="1000" err="1">
                <a:solidFill>
                  <a:schemeClr val="bg1"/>
                </a:solidFill>
              </a:rPr>
              <a:t>BigQuery</a:t>
            </a:r>
            <a:r>
              <a:rPr lang="en-AU" sz="1000">
                <a:solidFill>
                  <a:schemeClr val="bg1"/>
                </a:solidFill>
              </a:rPr>
              <a:t> (BQ) live data to help the business better understand reporting performance, scalability and timeline estimate with Looker implementation </a:t>
            </a:r>
          </a:p>
          <a:p>
            <a:r>
              <a:rPr lang="en-AU" sz="1000">
                <a:solidFill>
                  <a:schemeClr val="bg1"/>
                </a:solidFill>
              </a:rPr>
              <a:t>Developed </a:t>
            </a:r>
            <a:r>
              <a:rPr lang="en-AU" sz="1000" err="1">
                <a:solidFill>
                  <a:schemeClr val="bg1"/>
                </a:solidFill>
              </a:rPr>
              <a:t>LookML</a:t>
            </a:r>
            <a:r>
              <a:rPr lang="en-AU" sz="1000">
                <a:solidFill>
                  <a:schemeClr val="bg1"/>
                </a:solidFill>
              </a:rPr>
              <a:t> models and reporting views for Period over Period (</a:t>
            </a:r>
            <a:r>
              <a:rPr lang="en-AU" sz="1000" err="1">
                <a:solidFill>
                  <a:schemeClr val="bg1"/>
                </a:solidFill>
              </a:rPr>
              <a:t>PoP</a:t>
            </a:r>
            <a:r>
              <a:rPr lang="en-AU" sz="1000">
                <a:solidFill>
                  <a:schemeClr val="bg1"/>
                </a:solidFill>
              </a:rPr>
              <a:t>) analysis; Designed and implemented the CDC reconciliation dashboard for real-time data reconciliation in Looker </a:t>
            </a:r>
          </a:p>
          <a:p>
            <a:r>
              <a:rPr lang="en-AU" sz="1000">
                <a:solidFill>
                  <a:schemeClr val="bg1"/>
                </a:solidFill>
              </a:rPr>
              <a:t>Set up Looker environment from scratch – established BQ to </a:t>
            </a:r>
            <a:r>
              <a:rPr lang="en-AU" sz="1000" err="1">
                <a:solidFill>
                  <a:schemeClr val="bg1"/>
                </a:solidFill>
              </a:rPr>
              <a:t>LookML</a:t>
            </a:r>
            <a:r>
              <a:rPr lang="en-AU" sz="1000">
                <a:solidFill>
                  <a:schemeClr val="bg1"/>
                </a:solidFill>
              </a:rPr>
              <a:t> model connection and view structures, configured </a:t>
            </a:r>
            <a:r>
              <a:rPr lang="en-AU" sz="1000" err="1">
                <a:solidFill>
                  <a:schemeClr val="bg1"/>
                </a:solidFill>
              </a:rPr>
              <a:t>LookML</a:t>
            </a:r>
            <a:r>
              <a:rPr lang="en-AU" sz="1000">
                <a:solidFill>
                  <a:schemeClr val="bg1"/>
                </a:solidFill>
              </a:rPr>
              <a:t> project, git connections etc</a:t>
            </a:r>
          </a:p>
          <a:p>
            <a:r>
              <a:rPr lang="en-AU" sz="1000">
                <a:solidFill>
                  <a:schemeClr val="bg1"/>
                </a:solidFill>
              </a:rPr>
              <a:t>Migrated Superset reports onto BQ by re-building reporting logics in BQ, provided guidance to client’s team on BQ report migration </a:t>
            </a:r>
          </a:p>
          <a:p>
            <a:r>
              <a:rPr lang="en-AU" sz="1000">
                <a:solidFill>
                  <a:schemeClr val="bg1"/>
                </a:solidFill>
              </a:rPr>
              <a:t>Worked closely with senior stakeholders to gather business requirements &amp; conducted analysis to prove the business value of ongoing project; Set up GCP monitoring &amp; alerting for streaming data to understand performances</a:t>
            </a:r>
          </a:p>
          <a:p>
            <a:pPr marL="0" indent="0">
              <a:buNone/>
            </a:pPr>
            <a:r>
              <a:rPr lang="en-AU" sz="1000">
                <a:solidFill>
                  <a:schemeClr val="bg1"/>
                </a:solidFill>
              </a:rPr>
              <a:t> </a:t>
            </a:r>
          </a:p>
        </p:txBody>
      </p:sp>
      <p:grpSp>
        <p:nvGrpSpPr>
          <p:cNvPr id="9" name="Group 8">
            <a:extLst>
              <a:ext uri="{FF2B5EF4-FFF2-40B4-BE49-F238E27FC236}">
                <a16:creationId xmlns:a16="http://schemas.microsoft.com/office/drawing/2014/main" id="{E7DD910D-15D0-5CBC-B70B-D2480ECA3DCA}"/>
              </a:ext>
            </a:extLst>
          </p:cNvPr>
          <p:cNvGrpSpPr/>
          <p:nvPr/>
        </p:nvGrpSpPr>
        <p:grpSpPr>
          <a:xfrm>
            <a:off x="3327379" y="5995552"/>
            <a:ext cx="4779079" cy="1724396"/>
            <a:chOff x="3303046" y="6194352"/>
            <a:chExt cx="4779079" cy="1724396"/>
          </a:xfrm>
        </p:grpSpPr>
        <p:grpSp>
          <p:nvGrpSpPr>
            <p:cNvPr id="18" name="Group 17">
              <a:extLst>
                <a:ext uri="{FF2B5EF4-FFF2-40B4-BE49-F238E27FC236}">
                  <a16:creationId xmlns:a16="http://schemas.microsoft.com/office/drawing/2014/main" id="{E0B3FDFC-4A78-346F-E1D4-E183BEB90A60}"/>
                </a:ext>
              </a:extLst>
            </p:cNvPr>
            <p:cNvGrpSpPr/>
            <p:nvPr/>
          </p:nvGrpSpPr>
          <p:grpSpPr>
            <a:xfrm>
              <a:off x="3428144" y="6441420"/>
              <a:ext cx="4653981" cy="1477328"/>
              <a:chOff x="5023753" y="4494578"/>
              <a:chExt cx="4829128" cy="1477328"/>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494578"/>
                <a:ext cx="4793407" cy="147732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t>Built the first pilot project successfully for customers leading payroll analytics solution.</a:t>
                </a:r>
              </a:p>
              <a:p>
                <a:r>
                  <a:rPr lang="en-AU" sz="1000"/>
                  <a:t>Built end-to-end data pipeline from scratch on Google Cloud Platform </a:t>
                </a:r>
              </a:p>
              <a:p>
                <a:r>
                  <a:rPr lang="en-AU" sz="1000"/>
                  <a:t>Worked with stakeholders to formulate data requirements, performing data wrangling and cleansing by leveraging modern ETL tool (Google </a:t>
                </a:r>
                <a:r>
                  <a:rPr lang="en-AU" sz="1000" err="1"/>
                  <a:t>Dataprep</a:t>
                </a:r>
                <a:r>
                  <a:rPr lang="en-AU" sz="1000"/>
                  <a:t>); automating data transformation in Google </a:t>
                </a:r>
                <a:r>
                  <a:rPr lang="en-AU" sz="1000" err="1"/>
                  <a:t>BigQuery</a:t>
                </a:r>
                <a:r>
                  <a:rPr lang="en-AU" sz="1000"/>
                  <a:t>; designing client-facing dashboards and presenting analysis insights in Google Data Studio</a:t>
                </a:r>
              </a:p>
              <a:p>
                <a:r>
                  <a:rPr lang="en-AU" sz="1000"/>
                  <a:t>Optimised data workflow and reduced hour demand by 70% by automating data aggregation and transformation process in </a:t>
                </a:r>
                <a:r>
                  <a:rPr lang="en-AU" sz="1000" err="1"/>
                  <a:t>BigQuery</a:t>
                </a:r>
                <a:r>
                  <a:rPr lang="en-AU" sz="1000"/>
                  <a:t> </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579160"/>
                <a:ext cx="0" cy="1373696"/>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03046" y="6194352"/>
              <a:ext cx="3526969" cy="276999"/>
            </a:xfrm>
            <a:prstGeom prst="rect">
              <a:avLst/>
            </a:prstGeom>
            <a:noFill/>
          </p:spPr>
          <p:txBody>
            <a:bodyPr wrap="square" rtlCol="0">
              <a:spAutoFit/>
            </a:bodyPr>
            <a:lstStyle/>
            <a:p>
              <a:r>
                <a:rPr lang="en-US" sz="1200" b="1">
                  <a:solidFill>
                    <a:srgbClr val="A93584"/>
                  </a:solidFill>
                  <a:latin typeface="Roboto" panose="02000000000000000000" pitchFamily="2" charset="0"/>
                  <a:ea typeface="Roboto" panose="02000000000000000000" pitchFamily="2" charset="0"/>
                </a:rPr>
                <a:t>Big 4 Consulting Firm – Data Engineer</a:t>
              </a:r>
              <a:endParaRPr lang="en-AU" sz="1200" b="1">
                <a:solidFill>
                  <a:srgbClr val="A93584"/>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Paul Lucas</DisplayName>
        <AccountId>17</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8851374-134C-4975-BCD8-AB5F26F584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DED3751-8046-450E-BBF0-0C652FE3CD2B}">
  <ds:schemaRefs>
    <ds:schemaRef ds:uri="6230feca-9d7b-41a9-b53d-d6f1bbda9326"/>
    <ds:schemaRef ds:uri="6b920ebc-3252-4293-abd7-b10e8ed2381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e52cd9e7-35e5-4bd3-9cab-ca6a63c31e52"/>
  </ds:schemaRefs>
</ds:datastoreItem>
</file>

<file path=customXml/itemProps3.xml><?xml version="1.0" encoding="utf-8"?>
<ds:datastoreItem xmlns:ds="http://schemas.openxmlformats.org/officeDocument/2006/customXml" ds:itemID="{05604DA7-C5E1-49DD-8C41-CCB4499946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4</cp:revision>
  <dcterms:created xsi:type="dcterms:W3CDTF">2019-12-03T01:50:37Z</dcterms:created>
  <dcterms:modified xsi:type="dcterms:W3CDTF">2024-10-22T06:10:34Z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