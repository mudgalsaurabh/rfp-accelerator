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B3F"/>
    <a:srgbClr val="0059FF"/>
    <a:srgbClr val="00AB80"/>
    <a:srgbClr val="A93584"/>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88"/>
    <p:restoredTop sz="95595"/>
  </p:normalViewPr>
  <p:slideViewPr>
    <p:cSldViewPr snapToGrid="0" snapToObjects="1">
      <p:cViewPr varScale="1">
        <p:scale>
          <a:sx n="96" d="100"/>
          <a:sy n="96" d="100"/>
        </p:scale>
        <p:origin x="2196" y="72"/>
      </p:cViewPr>
      <p:guideLst>
        <p:guide orient="horz" pos="2448"/>
        <p:guide pos="3168"/>
        <p:guide pos="311"/>
        <p:guide pos="5994"/>
        <p:guide orient="horz" pos="148"/>
        <p:guide orient="horz" pos="4748"/>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21A12CF4-EAC7-4D72-9AAD-EB77BF8D284D}"/>
    <pc:docChg chg="undo custSel modSld">
      <pc:chgData name="Darcy Roach" userId="ba676ee9-e9b4-49e8-a515-8077106c948d" providerId="ADAL" clId="{21A12CF4-EAC7-4D72-9AAD-EB77BF8D284D}" dt="2024-11-19T04:46:02.230" v="772" actId="1035"/>
      <pc:docMkLst>
        <pc:docMk/>
      </pc:docMkLst>
      <pc:sldChg chg="modSp mod">
        <pc:chgData name="Darcy Roach" userId="ba676ee9-e9b4-49e8-a515-8077106c948d" providerId="ADAL" clId="{21A12CF4-EAC7-4D72-9AAD-EB77BF8D284D}" dt="2024-11-19T04:46:02.230" v="772" actId="1035"/>
        <pc:sldMkLst>
          <pc:docMk/>
          <pc:sldMk cId="2009923557" sldId="270"/>
        </pc:sldMkLst>
        <pc:spChg chg="mod">
          <ac:chgData name="Darcy Roach" userId="ba676ee9-e9b4-49e8-a515-8077106c948d" providerId="ADAL" clId="{21A12CF4-EAC7-4D72-9AAD-EB77BF8D284D}" dt="2024-11-17T23:40:32.985" v="258" actId="1076"/>
          <ac:spMkLst>
            <pc:docMk/>
            <pc:sldMk cId="2009923557" sldId="270"/>
            <ac:spMk id="2" creationId="{2FA774CA-3857-9308-4D38-9414B0CC2B95}"/>
          </ac:spMkLst>
        </pc:spChg>
        <pc:spChg chg="mod">
          <ac:chgData name="Darcy Roach" userId="ba676ee9-e9b4-49e8-a515-8077106c948d" providerId="ADAL" clId="{21A12CF4-EAC7-4D72-9AAD-EB77BF8D284D}" dt="2024-11-17T23:40:51.660" v="261" actId="1076"/>
          <ac:spMkLst>
            <pc:docMk/>
            <pc:sldMk cId="2009923557" sldId="270"/>
            <ac:spMk id="6" creationId="{701E125D-B356-8A2A-B86B-AB6567CEABE1}"/>
          </ac:spMkLst>
        </pc:spChg>
        <pc:spChg chg="mod">
          <ac:chgData name="Darcy Roach" userId="ba676ee9-e9b4-49e8-a515-8077106c948d" providerId="ADAL" clId="{21A12CF4-EAC7-4D72-9AAD-EB77BF8D284D}" dt="2024-11-18T00:02:53.837" v="727" actId="20577"/>
          <ac:spMkLst>
            <pc:docMk/>
            <pc:sldMk cId="2009923557" sldId="270"/>
            <ac:spMk id="8" creationId="{59FEB941-5146-6B10-4E4D-8A4ADE918AEF}"/>
          </ac:spMkLst>
        </pc:spChg>
        <pc:spChg chg="mod">
          <ac:chgData name="Darcy Roach" userId="ba676ee9-e9b4-49e8-a515-8077106c948d" providerId="ADAL" clId="{21A12CF4-EAC7-4D72-9AAD-EB77BF8D284D}" dt="2024-11-18T00:04:19.320" v="744" actId="1035"/>
          <ac:spMkLst>
            <pc:docMk/>
            <pc:sldMk cId="2009923557" sldId="270"/>
            <ac:spMk id="10" creationId="{06312B81-BCF1-2796-C112-3DBE0E02F483}"/>
          </ac:spMkLst>
        </pc:spChg>
        <pc:spChg chg="mod">
          <ac:chgData name="Darcy Roach" userId="ba676ee9-e9b4-49e8-a515-8077106c948d" providerId="ADAL" clId="{21A12CF4-EAC7-4D72-9AAD-EB77BF8D284D}" dt="2024-11-19T04:45:08.909" v="760" actId="20577"/>
          <ac:spMkLst>
            <pc:docMk/>
            <pc:sldMk cId="2009923557" sldId="270"/>
            <ac:spMk id="12" creationId="{B11E2A4C-14EF-31AA-4D03-774961082029}"/>
          </ac:spMkLst>
        </pc:spChg>
        <pc:spChg chg="mod">
          <ac:chgData name="Darcy Roach" userId="ba676ee9-e9b4-49e8-a515-8077106c948d" providerId="ADAL" clId="{21A12CF4-EAC7-4D72-9AAD-EB77BF8D284D}" dt="2024-11-17T23:56:11.676" v="510" actId="20577"/>
          <ac:spMkLst>
            <pc:docMk/>
            <pc:sldMk cId="2009923557" sldId="270"/>
            <ac:spMk id="17" creationId="{1BDE5051-9F34-F139-742D-4450E5D6591E}"/>
          </ac:spMkLst>
        </pc:spChg>
        <pc:spChg chg="mod">
          <ac:chgData name="Darcy Roach" userId="ba676ee9-e9b4-49e8-a515-8077106c948d" providerId="ADAL" clId="{21A12CF4-EAC7-4D72-9AAD-EB77BF8D284D}" dt="2024-11-18T00:04:07.378" v="741" actId="1035"/>
          <ac:spMkLst>
            <pc:docMk/>
            <pc:sldMk cId="2009923557" sldId="270"/>
            <ac:spMk id="19" creationId="{7513C49A-2DF2-8111-FED4-FC07A8EAD258}"/>
          </ac:spMkLst>
        </pc:spChg>
        <pc:spChg chg="mod">
          <ac:chgData name="Darcy Roach" userId="ba676ee9-e9b4-49e8-a515-8077106c948d" providerId="ADAL" clId="{21A12CF4-EAC7-4D72-9AAD-EB77BF8D284D}" dt="2024-11-18T00:05:43.523" v="754" actId="1036"/>
          <ac:spMkLst>
            <pc:docMk/>
            <pc:sldMk cId="2009923557" sldId="270"/>
            <ac:spMk id="22" creationId="{9D4E289E-1D52-CBDD-E381-40963429D7F1}"/>
          </ac:spMkLst>
        </pc:spChg>
        <pc:spChg chg="mod ord">
          <ac:chgData name="Darcy Roach" userId="ba676ee9-e9b4-49e8-a515-8077106c948d" providerId="ADAL" clId="{21A12CF4-EAC7-4D72-9AAD-EB77BF8D284D}" dt="2024-11-19T04:46:02.230" v="772" actId="1035"/>
          <ac:spMkLst>
            <pc:docMk/>
            <pc:sldMk cId="2009923557" sldId="270"/>
            <ac:spMk id="28" creationId="{6059F888-3BDF-A1C0-65E5-CB6FDD43D97C}"/>
          </ac:spMkLst>
        </pc:spChg>
        <pc:spChg chg="mod">
          <ac:chgData name="Darcy Roach" userId="ba676ee9-e9b4-49e8-a515-8077106c948d" providerId="ADAL" clId="{21A12CF4-EAC7-4D72-9AAD-EB77BF8D284D}" dt="2024-11-17T23:49:57.389" v="398" actId="20577"/>
          <ac:spMkLst>
            <pc:docMk/>
            <pc:sldMk cId="2009923557" sldId="270"/>
            <ac:spMk id="38" creationId="{AB47A2EE-BF0B-DB05-8B7C-DB6594B2B3D5}"/>
          </ac:spMkLst>
        </pc:spChg>
        <pc:spChg chg="mod">
          <ac:chgData name="Darcy Roach" userId="ba676ee9-e9b4-49e8-a515-8077106c948d" providerId="ADAL" clId="{21A12CF4-EAC7-4D72-9AAD-EB77BF8D284D}" dt="2024-11-18T00:00:43.230" v="645" actId="1076"/>
          <ac:spMkLst>
            <pc:docMk/>
            <pc:sldMk cId="2009923557" sldId="270"/>
            <ac:spMk id="39" creationId="{3EA81938-6A76-B850-B0E8-A5F905AEBA98}"/>
          </ac:spMkLst>
        </pc:spChg>
        <pc:spChg chg="mod">
          <ac:chgData name="Darcy Roach" userId="ba676ee9-e9b4-49e8-a515-8077106c948d" providerId="ADAL" clId="{21A12CF4-EAC7-4D72-9AAD-EB77BF8D284D}" dt="2024-11-18T00:00:33.553" v="644" actId="20577"/>
          <ac:spMkLst>
            <pc:docMk/>
            <pc:sldMk cId="2009923557" sldId="270"/>
            <ac:spMk id="175" creationId="{B9775FC7-7124-8CCA-9B1C-7CCD7D3DF384}"/>
          </ac:spMkLst>
        </pc:spChg>
        <pc:grpChg chg="mod">
          <ac:chgData name="Darcy Roach" userId="ba676ee9-e9b4-49e8-a515-8077106c948d" providerId="ADAL" clId="{21A12CF4-EAC7-4D72-9AAD-EB77BF8D284D}" dt="2024-11-18T00:00:43.230" v="645" actId="1076"/>
          <ac:grpSpMkLst>
            <pc:docMk/>
            <pc:sldMk cId="2009923557" sldId="270"/>
            <ac:grpSpMk id="5" creationId="{980A06B1-0A2F-7DF6-91DB-0F6DFA896A23}"/>
          </ac:grpSpMkLst>
        </pc:grpChg>
        <pc:grpChg chg="mod">
          <ac:chgData name="Darcy Roach" userId="ba676ee9-e9b4-49e8-a515-8077106c948d" providerId="ADAL" clId="{21A12CF4-EAC7-4D72-9AAD-EB77BF8D284D}" dt="2024-11-18T00:04:27.301" v="749" actId="1035"/>
          <ac:grpSpMkLst>
            <pc:docMk/>
            <pc:sldMk cId="2009923557" sldId="270"/>
            <ac:grpSpMk id="18" creationId="{E0B3FDFC-4A78-346F-E1D4-E183BEB90A60}"/>
          </ac:grpSpMkLst>
        </pc:grpChg>
        <pc:grpChg chg="mod">
          <ac:chgData name="Darcy Roach" userId="ba676ee9-e9b4-49e8-a515-8077106c948d" providerId="ADAL" clId="{21A12CF4-EAC7-4D72-9AAD-EB77BF8D284D}" dt="2024-11-18T00:03:06.212" v="729" actId="1076"/>
          <ac:grpSpMkLst>
            <pc:docMk/>
            <pc:sldMk cId="2009923557" sldId="270"/>
            <ac:grpSpMk id="29" creationId="{8CF0C399-CB6B-ECE9-F16C-B6354E9BF8DE}"/>
          </ac:grpSpMkLst>
        </pc:grpChg>
        <pc:cxnChg chg="mod">
          <ac:chgData name="Darcy Roach" userId="ba676ee9-e9b4-49e8-a515-8077106c948d" providerId="ADAL" clId="{21A12CF4-EAC7-4D72-9AAD-EB77BF8D284D}" dt="2024-11-18T00:03:02.578" v="728" actId="14100"/>
          <ac:cxnSpMkLst>
            <pc:docMk/>
            <pc:sldMk cId="2009923557" sldId="270"/>
            <ac:cxnSpMk id="3" creationId="{67C34E10-2CF8-9BCA-1CC6-D78A3FF9CA80}"/>
          </ac:cxnSpMkLst>
        </pc:cxnChg>
        <pc:cxnChg chg="mod">
          <ac:chgData name="Darcy Roach" userId="ba676ee9-e9b4-49e8-a515-8077106c948d" providerId="ADAL" clId="{21A12CF4-EAC7-4D72-9AAD-EB77BF8D284D}" dt="2024-11-18T00:04:21.223" v="746" actId="1035"/>
          <ac:cxnSpMkLst>
            <pc:docMk/>
            <pc:sldMk cId="2009923557" sldId="270"/>
            <ac:cxnSpMk id="15" creationId="{F87F05F2-DA4C-4F55-A5D0-1887110DF155}"/>
          </ac:cxnSpMkLst>
        </pc:cxnChg>
        <pc:cxnChg chg="mod">
          <ac:chgData name="Darcy Roach" userId="ba676ee9-e9b4-49e8-a515-8077106c948d" providerId="ADAL" clId="{21A12CF4-EAC7-4D72-9AAD-EB77BF8D284D}" dt="2024-11-19T04:45:48.945" v="770" actId="14100"/>
          <ac:cxnSpMkLst>
            <pc:docMk/>
            <pc:sldMk cId="2009923557" sldId="270"/>
            <ac:cxnSpMk id="21" creationId="{B0913DE4-461D-CE43-AABC-C4B3D7D22F45}"/>
          </ac:cxnSpMkLst>
        </pc:cxnChg>
        <pc:cxnChg chg="mod">
          <ac:chgData name="Darcy Roach" userId="ba676ee9-e9b4-49e8-a515-8077106c948d" providerId="ADAL" clId="{21A12CF4-EAC7-4D72-9AAD-EB77BF8D284D}" dt="2024-11-18T00:00:50.919" v="646" actId="14100"/>
          <ac:cxnSpMkLst>
            <pc:docMk/>
            <pc:sldMk cId="2009923557" sldId="270"/>
            <ac:cxnSpMk id="170" creationId="{0D51728F-48BB-14BB-256E-5F0C0284BCDF}"/>
          </ac:cxnSpMkLst>
        </pc:cxnChg>
      </pc:sldChg>
    </pc:docChg>
  </pc:docChgLst>
  <pc:docChgLst>
    <pc:chgData name="Maria Baturina" userId="S::maria.baturina@intelia.com.au::5d9a99de-f1b5-4935-85c4-c1e849c7750c" providerId="AD" clId="Web-{AA8F4722-EC6F-CB39-3D24-E394A26FB481}"/>
    <pc:docChg chg="modSld">
      <pc:chgData name="Maria Baturina" userId="S::maria.baturina@intelia.com.au::5d9a99de-f1b5-4935-85c4-c1e849c7750c" providerId="AD" clId="Web-{AA8F4722-EC6F-CB39-3D24-E394A26FB481}" dt="2024-11-18T01:29:17.904" v="3" actId="20577"/>
      <pc:docMkLst>
        <pc:docMk/>
      </pc:docMkLst>
      <pc:sldChg chg="modSp">
        <pc:chgData name="Maria Baturina" userId="S::maria.baturina@intelia.com.au::5d9a99de-f1b5-4935-85c4-c1e849c7750c" providerId="AD" clId="Web-{AA8F4722-EC6F-CB39-3D24-E394A26FB481}" dt="2024-11-18T01:29:17.904" v="3" actId="20577"/>
        <pc:sldMkLst>
          <pc:docMk/>
          <pc:sldMk cId="2009923557" sldId="270"/>
        </pc:sldMkLst>
        <pc:spChg chg="mod">
          <ac:chgData name="Maria Baturina" userId="S::maria.baturina@intelia.com.au::5d9a99de-f1b5-4935-85c4-c1e849c7750c" providerId="AD" clId="Web-{AA8F4722-EC6F-CB39-3D24-E394A26FB481}" dt="2024-11-18T01:29:17.904" v="3" actId="20577"/>
          <ac:spMkLst>
            <pc:docMk/>
            <pc:sldMk cId="2009923557" sldId="270"/>
            <ac:spMk id="17" creationId="{1BDE5051-9F34-F139-742D-4450E5D6591E}"/>
          </ac:spMkLst>
        </pc:spChg>
      </pc:sldChg>
    </pc:docChg>
  </pc:docChgLst>
  <pc:docChgLst>
    <pc:chgData name="Darcy Roach" userId="ba676ee9-e9b4-49e8-a515-8077106c948d" providerId="ADAL" clId="{6B188E6F-AC1D-4896-97EC-E2DFF0E7DE9B}"/>
    <pc:docChg chg="undo custSel modSld">
      <pc:chgData name="Darcy Roach" userId="ba676ee9-e9b4-49e8-a515-8077106c948d" providerId="ADAL" clId="{6B188E6F-AC1D-4896-97EC-E2DFF0E7DE9B}" dt="2023-03-27T05:45:57.788" v="2105" actId="20577"/>
      <pc:docMkLst>
        <pc:docMk/>
      </pc:docMkLst>
      <pc:sldChg chg="addSp delSp modSp mod">
        <pc:chgData name="Darcy Roach" userId="ba676ee9-e9b4-49e8-a515-8077106c948d" providerId="ADAL" clId="{6B188E6F-AC1D-4896-97EC-E2DFF0E7DE9B}" dt="2023-03-27T05:45:57.788" v="2105" actId="20577"/>
        <pc:sldMkLst>
          <pc:docMk/>
          <pc:sldMk cId="2009923557" sldId="270"/>
        </pc:sldMkLst>
        <pc:spChg chg="mod ord">
          <ac:chgData name="Darcy Roach" userId="ba676ee9-e9b4-49e8-a515-8077106c948d" providerId="ADAL" clId="{6B188E6F-AC1D-4896-97EC-E2DFF0E7DE9B}" dt="2023-03-27T05:28:20.337" v="2087" actId="1076"/>
          <ac:spMkLst>
            <pc:docMk/>
            <pc:sldMk cId="2009923557" sldId="270"/>
            <ac:spMk id="2" creationId="{2FA774CA-3857-9308-4D38-9414B0CC2B95}"/>
          </ac:spMkLst>
        </pc:spChg>
        <pc:spChg chg="mod">
          <ac:chgData name="Darcy Roach" userId="ba676ee9-e9b4-49e8-a515-8077106c948d" providerId="ADAL" clId="{6B188E6F-AC1D-4896-97EC-E2DFF0E7DE9B}" dt="2023-03-27T04:50:27.412" v="1612" actId="20577"/>
          <ac:spMkLst>
            <pc:docMk/>
            <pc:sldMk cId="2009923557" sldId="270"/>
            <ac:spMk id="4" creationId="{80F49B2F-21D4-F9EB-049F-717A10CB7D84}"/>
          </ac:spMkLst>
        </pc:spChg>
        <pc:spChg chg="mod">
          <ac:chgData name="Darcy Roach" userId="ba676ee9-e9b4-49e8-a515-8077106c948d" providerId="ADAL" clId="{6B188E6F-AC1D-4896-97EC-E2DFF0E7DE9B}" dt="2023-03-27T05:29:32.262" v="2099" actId="1076"/>
          <ac:spMkLst>
            <pc:docMk/>
            <pc:sldMk cId="2009923557" sldId="270"/>
            <ac:spMk id="6" creationId="{701E125D-B356-8A2A-B86B-AB6567CEABE1}"/>
          </ac:spMkLst>
        </pc:spChg>
        <pc:spChg chg="mod">
          <ac:chgData name="Darcy Roach" userId="ba676ee9-e9b4-49e8-a515-8077106c948d" providerId="ADAL" clId="{6B188E6F-AC1D-4896-97EC-E2DFF0E7DE9B}" dt="2023-03-27T05:29:32.262" v="2099" actId="1076"/>
          <ac:spMkLst>
            <pc:docMk/>
            <pc:sldMk cId="2009923557" sldId="270"/>
            <ac:spMk id="8" creationId="{59FEB941-5146-6B10-4E4D-8A4ADE918AEF}"/>
          </ac:spMkLst>
        </pc:spChg>
        <pc:spChg chg="mod">
          <ac:chgData name="Darcy Roach" userId="ba676ee9-e9b4-49e8-a515-8077106c948d" providerId="ADAL" clId="{6B188E6F-AC1D-4896-97EC-E2DFF0E7DE9B}" dt="2023-03-27T05:25:04.830" v="2007" actId="14100"/>
          <ac:spMkLst>
            <pc:docMk/>
            <pc:sldMk cId="2009923557" sldId="270"/>
            <ac:spMk id="10" creationId="{06312B81-BCF1-2796-C112-3DBE0E02F483}"/>
          </ac:spMkLst>
        </pc:spChg>
        <pc:spChg chg="mod">
          <ac:chgData name="Darcy Roach" userId="ba676ee9-e9b4-49e8-a515-8077106c948d" providerId="ADAL" clId="{6B188E6F-AC1D-4896-97EC-E2DFF0E7DE9B}" dt="2023-03-27T04:32:51.021" v="1321" actId="20577"/>
          <ac:spMkLst>
            <pc:docMk/>
            <pc:sldMk cId="2009923557" sldId="270"/>
            <ac:spMk id="12" creationId="{B11E2A4C-14EF-31AA-4D03-774961082029}"/>
          </ac:spMkLst>
        </pc:spChg>
        <pc:spChg chg="mod">
          <ac:chgData name="Darcy Roach" userId="ba676ee9-e9b4-49e8-a515-8077106c948d" providerId="ADAL" clId="{6B188E6F-AC1D-4896-97EC-E2DFF0E7DE9B}" dt="2023-03-27T03:13:36.517" v="29" actId="20577"/>
          <ac:spMkLst>
            <pc:docMk/>
            <pc:sldMk cId="2009923557" sldId="270"/>
            <ac:spMk id="13" creationId="{FD2720C9-A79F-BD7F-E179-674AD67D7892}"/>
          </ac:spMkLst>
        </pc:spChg>
        <pc:spChg chg="add del mod">
          <ac:chgData name="Darcy Roach" userId="ba676ee9-e9b4-49e8-a515-8077106c948d" providerId="ADAL" clId="{6B188E6F-AC1D-4896-97EC-E2DFF0E7DE9B}" dt="2023-03-27T04:31:56.831" v="1305" actId="478"/>
          <ac:spMkLst>
            <pc:docMk/>
            <pc:sldMk cId="2009923557" sldId="270"/>
            <ac:spMk id="16" creationId="{F8601ACE-4375-FC46-3008-AC2A16E0597B}"/>
          </ac:spMkLst>
        </pc:spChg>
        <pc:spChg chg="mod">
          <ac:chgData name="Darcy Roach" userId="ba676ee9-e9b4-49e8-a515-8077106c948d" providerId="ADAL" clId="{6B188E6F-AC1D-4896-97EC-E2DFF0E7DE9B}" dt="2023-03-27T05:45:57.788" v="2105" actId="20577"/>
          <ac:spMkLst>
            <pc:docMk/>
            <pc:sldMk cId="2009923557" sldId="270"/>
            <ac:spMk id="17" creationId="{1BDE5051-9F34-F139-742D-4450E5D6591E}"/>
          </ac:spMkLst>
        </pc:spChg>
        <pc:spChg chg="mod">
          <ac:chgData name="Darcy Roach" userId="ba676ee9-e9b4-49e8-a515-8077106c948d" providerId="ADAL" clId="{6B188E6F-AC1D-4896-97EC-E2DFF0E7DE9B}" dt="2023-03-27T05:27:56.704" v="2083" actId="20577"/>
          <ac:spMkLst>
            <pc:docMk/>
            <pc:sldMk cId="2009923557" sldId="270"/>
            <ac:spMk id="19" creationId="{7513C49A-2DF2-8111-FED4-FC07A8EAD258}"/>
          </ac:spMkLst>
        </pc:spChg>
        <pc:spChg chg="mod">
          <ac:chgData name="Darcy Roach" userId="ba676ee9-e9b4-49e8-a515-8077106c948d" providerId="ADAL" clId="{6B188E6F-AC1D-4896-97EC-E2DFF0E7DE9B}" dt="2023-03-27T03:13:40.690" v="36" actId="20577"/>
          <ac:spMkLst>
            <pc:docMk/>
            <pc:sldMk cId="2009923557" sldId="270"/>
            <ac:spMk id="22" creationId="{9D4E289E-1D52-CBDD-E381-40963429D7F1}"/>
          </ac:spMkLst>
        </pc:spChg>
        <pc:spChg chg="add del mod">
          <ac:chgData name="Darcy Roach" userId="ba676ee9-e9b4-49e8-a515-8077106c948d" providerId="ADAL" clId="{6B188E6F-AC1D-4896-97EC-E2DFF0E7DE9B}" dt="2023-03-27T04:31:55.347" v="1304" actId="478"/>
          <ac:spMkLst>
            <pc:docMk/>
            <pc:sldMk cId="2009923557" sldId="270"/>
            <ac:spMk id="24" creationId="{97757AD6-9F94-6D52-A7BD-21A159829956}"/>
          </ac:spMkLst>
        </pc:spChg>
        <pc:spChg chg="mod">
          <ac:chgData name="Darcy Roach" userId="ba676ee9-e9b4-49e8-a515-8077106c948d" providerId="ADAL" clId="{6B188E6F-AC1D-4896-97EC-E2DFF0E7DE9B}" dt="2023-03-27T04:36:00.214" v="1446" actId="20577"/>
          <ac:spMkLst>
            <pc:docMk/>
            <pc:sldMk cId="2009923557" sldId="270"/>
            <ac:spMk id="26" creationId="{1A3D666D-00C8-D106-73C3-9FF300F8618C}"/>
          </ac:spMkLst>
        </pc:spChg>
        <pc:spChg chg="mod">
          <ac:chgData name="Darcy Roach" userId="ba676ee9-e9b4-49e8-a515-8077106c948d" providerId="ADAL" clId="{6B188E6F-AC1D-4896-97EC-E2DFF0E7DE9B}" dt="2023-03-27T05:29:32.262" v="2099" actId="1076"/>
          <ac:spMkLst>
            <pc:docMk/>
            <pc:sldMk cId="2009923557" sldId="270"/>
            <ac:spMk id="28" creationId="{6059F888-3BDF-A1C0-65E5-CB6FDD43D97C}"/>
          </ac:spMkLst>
        </pc:spChg>
        <pc:spChg chg="mod">
          <ac:chgData name="Darcy Roach" userId="ba676ee9-e9b4-49e8-a515-8077106c948d" providerId="ADAL" clId="{6B188E6F-AC1D-4896-97EC-E2DFF0E7DE9B}" dt="2023-03-27T04:50:49.416" v="1614" actId="20577"/>
          <ac:spMkLst>
            <pc:docMk/>
            <pc:sldMk cId="2009923557" sldId="270"/>
            <ac:spMk id="38" creationId="{AB47A2EE-BF0B-DB05-8B7C-DB6594B2B3D5}"/>
          </ac:spMkLst>
        </pc:spChg>
        <pc:spChg chg="mod">
          <ac:chgData name="Darcy Roach" userId="ba676ee9-e9b4-49e8-a515-8077106c948d" providerId="ADAL" clId="{6B188E6F-AC1D-4896-97EC-E2DFF0E7DE9B}" dt="2023-03-27T05:19:17.805" v="1921" actId="1076"/>
          <ac:spMkLst>
            <pc:docMk/>
            <pc:sldMk cId="2009923557" sldId="270"/>
            <ac:spMk id="39" creationId="{3EA81938-6A76-B850-B0E8-A5F905AEBA98}"/>
          </ac:spMkLst>
        </pc:spChg>
        <pc:spChg chg="mod">
          <ac:chgData name="Darcy Roach" userId="ba676ee9-e9b4-49e8-a515-8077106c948d" providerId="ADAL" clId="{6B188E6F-AC1D-4896-97EC-E2DFF0E7DE9B}" dt="2023-03-27T05:19:30.765" v="1928" actId="20577"/>
          <ac:spMkLst>
            <pc:docMk/>
            <pc:sldMk cId="2009923557" sldId="270"/>
            <ac:spMk id="175" creationId="{B9775FC7-7124-8CCA-9B1C-7CCD7D3DF384}"/>
          </ac:spMkLst>
        </pc:spChg>
        <pc:grpChg chg="mod">
          <ac:chgData name="Darcy Roach" userId="ba676ee9-e9b4-49e8-a515-8077106c948d" providerId="ADAL" clId="{6B188E6F-AC1D-4896-97EC-E2DFF0E7DE9B}" dt="2023-03-27T05:19:17.805" v="1921" actId="1076"/>
          <ac:grpSpMkLst>
            <pc:docMk/>
            <pc:sldMk cId="2009923557" sldId="270"/>
            <ac:grpSpMk id="5" creationId="{980A06B1-0A2F-7DF6-91DB-0F6DFA896A23}"/>
          </ac:grpSpMkLst>
        </pc:grpChg>
        <pc:grpChg chg="mod">
          <ac:chgData name="Darcy Roach" userId="ba676ee9-e9b4-49e8-a515-8077106c948d" providerId="ADAL" clId="{6B188E6F-AC1D-4896-97EC-E2DFF0E7DE9B}" dt="2023-03-27T05:29:32.262" v="2099" actId="1076"/>
          <ac:grpSpMkLst>
            <pc:docMk/>
            <pc:sldMk cId="2009923557" sldId="270"/>
            <ac:grpSpMk id="18" creationId="{E0B3FDFC-4A78-346F-E1D4-E183BEB90A60}"/>
          </ac:grpSpMkLst>
        </pc:grpChg>
        <pc:grpChg chg="add mod">
          <ac:chgData name="Darcy Roach" userId="ba676ee9-e9b4-49e8-a515-8077106c948d" providerId="ADAL" clId="{6B188E6F-AC1D-4896-97EC-E2DFF0E7DE9B}" dt="2023-03-27T05:29:32.262" v="2099" actId="1076"/>
          <ac:grpSpMkLst>
            <pc:docMk/>
            <pc:sldMk cId="2009923557" sldId="270"/>
            <ac:grpSpMk id="29" creationId="{8CF0C399-CB6B-ECE9-F16C-B6354E9BF8DE}"/>
          </ac:grpSpMkLst>
        </pc:grpChg>
        <pc:grpChg chg="mod">
          <ac:chgData name="Darcy Roach" userId="ba676ee9-e9b4-49e8-a515-8077106c948d" providerId="ADAL" clId="{6B188E6F-AC1D-4896-97EC-E2DFF0E7DE9B}" dt="2023-03-27T05:05:53.036" v="1829" actId="164"/>
          <ac:grpSpMkLst>
            <pc:docMk/>
            <pc:sldMk cId="2009923557" sldId="270"/>
            <ac:grpSpMk id="163" creationId="{E52FDF9F-B084-9074-7DB9-539AD5456487}"/>
          </ac:grpSpMkLst>
        </pc:grpChg>
        <pc:cxnChg chg="mod">
          <ac:chgData name="Darcy Roach" userId="ba676ee9-e9b4-49e8-a515-8077106c948d" providerId="ADAL" clId="{6B188E6F-AC1D-4896-97EC-E2DFF0E7DE9B}" dt="2023-03-27T05:29:32.262" v="2099" actId="1076"/>
          <ac:cxnSpMkLst>
            <pc:docMk/>
            <pc:sldMk cId="2009923557" sldId="270"/>
            <ac:cxnSpMk id="3" creationId="{67C34E10-2CF8-9BCA-1CC6-D78A3FF9CA80}"/>
          </ac:cxnSpMkLst>
        </pc:cxnChg>
        <pc:cxnChg chg="mod">
          <ac:chgData name="Darcy Roach" userId="ba676ee9-e9b4-49e8-a515-8077106c948d" providerId="ADAL" clId="{6B188E6F-AC1D-4896-97EC-E2DFF0E7DE9B}" dt="2023-03-27T05:25:21.464" v="2008" actId="14100"/>
          <ac:cxnSpMkLst>
            <pc:docMk/>
            <pc:sldMk cId="2009923557" sldId="270"/>
            <ac:cxnSpMk id="15" creationId="{F87F05F2-DA4C-4F55-A5D0-1887110DF155}"/>
          </ac:cxnSpMkLst>
        </pc:cxnChg>
        <pc:cxnChg chg="mod">
          <ac:chgData name="Darcy Roach" userId="ba676ee9-e9b4-49e8-a515-8077106c948d" providerId="ADAL" clId="{6B188E6F-AC1D-4896-97EC-E2DFF0E7DE9B}" dt="2023-03-27T05:28:10.958" v="2085" actId="14100"/>
          <ac:cxnSpMkLst>
            <pc:docMk/>
            <pc:sldMk cId="2009923557" sldId="270"/>
            <ac:cxnSpMk id="21" creationId="{B0913DE4-461D-CE43-AABC-C4B3D7D22F45}"/>
          </ac:cxnSpMkLst>
        </pc:cxnChg>
        <pc:cxnChg chg="mod">
          <ac:chgData name="Darcy Roach" userId="ba676ee9-e9b4-49e8-a515-8077106c948d" providerId="ADAL" clId="{6B188E6F-AC1D-4896-97EC-E2DFF0E7DE9B}" dt="2023-03-27T05:29:09.523" v="2096" actId="1076"/>
          <ac:cxnSpMkLst>
            <pc:docMk/>
            <pc:sldMk cId="2009923557" sldId="270"/>
            <ac:cxnSpMk id="170" creationId="{0D51728F-48BB-14BB-256E-5F0C0284BCDF}"/>
          </ac:cxnSpMkLst>
        </pc:cxnChg>
        <pc:cxnChg chg="mod">
          <ac:chgData name="Darcy Roach" userId="ba676ee9-e9b4-49e8-a515-8077106c948d" providerId="ADAL" clId="{6B188E6F-AC1D-4896-97EC-E2DFF0E7DE9B}" dt="2023-03-27T05:29:04.033" v="2094" actId="1076"/>
          <ac:cxnSpMkLst>
            <pc:docMk/>
            <pc:sldMk cId="2009923557" sldId="270"/>
            <ac:cxnSpMk id="190" creationId="{31DCAD75-9302-C642-9C74-B164C43329B0}"/>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endParaRPr lang="en-US" dirty="0"/>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endParaRPr lang="en-US" dirty="0"/>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9057BF-143F-654A-BE61-7BF52D905453}" type="datetimeFigureOut">
              <a:rPr lang="en-US" smtClean="0"/>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9057BF-143F-654A-BE61-7BF52D905453}" type="datetimeFigureOut">
              <a:rPr lang="en-US" smtClean="0"/>
              <a:t>11/18/2024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9057BF-143F-654A-BE61-7BF52D905453}" type="datetimeFigureOut">
              <a:rPr lang="en-US" smtClean="0"/>
              <a:t>11/18/2024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11/18/2024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dirty="0"/>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11/18/2024</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28" name="TextBox 27">
            <a:extLst>
              <a:ext uri="{FF2B5EF4-FFF2-40B4-BE49-F238E27FC236}">
                <a16:creationId xmlns:a16="http://schemas.microsoft.com/office/drawing/2014/main" id="{6059F888-3BDF-A1C0-65E5-CB6FDD43D97C}"/>
              </a:ext>
            </a:extLst>
          </p:cNvPr>
          <p:cNvSpPr txBox="1"/>
          <p:nvPr/>
        </p:nvSpPr>
        <p:spPr>
          <a:xfrm>
            <a:off x="3335752" y="6154483"/>
            <a:ext cx="4856408" cy="461665"/>
          </a:xfrm>
          <a:prstGeom prst="rect">
            <a:avLst/>
          </a:prstGeom>
          <a:noFill/>
        </p:spPr>
        <p:txBody>
          <a:bodyPr wrap="square" rtlCol="0">
            <a:spAutoFit/>
          </a:bodyPr>
          <a:lstStyle/>
          <a:p>
            <a:r>
              <a:rPr lang="en-US" sz="1200" b="1" dirty="0">
                <a:solidFill>
                  <a:srgbClr val="A93584"/>
                </a:solidFill>
                <a:latin typeface="Roboto" panose="02000000000000000000" pitchFamily="2" charset="0"/>
                <a:ea typeface="Roboto" panose="02000000000000000000" pitchFamily="2" charset="0"/>
              </a:rPr>
              <a:t>Global Software Design </a:t>
            </a:r>
            <a:r>
              <a:rPr lang="en-US" sz="1200" b="1" dirty="0" err="1">
                <a:solidFill>
                  <a:srgbClr val="A93584"/>
                </a:solidFill>
                <a:latin typeface="Roboto" panose="02000000000000000000" pitchFamily="2" charset="0"/>
                <a:ea typeface="Roboto" panose="02000000000000000000" pitchFamily="2" charset="0"/>
              </a:rPr>
              <a:t>Organisation</a:t>
            </a:r>
            <a:r>
              <a:rPr lang="en-US" sz="1200" b="1" dirty="0">
                <a:solidFill>
                  <a:srgbClr val="A93584"/>
                </a:solidFill>
                <a:latin typeface="Roboto" panose="02000000000000000000" pitchFamily="2" charset="0"/>
                <a:ea typeface="Roboto" panose="02000000000000000000" pitchFamily="2" charset="0"/>
              </a:rPr>
              <a:t> – Data/Software Engineer</a:t>
            </a:r>
          </a:p>
          <a:p>
            <a:endParaRPr lang="en-AU" sz="1200" b="1" dirty="0">
              <a:solidFill>
                <a:srgbClr val="A93584"/>
              </a:solidFill>
              <a:latin typeface="Roboto" panose="02000000000000000000" pitchFamily="2" charset="0"/>
              <a:ea typeface="Roboto" panose="02000000000000000000" pitchFamily="2" charset="0"/>
            </a:endParaRPr>
          </a:p>
        </p:txBody>
      </p:sp>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dirty="0">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Maria </a:t>
            </a:r>
            <a:r>
              <a:rPr lang="en-US" sz="2800" b="1" dirty="0" err="1">
                <a:solidFill>
                  <a:srgbClr val="00AB80"/>
                </a:solidFill>
                <a:latin typeface="Roboto" panose="02000000000000000000" pitchFamily="2" charset="0"/>
                <a:ea typeface="Roboto" panose="02000000000000000000" pitchFamily="2" charset="0"/>
              </a:rPr>
              <a:t>Baturina</a:t>
            </a:r>
            <a:endParaRPr lang="en-US" sz="2800" b="1" dirty="0">
              <a:solidFill>
                <a:srgbClr val="00AB80"/>
              </a:solidFill>
              <a:latin typeface="Roboto" panose="02000000000000000000" pitchFamily="2" charset="0"/>
              <a:ea typeface="Roboto" panose="02000000000000000000" pitchFamily="2" charset="0"/>
            </a:endParaRPr>
          </a:p>
        </p:txBody>
      </p:sp>
      <p:sp>
        <p:nvSpPr>
          <p:cNvPr id="17" name="TextBox 16">
            <a:extLst>
              <a:ext uri="{FF2B5EF4-FFF2-40B4-BE49-F238E27FC236}">
                <a16:creationId xmlns:a16="http://schemas.microsoft.com/office/drawing/2014/main" id="{1BDE5051-9F34-F139-742D-4450E5D6591E}"/>
              </a:ext>
            </a:extLst>
          </p:cNvPr>
          <p:cNvSpPr txBox="1"/>
          <p:nvPr/>
        </p:nvSpPr>
        <p:spPr>
          <a:xfrm>
            <a:off x="250509" y="1550930"/>
            <a:ext cx="2873692" cy="1138132"/>
          </a:xfrm>
          <a:prstGeom prst="rect">
            <a:avLst/>
          </a:prstGeom>
          <a:noFill/>
        </p:spPr>
        <p:txBody>
          <a:bodyPr wrap="square" lIns="0" tIns="0" rIns="0" bIns="0" rtlCol="0" anchor="t">
            <a:spAutoFit/>
          </a:bodyPr>
          <a:lstStyle/>
          <a:p>
            <a:pPr>
              <a:lnSpc>
                <a:spcPts val="1500"/>
              </a:lnSpc>
            </a:pPr>
            <a:r>
              <a:rPr lang="en-AU" sz="1000" spc="13">
                <a:latin typeface="Roboto Light"/>
                <a:ea typeface="Roboto Light"/>
                <a:cs typeface="Lato"/>
              </a:rPr>
              <a:t>Maria is a skilled Data Engineer and holds great experience in bridging the gap between business and technology. She excels at collaborating with stakeholders to define business requirements, deliver innovative solutions, and ensure seamless data transformations and migrations.</a:t>
            </a:r>
            <a:endParaRPr lang="en-US" sz="1000" spc="13">
              <a:latin typeface="Roboto Light"/>
              <a:ea typeface="Roboto Light"/>
              <a:cs typeface="Lato"/>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1008919"/>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747849"/>
            <a:ext cx="1510046" cy="1892826"/>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Python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R</a:t>
            </a: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Tesnorflow</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Terraform</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Kubernetes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PySpark</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Tableau</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Databricks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GIT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Shell Scripting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Kafka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Java</a:t>
            </a: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414769"/>
            <a:ext cx="0" cy="1745874"/>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3580706"/>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6357423"/>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dirty="0">
                <a:solidFill>
                  <a:schemeClr val="bg1"/>
                </a:solidFill>
                <a:latin typeface="Roboto" panose="02000000000000000000" pitchFamily="2" charset="0"/>
                <a:ea typeface="Roboto" panose="02000000000000000000" pitchFamily="2" charset="0"/>
              </a:rPr>
              <a:t>Industry</a:t>
            </a:r>
          </a:p>
          <a:p>
            <a:r>
              <a:rPr lang="en-US" sz="1400" b="1" spc="388" dirty="0">
                <a:solidFill>
                  <a:schemeClr val="bg1"/>
                </a:solidFill>
                <a:latin typeface="Roboto" panose="02000000000000000000" pitchFamily="2" charset="0"/>
                <a:ea typeface="Roboto" panose="02000000000000000000" pitchFamily="2" charset="0"/>
              </a:rPr>
              <a:t>Experience</a:t>
            </a:r>
          </a:p>
        </p:txBody>
      </p:sp>
      <p:sp>
        <p:nvSpPr>
          <p:cNvPr id="175" name="TextBox 174">
            <a:extLst>
              <a:ext uri="{FF2B5EF4-FFF2-40B4-BE49-F238E27FC236}">
                <a16:creationId xmlns:a16="http://schemas.microsoft.com/office/drawing/2014/main" id="{B9775FC7-7124-8CCA-9B1C-7CCD7D3DF384}"/>
              </a:ext>
            </a:extLst>
          </p:cNvPr>
          <p:cNvSpPr txBox="1"/>
          <p:nvPr/>
        </p:nvSpPr>
        <p:spPr>
          <a:xfrm>
            <a:off x="8118489" y="1456630"/>
            <a:ext cx="1951941" cy="2000548"/>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Television &amp; Broadcasting</a:t>
            </a:r>
          </a:p>
          <a:p>
            <a:pPr marL="0" indent="0">
              <a:lnSpc>
                <a:spcPct val="150000"/>
              </a:lnSpc>
              <a:buNone/>
            </a:pPr>
            <a:r>
              <a:rPr lang="en-GB" sz="1200" dirty="0">
                <a:solidFill>
                  <a:srgbClr val="00AB80"/>
                </a:solidFill>
              </a:rPr>
              <a:t>Education</a:t>
            </a:r>
          </a:p>
          <a:p>
            <a:pPr marL="0" indent="0">
              <a:lnSpc>
                <a:spcPct val="150000"/>
              </a:lnSpc>
              <a:buNone/>
            </a:pPr>
            <a:r>
              <a:rPr lang="en-GB" sz="1200" dirty="0">
                <a:solidFill>
                  <a:srgbClr val="00AB80"/>
                </a:solidFill>
              </a:rPr>
              <a:t>Web Development</a:t>
            </a:r>
          </a:p>
          <a:p>
            <a:pPr marL="0" indent="0">
              <a:lnSpc>
                <a:spcPct val="150000"/>
              </a:lnSpc>
              <a:buNone/>
            </a:pPr>
            <a:r>
              <a:rPr lang="en-GB" sz="1200" dirty="0">
                <a:solidFill>
                  <a:srgbClr val="00AB80"/>
                </a:solidFill>
              </a:rPr>
              <a:t>Retail</a:t>
            </a:r>
          </a:p>
          <a:p>
            <a:pPr marL="0" indent="0">
              <a:lnSpc>
                <a:spcPct val="150000"/>
              </a:lnSpc>
              <a:buNone/>
            </a:pPr>
            <a:r>
              <a:rPr lang="en-GB" sz="1200" dirty="0">
                <a:solidFill>
                  <a:srgbClr val="00AB80"/>
                </a:solidFill>
              </a:rPr>
              <a:t>Programming </a:t>
            </a:r>
          </a:p>
          <a:p>
            <a:pPr marL="0" indent="0">
              <a:lnSpc>
                <a:spcPct val="150000"/>
              </a:lnSpc>
              <a:buNone/>
            </a:pPr>
            <a:r>
              <a:rPr lang="en-GB" sz="1200" dirty="0">
                <a:solidFill>
                  <a:srgbClr val="00AB80"/>
                </a:solidFill>
              </a:rPr>
              <a:t>Software</a:t>
            </a:r>
          </a:p>
          <a:p>
            <a:pPr marL="0" indent="0">
              <a:lnSpc>
                <a:spcPct val="150000"/>
              </a:lnSpc>
              <a:buNone/>
            </a:pPr>
            <a:r>
              <a:rPr lang="en-GB" sz="1200" dirty="0">
                <a:solidFill>
                  <a:srgbClr val="00AB80"/>
                </a:solidFill>
              </a:rPr>
              <a:t>FMCG</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796150"/>
            <a:ext cx="1951941" cy="3046988"/>
            <a:chOff x="8106458" y="2681447"/>
            <a:chExt cx="1951941" cy="3046988"/>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3046988"/>
            </a:xfrm>
            <a:prstGeom prst="rect">
              <a:avLst/>
            </a:prstGeom>
            <a:noFill/>
          </p:spPr>
          <p:txBody>
            <a:bodyPr wrap="square">
              <a:spAutoFit/>
            </a:bodyPr>
            <a:lstStyle/>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AU" sz="1200" dirty="0">
                  <a:solidFill>
                    <a:srgbClr val="00AB80"/>
                  </a:solidFill>
                  <a:latin typeface="Roboto Light" panose="02000000000000000000" pitchFamily="2" charset="0"/>
                </a:rPr>
                <a:t>Google Cloud | Certified Data Engineer</a:t>
              </a:r>
            </a:p>
            <a:p>
              <a:pPr>
                <a:tabLst>
                  <a:tab pos="3819525" algn="l"/>
                  <a:tab pos="3895725" algn="l"/>
                </a:tabLst>
              </a:pPr>
              <a:endParaRPr lang="en-AU" sz="1200" dirty="0">
                <a:solidFill>
                  <a:srgbClr val="00AB80"/>
                </a:solidFill>
                <a:latin typeface="Roboto Light" panose="02000000000000000000" pitchFamily="2" charset="0"/>
              </a:endParaRPr>
            </a:p>
            <a:p>
              <a:pPr>
                <a:tabLst>
                  <a:tab pos="3819525" algn="l"/>
                  <a:tab pos="3895725" algn="l"/>
                </a:tabLst>
              </a:pPr>
              <a:r>
                <a:rPr lang="en-AU" sz="1200" dirty="0">
                  <a:solidFill>
                    <a:srgbClr val="00AB80"/>
                  </a:solidFill>
                  <a:latin typeface="Roboto Light" panose="02000000000000000000" pitchFamily="2" charset="0"/>
                </a:rPr>
                <a:t>Google Cloud | Design in Vertex AI</a:t>
              </a:r>
            </a:p>
            <a:p>
              <a:pPr>
                <a:tabLst>
                  <a:tab pos="3819525" algn="l"/>
                  <a:tab pos="3895725" algn="l"/>
                </a:tabLst>
              </a:pPr>
              <a:endParaRPr lang="en-AU" sz="1200" dirty="0">
                <a:solidFill>
                  <a:srgbClr val="00AB80"/>
                </a:solidFill>
                <a:latin typeface="Roboto Light" panose="02000000000000000000" pitchFamily="2" charset="0"/>
              </a:endParaRPr>
            </a:p>
            <a:p>
              <a:pPr>
                <a:tabLst>
                  <a:tab pos="3819525" algn="l"/>
                  <a:tab pos="3895725" algn="l"/>
                </a:tabLst>
              </a:pPr>
              <a:r>
                <a:rPr lang="en-AU" sz="1200" dirty="0">
                  <a:solidFill>
                    <a:srgbClr val="00AB80"/>
                  </a:solidFill>
                  <a:latin typeface="Roboto Light" panose="02000000000000000000" pitchFamily="2" charset="0"/>
                </a:rPr>
                <a:t>Master </a:t>
              </a:r>
              <a:r>
                <a:rPr lang="en-GB" sz="1200" dirty="0">
                  <a:solidFill>
                    <a:srgbClr val="00AB80"/>
                  </a:solidFill>
                  <a:latin typeface="Roboto Light" panose="02000000000000000000" pitchFamily="2" charset="0"/>
                  <a:ea typeface="Calibri" panose="020F0502020204030204" pitchFamily="34" charset="0"/>
                </a:rPr>
                <a:t>– Data Science</a:t>
              </a:r>
            </a:p>
            <a:p>
              <a:pPr>
                <a:tabLst>
                  <a:tab pos="3819525" algn="l"/>
                  <a:tab pos="3895725" algn="l"/>
                </a:tabLst>
              </a:pPr>
              <a:r>
                <a:rPr lang="en-GB" sz="1200" dirty="0">
                  <a:solidFill>
                    <a:srgbClr val="00AB80"/>
                  </a:solidFill>
                  <a:latin typeface="Roboto Light" panose="02000000000000000000" pitchFamily="2" charset="0"/>
                </a:rPr>
                <a:t>Monash University</a:t>
              </a:r>
            </a:p>
            <a:p>
              <a:pPr>
                <a:tabLst>
                  <a:tab pos="3819525" algn="l"/>
                  <a:tab pos="3895725" algn="l"/>
                </a:tabLst>
              </a:pPr>
              <a:endParaRPr lang="en-GB" sz="1200" dirty="0">
                <a:solidFill>
                  <a:srgbClr val="00AB80"/>
                </a:solidFill>
                <a:latin typeface="Roboto Light" panose="02000000000000000000" pitchFamily="2"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a:t>
              </a:r>
              <a:r>
                <a:rPr lang="en-GB" sz="1200" dirty="0">
                  <a:solidFill>
                    <a:srgbClr val="00AB80"/>
                  </a:solidFill>
                  <a:latin typeface="Roboto Light" panose="02000000000000000000" pitchFamily="2" charset="0"/>
                  <a:ea typeface="Calibri" panose="020F0502020204030204" pitchFamily="34" charset="0"/>
                </a:rPr>
                <a:t> – International Economic Relations</a:t>
              </a:r>
            </a:p>
            <a:p>
              <a:pPr>
                <a:tabLst>
                  <a:tab pos="3819525" algn="l"/>
                  <a:tab pos="3895725" algn="l"/>
                </a:tabLst>
              </a:pPr>
              <a:r>
                <a:rPr lang="en-AU" sz="1200" dirty="0">
                  <a:solidFill>
                    <a:srgbClr val="00AB80"/>
                  </a:solidFill>
                  <a:latin typeface="Roboto Light" panose="02000000000000000000" pitchFamily="2" charset="0"/>
                </a:rPr>
                <a:t>Moscow State University of International Relations</a:t>
              </a:r>
              <a:endParaRPr lang="en-GB" sz="1200" dirty="0">
                <a:solidFill>
                  <a:srgbClr val="00AB80"/>
                </a:solidFill>
                <a:latin typeface="Roboto Light" panose="02000000000000000000" pitchFamily="2" charset="0"/>
              </a:endParaRP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p:txBody>
        </p:sp>
      </p:grpSp>
      <p:grpSp>
        <p:nvGrpSpPr>
          <p:cNvPr id="29" name="Group 28">
            <a:extLst>
              <a:ext uri="{FF2B5EF4-FFF2-40B4-BE49-F238E27FC236}">
                <a16:creationId xmlns:a16="http://schemas.microsoft.com/office/drawing/2014/main" id="{8CF0C399-CB6B-ECE9-F16C-B6354E9BF8DE}"/>
              </a:ext>
            </a:extLst>
          </p:cNvPr>
          <p:cNvGrpSpPr/>
          <p:nvPr/>
        </p:nvGrpSpPr>
        <p:grpSpPr>
          <a:xfrm>
            <a:off x="3335753" y="3245088"/>
            <a:ext cx="4770704" cy="2968174"/>
            <a:chOff x="3335753" y="3332766"/>
            <a:chExt cx="4770704" cy="2968174"/>
          </a:xfrm>
        </p:grpSpPr>
        <p:sp>
          <p:nvSpPr>
            <p:cNvPr id="2" name="TextBox 1">
              <a:extLst>
                <a:ext uri="{FF2B5EF4-FFF2-40B4-BE49-F238E27FC236}">
                  <a16:creationId xmlns:a16="http://schemas.microsoft.com/office/drawing/2014/main" id="{2FA774CA-3857-9308-4D38-9414B0CC2B95}"/>
                </a:ext>
              </a:extLst>
            </p:cNvPr>
            <p:cNvSpPr txBox="1"/>
            <p:nvPr/>
          </p:nvSpPr>
          <p:spPr>
            <a:xfrm>
              <a:off x="3335753" y="3332766"/>
              <a:ext cx="4770704" cy="461665"/>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Australian Tertiary Education Organisation – Data Engineer</a:t>
              </a:r>
            </a:p>
            <a:p>
              <a:endParaRPr lang="en-AU" sz="1200" b="1" dirty="0">
                <a:solidFill>
                  <a:srgbClr val="ED7D31"/>
                </a:solidFill>
                <a:latin typeface="Roboto" panose="02000000000000000000" pitchFamily="2" charset="0"/>
                <a:ea typeface="Roboto" panose="02000000000000000000" pitchFamily="2" charset="0"/>
              </a:endParaRPr>
            </a:p>
          </p:txBody>
        </p:sp>
        <p:grpSp>
          <p:nvGrpSpPr>
            <p:cNvPr id="163" name="Group 162">
              <a:extLst>
                <a:ext uri="{FF2B5EF4-FFF2-40B4-BE49-F238E27FC236}">
                  <a16:creationId xmlns:a16="http://schemas.microsoft.com/office/drawing/2014/main" id="{E52FDF9F-B084-9074-7DB9-539AD5456487}"/>
                </a:ext>
              </a:extLst>
            </p:cNvPr>
            <p:cNvGrpSpPr/>
            <p:nvPr/>
          </p:nvGrpSpPr>
          <p:grpSpPr>
            <a:xfrm>
              <a:off x="3428144" y="3592506"/>
              <a:ext cx="4607316" cy="2708434"/>
              <a:chOff x="5030740" y="2132322"/>
              <a:chExt cx="4921325" cy="2708434"/>
            </a:xfrm>
          </p:grpSpPr>
          <p:sp>
            <p:nvSpPr>
              <p:cNvPr id="10" name="TextBox 9">
                <a:extLst>
                  <a:ext uri="{FF2B5EF4-FFF2-40B4-BE49-F238E27FC236}">
                    <a16:creationId xmlns:a16="http://schemas.microsoft.com/office/drawing/2014/main" id="{06312B81-BCF1-2796-C112-3DBE0E02F483}"/>
                  </a:ext>
                </a:extLst>
              </p:cNvPr>
              <p:cNvSpPr txBox="1"/>
              <p:nvPr/>
            </p:nvSpPr>
            <p:spPr>
              <a:xfrm>
                <a:off x="5059474" y="2132322"/>
                <a:ext cx="4892591" cy="2708434"/>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dirty="0"/>
                  <a:t>Gathered business requirements from stakeholders to ensure alignment with project goals and migration objectives</a:t>
                </a:r>
              </a:p>
              <a:p>
                <a:r>
                  <a:rPr lang="en-AU" sz="1000" dirty="0"/>
                  <a:t>Conducted data analysis of the legacy research management system to identify data quality issues such as accuracy, completeness, and consistency before migration</a:t>
                </a:r>
              </a:p>
              <a:p>
                <a:r>
                  <a:rPr lang="en-AU" sz="1000" dirty="0"/>
                  <a:t>Developed stored procedures in MySQL to automate data transformation processes, improving efficiency and reducing manual intervention.</a:t>
                </a:r>
              </a:p>
              <a:p>
                <a:r>
                  <a:rPr lang="en-AU" sz="1000" dirty="0"/>
                  <a:t>Created new tables following Data Vault 2.0 methodology to ensure scalable, flexible, and auditable data models for the migrated data</a:t>
                </a:r>
              </a:p>
              <a:p>
                <a:r>
                  <a:rPr lang="en-AU" sz="1000" dirty="0"/>
                  <a:t>Transformed and cleaned data to meet business requirements, applying data quality principles to ensure the data was of high quality and fit for use</a:t>
                </a:r>
              </a:p>
              <a:p>
                <a:r>
                  <a:rPr lang="en-AU" sz="1000" dirty="0"/>
                  <a:t>Built a Python solution to match profiles of over 60,000 university members to their photos across multiple source systems, streamlining data accuracy and improving system integration</a:t>
                </a:r>
              </a:p>
              <a:p>
                <a:r>
                  <a:rPr lang="en-AU" sz="1000" dirty="0"/>
                  <a:t>Performed comprehensive quality assurance (QA) on migrated data, validating data integrity, completeness, and accuracy through rigorous testing and validation techniques.</a:t>
                </a:r>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5030740" y="2207483"/>
                <a:ext cx="0" cy="249532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grpSp>
      <p:sp>
        <p:nvSpPr>
          <p:cNvPr id="4" name="TextBox 3">
            <a:extLst>
              <a:ext uri="{FF2B5EF4-FFF2-40B4-BE49-F238E27FC236}">
                <a16:creationId xmlns:a16="http://schemas.microsoft.com/office/drawing/2014/main" id="{80F49B2F-21D4-F9EB-049F-717A10CB7D84}"/>
              </a:ext>
            </a:extLst>
          </p:cNvPr>
          <p:cNvSpPr txBox="1"/>
          <p:nvPr/>
        </p:nvSpPr>
        <p:spPr>
          <a:xfrm>
            <a:off x="146651" y="5747849"/>
            <a:ext cx="1510046" cy="23083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Google Cloud Platform</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Analytics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Science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Wrangling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Management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Visualisation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ML&amp;AI</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Software Engineering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Web Development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Big Data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Change Management</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dirty="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1042226"/>
            <a:ext cx="4599738" cy="276999"/>
          </a:xfrm>
          <a:prstGeom prst="rect">
            <a:avLst/>
          </a:prstGeom>
          <a:noFill/>
        </p:spPr>
        <p:txBody>
          <a:bodyPr wrap="square" rtlCol="0">
            <a:spAutoFit/>
          </a:bodyPr>
          <a:lstStyle/>
          <a:p>
            <a:r>
              <a:rPr lang="en-AU" sz="1200" b="1" dirty="0">
                <a:solidFill>
                  <a:srgbClr val="0059FF"/>
                </a:solidFill>
                <a:latin typeface="Roboto" panose="02000000000000000000" pitchFamily="2" charset="0"/>
                <a:ea typeface="Roboto" panose="02000000000000000000" pitchFamily="2" charset="0"/>
              </a:rPr>
              <a:t>Radio, Television &amp; Broadcasting Organisation – Data Engineer</a:t>
            </a:r>
          </a:p>
        </p:txBody>
      </p:sp>
      <p:sp>
        <p:nvSpPr>
          <p:cNvPr id="8" name="TextBox 7">
            <a:extLst>
              <a:ext uri="{FF2B5EF4-FFF2-40B4-BE49-F238E27FC236}">
                <a16:creationId xmlns:a16="http://schemas.microsoft.com/office/drawing/2014/main" id="{59FEB941-5146-6B10-4E4D-8A4ADE918AEF}"/>
              </a:ext>
            </a:extLst>
          </p:cNvPr>
          <p:cNvSpPr txBox="1"/>
          <p:nvPr/>
        </p:nvSpPr>
        <p:spPr>
          <a:xfrm>
            <a:off x="3463961" y="1328050"/>
            <a:ext cx="4517989" cy="1938992"/>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r>
              <a:rPr lang="en-AU" sz="1000" dirty="0">
                <a:solidFill>
                  <a:schemeClr val="bg1"/>
                </a:solidFill>
              </a:rPr>
              <a:t>Collaborated with stakeholders to gather and define business requirements for the development of the web application</a:t>
            </a:r>
          </a:p>
          <a:p>
            <a:r>
              <a:rPr lang="en-AU" sz="1000" dirty="0">
                <a:solidFill>
                  <a:schemeClr val="bg1"/>
                </a:solidFill>
              </a:rPr>
              <a:t>Conducted data analysis of tables in </a:t>
            </a:r>
            <a:r>
              <a:rPr lang="en-AU" sz="1000" dirty="0" err="1">
                <a:solidFill>
                  <a:schemeClr val="bg1"/>
                </a:solidFill>
              </a:rPr>
              <a:t>BigQuery</a:t>
            </a:r>
            <a:endParaRPr lang="en-AU" sz="1000" dirty="0">
              <a:solidFill>
                <a:schemeClr val="bg1"/>
              </a:solidFill>
            </a:endParaRPr>
          </a:p>
          <a:p>
            <a:r>
              <a:rPr lang="en-AU" sz="1000" dirty="0">
                <a:solidFill>
                  <a:schemeClr val="bg1"/>
                </a:solidFill>
              </a:rPr>
              <a:t>Transformed and cleansed data in </a:t>
            </a:r>
            <a:r>
              <a:rPr lang="en-AU" sz="1000" dirty="0" err="1">
                <a:solidFill>
                  <a:schemeClr val="bg1"/>
                </a:solidFill>
              </a:rPr>
              <a:t>BigQuery</a:t>
            </a:r>
            <a:r>
              <a:rPr lang="en-AU" sz="1000" dirty="0">
                <a:solidFill>
                  <a:schemeClr val="bg1"/>
                </a:solidFill>
              </a:rPr>
              <a:t> to meet business requirements, ensuring high data quality, consistency, and usability for downstream processes</a:t>
            </a:r>
          </a:p>
          <a:p>
            <a:r>
              <a:rPr lang="en-AU" sz="1000" dirty="0">
                <a:solidFill>
                  <a:schemeClr val="bg1"/>
                </a:solidFill>
              </a:rPr>
              <a:t>Implemented Vector Index search for multimodal and text embeddings, optimising data retrieval and enhancing the performance of machine learning and AI models</a:t>
            </a:r>
          </a:p>
          <a:p>
            <a:r>
              <a:rPr lang="en-AU" sz="1000" dirty="0">
                <a:solidFill>
                  <a:schemeClr val="bg1"/>
                </a:solidFill>
              </a:rPr>
              <a:t>Built interactive dashboards in Looker, displaying complex data into visually accessible insights, empowering stakeholders to improve decision-making</a:t>
            </a:r>
          </a:p>
          <a:p>
            <a:r>
              <a:rPr lang="en-AU" sz="1000" dirty="0">
                <a:solidFill>
                  <a:schemeClr val="bg1"/>
                </a:solidFill>
              </a:rPr>
              <a:t>Conducted quality assurance (QA) on data transformations</a:t>
            </a:r>
          </a:p>
        </p:txBody>
      </p:sp>
      <p:grpSp>
        <p:nvGrpSpPr>
          <p:cNvPr id="18" name="Group 17">
            <a:extLst>
              <a:ext uri="{FF2B5EF4-FFF2-40B4-BE49-F238E27FC236}">
                <a16:creationId xmlns:a16="http://schemas.microsoft.com/office/drawing/2014/main" id="{E0B3FDFC-4A78-346F-E1D4-E183BEB90A60}"/>
              </a:ext>
            </a:extLst>
          </p:cNvPr>
          <p:cNvGrpSpPr/>
          <p:nvPr/>
        </p:nvGrpSpPr>
        <p:grpSpPr>
          <a:xfrm>
            <a:off x="3428144" y="6382742"/>
            <a:ext cx="4584890" cy="1477328"/>
            <a:chOff x="5023753" y="4167998"/>
            <a:chExt cx="4757437" cy="1477328"/>
          </a:xfrm>
        </p:grpSpPr>
        <p:sp>
          <p:nvSpPr>
            <p:cNvPr id="19" name="TextBox 18">
              <a:extLst>
                <a:ext uri="{FF2B5EF4-FFF2-40B4-BE49-F238E27FC236}">
                  <a16:creationId xmlns:a16="http://schemas.microsoft.com/office/drawing/2014/main" id="{7513C49A-2DF2-8111-FED4-FC07A8EAD258}"/>
                </a:ext>
              </a:extLst>
            </p:cNvPr>
            <p:cNvSpPr txBox="1"/>
            <p:nvPr/>
          </p:nvSpPr>
          <p:spPr>
            <a:xfrm>
              <a:off x="5059474" y="4167998"/>
              <a:ext cx="4721716" cy="1477328"/>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dirty="0"/>
                <a:t>Maintained and supported a long-running, front-end react service used widely across the organisation</a:t>
              </a:r>
            </a:p>
            <a:p>
              <a:r>
                <a:rPr lang="en-AU" sz="1000" dirty="0"/>
                <a:t>Led a team of developers to implement a ‘chat bot’, that serves the company’s Google Chat users</a:t>
              </a:r>
            </a:p>
            <a:p>
              <a:r>
                <a:rPr lang="en-AU" sz="1000" dirty="0"/>
                <a:t>Collated and analysed employees’ pain-points to determine opportunities</a:t>
              </a:r>
            </a:p>
            <a:p>
              <a:r>
                <a:rPr lang="en-AU" sz="1000" dirty="0"/>
                <a:t>Developed a proof-of-concept to allow the client to participate in and become a member of the Open Banking initiative</a:t>
              </a:r>
            </a:p>
            <a:p>
              <a:r>
                <a:rPr lang="en-AU" sz="1000" dirty="0"/>
                <a:t>Facilitated security workshops, learning session on Agile best practices</a:t>
              </a:r>
            </a:p>
            <a:p>
              <a:pPr marL="0" indent="0">
                <a:buNone/>
              </a:pPr>
              <a:endParaRPr lang="en-AU" sz="1000" dirty="0"/>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5023753" y="4232948"/>
              <a:ext cx="0" cy="1192983"/>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12" name="TextBox 11">
            <a:extLst>
              <a:ext uri="{FF2B5EF4-FFF2-40B4-BE49-F238E27FC236}">
                <a16:creationId xmlns:a16="http://schemas.microsoft.com/office/drawing/2014/main" id="{B11E2A4C-14EF-31AA-4D03-774961082029}"/>
              </a:ext>
            </a:extLst>
          </p:cNvPr>
          <p:cNvSpPr txBox="1"/>
          <p:nvPr/>
        </p:nvSpPr>
        <p:spPr>
          <a:xfrm>
            <a:off x="250509" y="2796799"/>
            <a:ext cx="2868270" cy="2292294"/>
          </a:xfrm>
          <a:prstGeom prst="rect">
            <a:avLst/>
          </a:prstGeom>
          <a:noFill/>
        </p:spPr>
        <p:txBody>
          <a:bodyPr wrap="square" lIns="0" tIns="0" rIns="0" bIns="0" rtlCol="0" anchor="t">
            <a:spAutoFit/>
          </a:bodyPr>
          <a:lstStyle>
            <a:defPPr>
              <a:defRPr lang="en-US"/>
            </a:defPPr>
            <a:lvl1pPr>
              <a:lnSpc>
                <a:spcPts val="1500"/>
              </a:lnSpc>
              <a:defRPr sz="1000" spc="13">
                <a:latin typeface="Roboto Light" panose="02000000000000000000" pitchFamily="2" charset="0"/>
                <a:ea typeface="Roboto Light" panose="02000000000000000000" pitchFamily="2" charset="0"/>
                <a:cs typeface="Lato" panose="020F0502020204030203" pitchFamily="34" charset="0"/>
              </a:defRPr>
            </a:lvl1pPr>
          </a:lstStyle>
          <a:p>
            <a:r>
              <a:rPr lang="en-US" dirty="0"/>
              <a:t>Maria has been engaged on various Data Science projects where she has led by example and showcased her great technical skill using tech such as; Big Query, Looker </a:t>
            </a:r>
            <a:r>
              <a:rPr lang="en-AU" dirty="0"/>
              <a:t>R, Python, Terraform, Kubernetes, Data Vault &amp; Databricks</a:t>
            </a:r>
            <a:r>
              <a:rPr lang="en-US" dirty="0"/>
              <a:t>. Maria</a:t>
            </a:r>
            <a:r>
              <a:rPr lang="en-AU" dirty="0"/>
              <a:t> is an expert in designing dashboards that transform complex data into actionable insights, empowering stakeholders to make informed decisions. A great team player, Maria has outstanding; Intercultural &amp; Interpersonal Communication, Problem Solving, Leadership &amp; Critical Thinking Skills.</a:t>
            </a:r>
            <a:endParaRPr lang="en-US" dirty="0"/>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4C5190F-9B02-4E9B-BCBF-AB157974894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f93972-1964-4522-aa34-640805a01c3a"/>
    <ds:schemaRef ds:uri="e52cd9e7-35e5-4bd3-9cab-ca6a63c31e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BC6410C-B420-4127-9D32-DC600766FC34}">
  <ds:schemaRefs>
    <ds:schemaRef ds:uri="http://schemas.microsoft.com/sharepoint/v3/contenttype/forms"/>
  </ds:schemaRefs>
</ds:datastoreItem>
</file>

<file path=customXml/itemProps3.xml><?xml version="1.0" encoding="utf-8"?>
<ds:datastoreItem xmlns:ds="http://schemas.openxmlformats.org/officeDocument/2006/customXml" ds:itemID="{25D78DE8-CA0B-4723-AF37-2B344746F8D2}">
  <ds:schemaRefs>
    <ds:schemaRef ds:uri="e52cd9e7-35e5-4bd3-9cab-ca6a63c31e52"/>
    <ds:schemaRef ds:uri="http://purl.org/dc/terms/"/>
    <ds:schemaRef ds:uri="http://purl.org/dc/elements/1.1/"/>
    <ds:schemaRef ds:uri="http://schemas.microsoft.com/office/infopath/2007/PartnerControls"/>
    <ds:schemaRef ds:uri="http://schemas.openxmlformats.org/package/2006/metadata/core-properties"/>
    <ds:schemaRef ds:uri="http://schemas.microsoft.com/office/2006/documentManagement/types"/>
    <ds:schemaRef ds:uri="http://purl.org/dc/dcmitype/"/>
    <ds:schemaRef ds:uri="daf93972-1964-4522-aa34-640805a01c3a"/>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15589</TotalTime>
  <Words>575</Words>
  <Application>Microsoft Office PowerPoint</Application>
  <PresentationFormat>Custom</PresentationFormat>
  <Paragraphs>75</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93</cp:revision>
  <dcterms:created xsi:type="dcterms:W3CDTF">2019-12-03T01:50:37Z</dcterms:created>
  <dcterms:modified xsi:type="dcterms:W3CDTF">2024-11-19T04:46:08Z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