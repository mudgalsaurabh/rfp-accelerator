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7"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A93584"/>
    <a:srgbClr val="C83E9B"/>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B645E0-4302-DD3A-1729-EC710BEAC943}" v="5624" dt="2025-07-21T04:07:17.879"/>
    <p1510:client id="{8A24317A-A3F5-4599-B31C-9D55206CAD95}" v="259" dt="2025-07-21T04:49:45.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y Ly" userId="S::thuy.ly@intelia.com.au::611f5afa-03f2-40e4-bbe6-ef0fa762d19c" providerId="AD" clId="Web-{D46F9D69-6852-CB38-639E-B4531A32BF55}"/>
    <pc:docChg chg="addSld delSld">
      <pc:chgData name="Thuy Ly" userId="S::thuy.ly@intelia.com.au::611f5afa-03f2-40e4-bbe6-ef0fa762d19c" providerId="AD" clId="Web-{D46F9D69-6852-CB38-639E-B4531A32BF55}" dt="2024-08-09T00:03:14.621" v="1"/>
      <pc:docMkLst>
        <pc:docMk/>
      </pc:docMkLst>
      <pc:sldChg chg="add del replId">
        <pc:chgData name="Thuy Ly" userId="S::thuy.ly@intelia.com.au::611f5afa-03f2-40e4-bbe6-ef0fa762d19c" providerId="AD" clId="Web-{D46F9D69-6852-CB38-639E-B4531A32BF55}" dt="2024-08-09T00:03:14.621" v="1"/>
        <pc:sldMkLst>
          <pc:docMk/>
          <pc:sldMk cId="2209846413" sldId="277"/>
        </pc:sldMkLst>
      </pc:sldChg>
    </pc:docChg>
  </pc:docChgLst>
  <pc:docChgLst>
    <pc:chgData name="Guest User" userId="S::urn:spo:anon#0fa3c78561a5c40513f5c5a527f321a5428837dbc08acd407729ee2bf0a4eae2::" providerId="AD" clId="Web-{ACFB1100-7319-9D38-0A67-18C60D7AD1E8}"/>
    <pc:docChg chg="addSld delSld modSld">
      <pc:chgData name="Guest User" userId="S::urn:spo:anon#0fa3c78561a5c40513f5c5a527f321a5428837dbc08acd407729ee2bf0a4eae2::" providerId="AD" clId="Web-{ACFB1100-7319-9D38-0A67-18C60D7AD1E8}" dt="2023-12-05T04:09:00.560" v="1466" actId="14100"/>
      <pc:docMkLst>
        <pc:docMk/>
      </pc:docMkLst>
      <pc:sldChg chg="modSp del">
        <pc:chgData name="Guest User" userId="S::urn:spo:anon#0fa3c78561a5c40513f5c5a527f321a5428837dbc08acd407729ee2bf0a4eae2::" providerId="AD" clId="Web-{ACFB1100-7319-9D38-0A67-18C60D7AD1E8}" dt="2023-12-05T03:32:46.409" v="969"/>
        <pc:sldMkLst>
          <pc:docMk/>
          <pc:sldMk cId="3618352684" sldId="271"/>
        </pc:sldMkLst>
      </pc:sldChg>
      <pc:sldChg chg="addSp modSp add replId">
        <pc:chgData name="Guest User" userId="S::urn:spo:anon#0fa3c78561a5c40513f5c5a527f321a5428837dbc08acd407729ee2bf0a4eae2::" providerId="AD" clId="Web-{ACFB1100-7319-9D38-0A67-18C60D7AD1E8}" dt="2023-12-05T04:09:00.560" v="1466" actId="14100"/>
        <pc:sldMkLst>
          <pc:docMk/>
          <pc:sldMk cId="3434043859" sldId="272"/>
        </pc:sldMkLst>
      </pc:sldChg>
      <pc:sldChg chg="addSp delSp modSp del">
        <pc:chgData name="Guest User" userId="S::urn:spo:anon#0fa3c78561a5c40513f5c5a527f321a5428837dbc08acd407729ee2bf0a4eae2::" providerId="AD" clId="Web-{ACFB1100-7319-9D38-0A67-18C60D7AD1E8}" dt="2023-12-05T04:04:43.223" v="1453"/>
        <pc:sldMkLst>
          <pc:docMk/>
          <pc:sldMk cId="2519818748" sldId="273"/>
        </pc:sldMkLst>
      </pc:sldChg>
    </pc:docChg>
  </pc:docChgLst>
  <pc:docChgLst>
    <pc:chgData name="Guest User" userId="S::urn:spo:anon#0fa3c78561a5c40513f5c5a527f321a5428837dbc08acd407729ee2bf0a4eae2::" providerId="AD" clId="Web-{C14E8EAD-38AE-4AA6-8E22-8FF2C8EB72EB}"/>
    <pc:docChg chg="modSld">
      <pc:chgData name="Guest User" userId="S::urn:spo:anon#0fa3c78561a5c40513f5c5a527f321a5428837dbc08acd407729ee2bf0a4eae2::" providerId="AD" clId="Web-{C14E8EAD-38AE-4AA6-8E22-8FF2C8EB72EB}" dt="2023-12-04T05:21:50.823" v="3985" actId="20577"/>
      <pc:docMkLst>
        <pc:docMk/>
      </pc:docMkLst>
      <pc:sldChg chg="delSp modSp">
        <pc:chgData name="Guest User" userId="S::urn:spo:anon#0fa3c78561a5c40513f5c5a527f321a5428837dbc08acd407729ee2bf0a4eae2::" providerId="AD" clId="Web-{C14E8EAD-38AE-4AA6-8E22-8FF2C8EB72EB}" dt="2023-12-04T05:21:50.823" v="3985" actId="20577"/>
        <pc:sldMkLst>
          <pc:docMk/>
          <pc:sldMk cId="3618352684" sldId="271"/>
        </pc:sldMkLst>
      </pc:sldChg>
    </pc:docChg>
  </pc:docChgLst>
  <pc:docChgLst>
    <pc:chgData name="Thuy Ly" userId="S::thuy.ly@intelia.com.au::611f5afa-03f2-40e4-bbe6-ef0fa762d19c" providerId="AD" clId="Web-{6D890C20-6AA9-5F87-2F5D-FDE5405D186B}"/>
    <pc:docChg chg="modSld">
      <pc:chgData name="Thuy Ly" userId="S::thuy.ly@intelia.com.au::611f5afa-03f2-40e4-bbe6-ef0fa762d19c" providerId="AD" clId="Web-{6D890C20-6AA9-5F87-2F5D-FDE5405D186B}" dt="2024-08-09T04:26:52.950" v="47" actId="20577"/>
      <pc:docMkLst>
        <pc:docMk/>
      </pc:docMkLst>
      <pc:sldChg chg="modSp">
        <pc:chgData name="Thuy Ly" userId="S::thuy.ly@intelia.com.au::611f5afa-03f2-40e4-bbe6-ef0fa762d19c" providerId="AD" clId="Web-{6D890C20-6AA9-5F87-2F5D-FDE5405D186B}" dt="2024-08-09T04:26:52.950" v="47" actId="20577"/>
        <pc:sldMkLst>
          <pc:docMk/>
          <pc:sldMk cId="3370822121" sldId="276"/>
        </pc:sldMkLst>
      </pc:sldChg>
    </pc:docChg>
  </pc:docChgLst>
  <pc:docChgLst>
    <pc:chgData name="Thuy Ly" userId="S::thuy.ly@intelia.com.au::611f5afa-03f2-40e4-bbe6-ef0fa762d19c" providerId="AD" clId="Web-{10856CD3-358C-4D54-B964-FBCC9269DB8A}"/>
    <pc:docChg chg="modSld">
      <pc:chgData name="Thuy Ly" userId="S::thuy.ly@intelia.com.au::611f5afa-03f2-40e4-bbe6-ef0fa762d19c" providerId="AD" clId="Web-{10856CD3-358C-4D54-B964-FBCC9269DB8A}" dt="2023-12-12T23:09:24.684" v="6" actId="20577"/>
      <pc:docMkLst>
        <pc:docMk/>
      </pc:docMkLst>
      <pc:sldChg chg="modSp">
        <pc:chgData name="Thuy Ly" userId="S::thuy.ly@intelia.com.au::611f5afa-03f2-40e4-bbe6-ef0fa762d19c" providerId="AD" clId="Web-{10856CD3-358C-4D54-B964-FBCC9269DB8A}" dt="2023-12-12T23:09:24.684" v="6" actId="20577"/>
        <pc:sldMkLst>
          <pc:docMk/>
          <pc:sldMk cId="3434043859" sldId="272"/>
        </pc:sldMkLst>
      </pc:sldChg>
      <pc:sldChg chg="modSp">
        <pc:chgData name="Thuy Ly" userId="S::thuy.ly@intelia.com.au::611f5afa-03f2-40e4-bbe6-ef0fa762d19c" providerId="AD" clId="Web-{10856CD3-358C-4D54-B964-FBCC9269DB8A}" dt="2023-12-12T23:09:18.340" v="4" actId="20577"/>
        <pc:sldMkLst>
          <pc:docMk/>
          <pc:sldMk cId="952768189" sldId="273"/>
        </pc:sldMkLst>
      </pc:sldChg>
    </pc:docChg>
  </pc:docChgLst>
  <pc:docChgLst>
    <pc:chgData name="Guest User" userId="S::urn:spo:anon#0fa3c78561a5c40513f5c5a527f321a5428837dbc08acd407729ee2bf0a4eae2::" providerId="AD" clId="Web-{45B90B54-BADC-90AB-77AC-72F3C56623FC}"/>
    <pc:docChg chg="modSld">
      <pc:chgData name="Guest User" userId="S::urn:spo:anon#0fa3c78561a5c40513f5c5a527f321a5428837dbc08acd407729ee2bf0a4eae2::" providerId="AD" clId="Web-{45B90B54-BADC-90AB-77AC-72F3C56623FC}" dt="2023-12-05T22:42:14.693" v="29"/>
      <pc:docMkLst>
        <pc:docMk/>
      </pc:docMkLst>
      <pc:sldChg chg="modSp modNotes">
        <pc:chgData name="Guest User" userId="S::urn:spo:anon#0fa3c78561a5c40513f5c5a527f321a5428837dbc08acd407729ee2bf0a4eae2::" providerId="AD" clId="Web-{45B90B54-BADC-90AB-77AC-72F3C56623FC}" dt="2023-12-05T22:42:14.693" v="29"/>
        <pc:sldMkLst>
          <pc:docMk/>
          <pc:sldMk cId="3434043859" sldId="272"/>
        </pc:sldMkLst>
      </pc:sldChg>
    </pc:docChg>
  </pc:docChgLst>
  <pc:docChgLst>
    <pc:chgData name="Craig Lush" userId="S::craig.lush@intelia.com.au::6f0b063c-6ad3-425d-af8d-0024e667c774" providerId="AD" clId="Web-{76EFF4BF-9988-4D03-AAF8-56A4D8CD3B63}"/>
    <pc:docChg chg="modSld">
      <pc:chgData name="Craig Lush" userId="S::craig.lush@intelia.com.au::6f0b063c-6ad3-425d-af8d-0024e667c774" providerId="AD" clId="Web-{76EFF4BF-9988-4D03-AAF8-56A4D8CD3B63}" dt="2023-12-04T04:43:41.034" v="1" actId="1076"/>
      <pc:docMkLst>
        <pc:docMk/>
      </pc:docMkLst>
      <pc:sldChg chg="modSp">
        <pc:chgData name="Craig Lush" userId="S::craig.lush@intelia.com.au::6f0b063c-6ad3-425d-af8d-0024e667c774" providerId="AD" clId="Web-{76EFF4BF-9988-4D03-AAF8-56A4D8CD3B63}" dt="2023-12-04T04:43:41.034" v="1" actId="1076"/>
        <pc:sldMkLst>
          <pc:docMk/>
          <pc:sldMk cId="3618352684" sldId="271"/>
        </pc:sldMkLst>
      </pc:sldChg>
    </pc:docChg>
  </pc:docChgLst>
  <pc:docChgLst>
    <pc:chgData name="Darcy Roach" userId="ba676ee9-e9b4-49e8-a515-8077106c948d" providerId="ADAL" clId="{8A24317A-A3F5-4599-B31C-9D55206CAD95}"/>
    <pc:docChg chg="undo custSel addSld delSld modSld sldOrd">
      <pc:chgData name="Darcy Roach" userId="ba676ee9-e9b4-49e8-a515-8077106c948d" providerId="ADAL" clId="{8A24317A-A3F5-4599-B31C-9D55206CAD95}" dt="2025-07-21T04:49:45.870" v="669" actId="47"/>
      <pc:docMkLst>
        <pc:docMk/>
      </pc:docMkLst>
      <pc:sldChg chg="ord">
        <pc:chgData name="Darcy Roach" userId="ba676ee9-e9b4-49e8-a515-8077106c948d" providerId="ADAL" clId="{8A24317A-A3F5-4599-B31C-9D55206CAD95}" dt="2024-07-15T00:55:29.561" v="1"/>
        <pc:sldMkLst>
          <pc:docMk/>
          <pc:sldMk cId="952768189" sldId="273"/>
        </pc:sldMkLst>
      </pc:sldChg>
      <pc:sldChg chg="addSp delSp modSp new mod setBg">
        <pc:chgData name="Darcy Roach" userId="ba676ee9-e9b4-49e8-a515-8077106c948d" providerId="ADAL" clId="{8A24317A-A3F5-4599-B31C-9D55206CAD95}" dt="2024-07-15T23:10:44.831" v="199" actId="14100"/>
        <pc:sldMkLst>
          <pc:docMk/>
          <pc:sldMk cId="1122343534" sldId="274"/>
        </pc:sldMkLst>
      </pc:sldChg>
      <pc:sldChg chg="modSp mod">
        <pc:chgData name="Darcy Roach" userId="ba676ee9-e9b4-49e8-a515-8077106c948d" providerId="ADAL" clId="{8A24317A-A3F5-4599-B31C-9D55206CAD95}" dt="2024-08-08T23:40:21.968" v="201" actId="1035"/>
        <pc:sldMkLst>
          <pc:docMk/>
          <pc:sldMk cId="3370822121" sldId="276"/>
        </pc:sldMkLst>
      </pc:sldChg>
      <pc:sldChg chg="addSp delSp modSp add mod ord modNotesTx">
        <pc:chgData name="Darcy Roach" userId="ba676ee9-e9b4-49e8-a515-8077106c948d" providerId="ADAL" clId="{8A24317A-A3F5-4599-B31C-9D55206CAD95}" dt="2025-07-21T04:49:40.357" v="668" actId="1035"/>
        <pc:sldMkLst>
          <pc:docMk/>
          <pc:sldMk cId="2259093609" sldId="277"/>
        </pc:sldMkLst>
        <pc:spChg chg="mod">
          <ac:chgData name="Darcy Roach" userId="ba676ee9-e9b4-49e8-a515-8077106c948d" providerId="ADAL" clId="{8A24317A-A3F5-4599-B31C-9D55206CAD95}" dt="2025-07-21T04:48:10.550" v="643" actId="1076"/>
          <ac:spMkLst>
            <pc:docMk/>
            <pc:sldMk cId="2259093609" sldId="277"/>
            <ac:spMk id="2" creationId="{2FA774CA-3857-9308-4D38-9414B0CC2B95}"/>
          </ac:spMkLst>
        </pc:spChg>
        <pc:spChg chg="mod">
          <ac:chgData name="Darcy Roach" userId="ba676ee9-e9b4-49e8-a515-8077106c948d" providerId="ADAL" clId="{8A24317A-A3F5-4599-B31C-9D55206CAD95}" dt="2025-07-21T04:38:36.686" v="471" actId="20577"/>
          <ac:spMkLst>
            <pc:docMk/>
            <pc:sldMk cId="2259093609" sldId="277"/>
            <ac:spMk id="6" creationId="{701E125D-B356-8A2A-B86B-AB6567CEABE1}"/>
          </ac:spMkLst>
        </pc:spChg>
        <pc:spChg chg="del mod">
          <ac:chgData name="Darcy Roach" userId="ba676ee9-e9b4-49e8-a515-8077106c948d" providerId="ADAL" clId="{8A24317A-A3F5-4599-B31C-9D55206CAD95}" dt="2025-07-21T04:36:52.546" v="435" actId="21"/>
          <ac:spMkLst>
            <pc:docMk/>
            <pc:sldMk cId="2259093609" sldId="277"/>
            <ac:spMk id="9" creationId="{FC1E3E96-4B11-5242-E07F-7D9FDDBB0190}"/>
          </ac:spMkLst>
        </pc:spChg>
        <pc:spChg chg="del topLvl">
          <ac:chgData name="Darcy Roach" userId="ba676ee9-e9b4-49e8-a515-8077106c948d" providerId="ADAL" clId="{8A24317A-A3F5-4599-B31C-9D55206CAD95}" dt="2025-07-21T04:36:56.180" v="436" actId="478"/>
          <ac:spMkLst>
            <pc:docMk/>
            <pc:sldMk cId="2259093609" sldId="277"/>
            <ac:spMk id="10" creationId="{06312B81-BCF1-2796-C112-3DBE0E02F483}"/>
          </ac:spMkLst>
        </pc:spChg>
        <pc:spChg chg="add mod">
          <ac:chgData name="Darcy Roach" userId="ba676ee9-e9b4-49e8-a515-8077106c948d" providerId="ADAL" clId="{8A24317A-A3F5-4599-B31C-9D55206CAD95}" dt="2025-07-21T04:48:10.550" v="643" actId="1076"/>
          <ac:spMkLst>
            <pc:docMk/>
            <pc:sldMk cId="2259093609" sldId="277"/>
            <ac:spMk id="12" creationId="{FC1E3E96-4B11-5242-E07F-7D9FDDBB0190}"/>
          </ac:spMkLst>
        </pc:spChg>
        <pc:spChg chg="add mod">
          <ac:chgData name="Darcy Roach" userId="ba676ee9-e9b4-49e8-a515-8077106c948d" providerId="ADAL" clId="{8A24317A-A3F5-4599-B31C-9D55206CAD95}" dt="2025-07-21T04:48:20.912" v="645" actId="14100"/>
          <ac:spMkLst>
            <pc:docMk/>
            <pc:sldMk cId="2259093609" sldId="277"/>
            <ac:spMk id="18" creationId="{FE7A385D-CABE-3BBC-21CF-A928BBD045CB}"/>
          </ac:spMkLst>
        </pc:spChg>
        <pc:spChg chg="mod">
          <ac:chgData name="Darcy Roach" userId="ba676ee9-e9b4-49e8-a515-8077106c948d" providerId="ADAL" clId="{8A24317A-A3F5-4599-B31C-9D55206CAD95}" dt="2025-07-21T04:49:40.357" v="668" actId="1035"/>
          <ac:spMkLst>
            <pc:docMk/>
            <pc:sldMk cId="2259093609" sldId="277"/>
            <ac:spMk id="24" creationId="{AEEFD1BD-7595-6B77-9345-D36130E5BA56}"/>
          </ac:spMkLst>
        </pc:spChg>
        <pc:spChg chg="mod">
          <ac:chgData name="Darcy Roach" userId="ba676ee9-e9b4-49e8-a515-8077106c948d" providerId="ADAL" clId="{8A24317A-A3F5-4599-B31C-9D55206CAD95}" dt="2025-07-21T04:49:40.357" v="668" actId="1035"/>
          <ac:spMkLst>
            <pc:docMk/>
            <pc:sldMk cId="2259093609" sldId="277"/>
            <ac:spMk id="29" creationId="{E0EFCD70-F338-2EF9-9E8A-B676453BCDE5}"/>
          </ac:spMkLst>
        </pc:spChg>
        <pc:grpChg chg="del">
          <ac:chgData name="Darcy Roach" userId="ba676ee9-e9b4-49e8-a515-8077106c948d" providerId="ADAL" clId="{8A24317A-A3F5-4599-B31C-9D55206CAD95}" dt="2025-07-21T04:36:56.180" v="436" actId="478"/>
          <ac:grpSpMkLst>
            <pc:docMk/>
            <pc:sldMk cId="2259093609" sldId="277"/>
            <ac:grpSpMk id="163" creationId="{E52FDF9F-B084-9074-7DB9-539AD5456487}"/>
          </ac:grpSpMkLst>
        </pc:grpChg>
        <pc:cxnChg chg="mod">
          <ac:chgData name="Darcy Roach" userId="ba676ee9-e9b4-49e8-a515-8077106c948d" providerId="ADAL" clId="{8A24317A-A3F5-4599-B31C-9D55206CAD95}" dt="2025-07-21T04:48:47.746" v="649" actId="1036"/>
          <ac:cxnSpMkLst>
            <pc:docMk/>
            <pc:sldMk cId="2259093609" sldId="277"/>
            <ac:cxnSpMk id="3" creationId="{67C34E10-2CF8-9BCA-1CC6-D78A3FF9CA80}"/>
          </ac:cxnSpMkLst>
        </pc:cxnChg>
        <pc:cxnChg chg="mod">
          <ac:chgData name="Darcy Roach" userId="ba676ee9-e9b4-49e8-a515-8077106c948d" providerId="ADAL" clId="{8A24317A-A3F5-4599-B31C-9D55206CAD95}" dt="2025-07-21T04:49:40.357" v="668" actId="1035"/>
          <ac:cxnSpMkLst>
            <pc:docMk/>
            <pc:sldMk cId="2259093609" sldId="277"/>
            <ac:cxnSpMk id="8" creationId="{08C73B92-D9A9-F1B4-D5A9-F05D0E48C2A5}"/>
          </ac:cxnSpMkLst>
        </pc:cxnChg>
        <pc:cxnChg chg="mod topLvl">
          <ac:chgData name="Darcy Roach" userId="ba676ee9-e9b4-49e8-a515-8077106c948d" providerId="ADAL" clId="{8A24317A-A3F5-4599-B31C-9D55206CAD95}" dt="2025-07-21T04:49:06.035" v="660" actId="1035"/>
          <ac:cxnSpMkLst>
            <pc:docMk/>
            <pc:sldMk cId="2259093609" sldId="277"/>
            <ac:cxnSpMk id="15" creationId="{F87F05F2-DA4C-4F55-A5D0-1887110DF155}"/>
          </ac:cxnSpMkLst>
        </pc:cxnChg>
      </pc:sldChg>
      <pc:sldChg chg="addSp delSp modSp new del mod setBg">
        <pc:chgData name="Darcy Roach" userId="ba676ee9-e9b4-49e8-a515-8077106c948d" providerId="ADAL" clId="{8A24317A-A3F5-4599-B31C-9D55206CAD95}" dt="2025-07-21T04:49:45.870" v="669" actId="47"/>
        <pc:sldMkLst>
          <pc:docMk/>
          <pc:sldMk cId="2659023964" sldId="278"/>
        </pc:sldMkLst>
        <pc:spChg chg="add mod">
          <ac:chgData name="Darcy Roach" userId="ba676ee9-e9b4-49e8-a515-8077106c948d" providerId="ADAL" clId="{8A24317A-A3F5-4599-B31C-9D55206CAD95}" dt="2025-07-21T04:35:22.405" v="426" actId="20577"/>
          <ac:spMkLst>
            <pc:docMk/>
            <pc:sldMk cId="2659023964" sldId="278"/>
            <ac:spMk id="3" creationId="{31EABA45-E52B-EF8D-AA50-EBB88FE90287}"/>
          </ac:spMkLst>
        </pc:spChg>
        <pc:spChg chg="add mod">
          <ac:chgData name="Darcy Roach" userId="ba676ee9-e9b4-49e8-a515-8077106c948d" providerId="ADAL" clId="{8A24317A-A3F5-4599-B31C-9D55206CAD95}" dt="2025-07-18T00:35:53.568" v="284" actId="20577"/>
          <ac:spMkLst>
            <pc:docMk/>
            <pc:sldMk cId="2659023964" sldId="278"/>
            <ac:spMk id="5" creationId="{EFCEE691-7305-8EEB-EDE4-31F3DF966CE0}"/>
          </ac:spMkLst>
        </pc:spChg>
        <pc:cxnChg chg="add mod">
          <ac:chgData name="Darcy Roach" userId="ba676ee9-e9b4-49e8-a515-8077106c948d" providerId="ADAL" clId="{8A24317A-A3F5-4599-B31C-9D55206CAD95}" dt="2025-07-21T04:35:31.426" v="427" actId="14100"/>
          <ac:cxnSpMkLst>
            <pc:docMk/>
            <pc:sldMk cId="2659023964" sldId="278"/>
            <ac:cxnSpMk id="4" creationId="{F2AEC07F-24FC-3AD0-056D-BBAAE1D5B741}"/>
          </ac:cxnSpMkLst>
        </pc:cxnChg>
      </pc:sldChg>
    </pc:docChg>
  </pc:docChgLst>
  <pc:docChgLst>
    <pc:chgData name="Thuy Ly" userId="S::thuy.ly@intelia.com.au::611f5afa-03f2-40e4-bbe6-ef0fa762d19c" providerId="AD" clId="Web-{B587AB1C-8B6E-7922-1F83-19C3E1DBCD11}"/>
    <pc:docChg chg="modSld">
      <pc:chgData name="Thuy Ly" userId="S::thuy.ly@intelia.com.au::611f5afa-03f2-40e4-bbe6-ef0fa762d19c" providerId="AD" clId="Web-{B587AB1C-8B6E-7922-1F83-19C3E1DBCD11}" dt="2024-07-15T23:26:27.948" v="930" actId="20577"/>
      <pc:docMkLst>
        <pc:docMk/>
      </pc:docMkLst>
      <pc:sldChg chg="modSp">
        <pc:chgData name="Thuy Ly" userId="S::thuy.ly@intelia.com.au::611f5afa-03f2-40e4-bbe6-ef0fa762d19c" providerId="AD" clId="Web-{B587AB1C-8B6E-7922-1F83-19C3E1DBCD11}" dt="2024-07-15T01:08:14.858" v="3" actId="20577"/>
        <pc:sldMkLst>
          <pc:docMk/>
          <pc:sldMk cId="3434043859" sldId="272"/>
        </pc:sldMkLst>
      </pc:sldChg>
      <pc:sldChg chg="modSp">
        <pc:chgData name="Thuy Ly" userId="S::thuy.ly@intelia.com.au::611f5afa-03f2-40e4-bbe6-ef0fa762d19c" providerId="AD" clId="Web-{B587AB1C-8B6E-7922-1F83-19C3E1DBCD11}" dt="2024-07-15T01:08:19.358" v="4" actId="20577"/>
        <pc:sldMkLst>
          <pc:docMk/>
          <pc:sldMk cId="952768189" sldId="273"/>
        </pc:sldMkLst>
      </pc:sldChg>
      <pc:sldChg chg="modSp">
        <pc:chgData name="Thuy Ly" userId="S::thuy.ly@intelia.com.au::611f5afa-03f2-40e4-bbe6-ef0fa762d19c" providerId="AD" clId="Web-{B587AB1C-8B6E-7922-1F83-19C3E1DBCD11}" dt="2024-07-15T23:26:27.948" v="930" actId="20577"/>
        <pc:sldMkLst>
          <pc:docMk/>
          <pc:sldMk cId="1122343534" sldId="274"/>
        </pc:sldMkLst>
      </pc:sldChg>
    </pc:docChg>
  </pc:docChgLst>
  <pc:docChgLst>
    <pc:chgData name="Andrew Nisbett" userId="2cdcd649-906d-48e9-836a-3bd72dc5b482" providerId="ADAL" clId="{1176205D-74DB-4D1B-A24B-7B7DAC8BADB2}"/>
    <pc:docChg chg="custSel modSld">
      <pc:chgData name="Andrew Nisbett" userId="2cdcd649-906d-48e9-836a-3bd72dc5b482" providerId="ADAL" clId="{1176205D-74DB-4D1B-A24B-7B7DAC8BADB2}" dt="2023-12-05T21:47:37.777" v="400" actId="6549"/>
      <pc:docMkLst>
        <pc:docMk/>
      </pc:docMkLst>
      <pc:sldChg chg="modSp mod">
        <pc:chgData name="Andrew Nisbett" userId="2cdcd649-906d-48e9-836a-3bd72dc5b482" providerId="ADAL" clId="{1176205D-74DB-4D1B-A24B-7B7DAC8BADB2}" dt="2023-12-05T21:47:37.777" v="400" actId="6549"/>
        <pc:sldMkLst>
          <pc:docMk/>
          <pc:sldMk cId="3434043859" sldId="272"/>
        </pc:sldMkLst>
      </pc:sldChg>
    </pc:docChg>
  </pc:docChgLst>
  <pc:docChgLst>
    <pc:chgData name="Thuy Ly" userId="S::thuy.ly@intelia.com.au::611f5afa-03f2-40e4-bbe6-ef0fa762d19c" providerId="AD" clId="Web-{967F8F97-C93F-6DB4-7E22-FB557313FE48}"/>
    <pc:docChg chg="modSld">
      <pc:chgData name="Thuy Ly" userId="S::thuy.ly@intelia.com.au::611f5afa-03f2-40e4-bbe6-ef0fa762d19c" providerId="AD" clId="Web-{967F8F97-C93F-6DB4-7E22-FB557313FE48}" dt="2024-12-06T05:21:56.950" v="159" actId="20577"/>
      <pc:docMkLst>
        <pc:docMk/>
      </pc:docMkLst>
      <pc:sldChg chg="modSp">
        <pc:chgData name="Thuy Ly" userId="S::thuy.ly@intelia.com.au::611f5afa-03f2-40e4-bbe6-ef0fa762d19c" providerId="AD" clId="Web-{967F8F97-C93F-6DB4-7E22-FB557313FE48}" dt="2024-12-06T05:21:56.950" v="159" actId="20577"/>
        <pc:sldMkLst>
          <pc:docMk/>
          <pc:sldMk cId="2259093609" sldId="277"/>
        </pc:sldMkLst>
      </pc:sldChg>
    </pc:docChg>
  </pc:docChgLst>
  <pc:docChgLst>
    <pc:chgData name="Thuy Ly" userId="S::thuy.ly@intelia.com.au::611f5afa-03f2-40e4-bbe6-ef0fa762d19c" providerId="AD" clId="Web-{494CC8F8-B3F3-0C30-12DD-7345109EC5D2}"/>
    <pc:docChg chg="delSld modSld">
      <pc:chgData name="Thuy Ly" userId="S::thuy.ly@intelia.com.au::611f5afa-03f2-40e4-bbe6-ef0fa762d19c" providerId="AD" clId="Web-{494CC8F8-B3F3-0C30-12DD-7345109EC5D2}" dt="2024-08-09T04:33:37.315" v="1" actId="20577"/>
      <pc:docMkLst>
        <pc:docMk/>
      </pc:docMkLst>
      <pc:sldChg chg="del">
        <pc:chgData name="Thuy Ly" userId="S::thuy.ly@intelia.com.au::611f5afa-03f2-40e4-bbe6-ef0fa762d19c" providerId="AD" clId="Web-{494CC8F8-B3F3-0C30-12DD-7345109EC5D2}" dt="2024-08-09T04:32:37.922" v="0"/>
        <pc:sldMkLst>
          <pc:docMk/>
          <pc:sldMk cId="1122343534" sldId="274"/>
        </pc:sldMkLst>
      </pc:sldChg>
      <pc:sldChg chg="modSp">
        <pc:chgData name="Thuy Ly" userId="S::thuy.ly@intelia.com.au::611f5afa-03f2-40e4-bbe6-ef0fa762d19c" providerId="AD" clId="Web-{494CC8F8-B3F3-0C30-12DD-7345109EC5D2}" dt="2024-08-09T04:33:37.315" v="1" actId="20577"/>
        <pc:sldMkLst>
          <pc:docMk/>
          <pc:sldMk cId="3370822121" sldId="276"/>
        </pc:sldMkLst>
      </pc:sldChg>
    </pc:docChg>
  </pc:docChgLst>
  <pc:docChgLst>
    <pc:chgData name="Thuy Ly" userId="S::thuy.ly@intelia.com.au::611f5afa-03f2-40e4-bbe6-ef0fa762d19c" providerId="AD" clId="Web-{77B645E0-4302-DD3A-1729-EC710BEAC943}"/>
    <pc:docChg chg="modSld">
      <pc:chgData name="Thuy Ly" userId="S::thuy.ly@intelia.com.au::611f5afa-03f2-40e4-bbe6-ef0fa762d19c" providerId="AD" clId="Web-{77B645E0-4302-DD3A-1729-EC710BEAC943}" dt="2025-07-21T04:07:17.863" v="2873" actId="20577"/>
      <pc:docMkLst>
        <pc:docMk/>
      </pc:docMkLst>
      <pc:sldChg chg="modSp">
        <pc:chgData name="Thuy Ly" userId="S::thuy.ly@intelia.com.au::611f5afa-03f2-40e4-bbe6-ef0fa762d19c" providerId="AD" clId="Web-{77B645E0-4302-DD3A-1729-EC710BEAC943}" dt="2025-07-21T04:07:17.863" v="2873" actId="20577"/>
        <pc:sldMkLst>
          <pc:docMk/>
          <pc:sldMk cId="2259093609" sldId="277"/>
        </pc:sldMkLst>
        <pc:spChg chg="mod">
          <ac:chgData name="Thuy Ly" userId="S::thuy.ly@intelia.com.au::611f5afa-03f2-40e4-bbe6-ef0fa762d19c" providerId="AD" clId="Web-{77B645E0-4302-DD3A-1729-EC710BEAC943}" dt="2025-07-21T04:07:17.863" v="2873" actId="20577"/>
          <ac:spMkLst>
            <pc:docMk/>
            <pc:sldMk cId="2259093609" sldId="277"/>
            <ac:spMk id="26" creationId="{1A3D666D-00C8-D106-73C3-9FF300F8618C}"/>
          </ac:spMkLst>
        </pc:spChg>
        <pc:spChg chg="mod">
          <ac:chgData name="Thuy Ly" userId="S::thuy.ly@intelia.com.au::611f5afa-03f2-40e4-bbe6-ef0fa762d19c" providerId="AD" clId="Web-{77B645E0-4302-DD3A-1729-EC710BEAC943}" dt="2025-07-21T04:05:27.534" v="2832" actId="20577"/>
          <ac:spMkLst>
            <pc:docMk/>
            <pc:sldMk cId="2259093609" sldId="277"/>
            <ac:spMk id="38" creationId="{AB47A2EE-BF0B-DB05-8B7C-DB6594B2B3D5}"/>
          </ac:spMkLst>
        </pc:spChg>
      </pc:sldChg>
      <pc:sldChg chg="modSp">
        <pc:chgData name="Thuy Ly" userId="S::thuy.ly@intelia.com.au::611f5afa-03f2-40e4-bbe6-ef0fa762d19c" providerId="AD" clId="Web-{77B645E0-4302-DD3A-1729-EC710BEAC943}" dt="2025-07-21T02:48:45.181" v="2772" actId="20577"/>
        <pc:sldMkLst>
          <pc:docMk/>
          <pc:sldMk cId="2659023964" sldId="278"/>
        </pc:sldMkLst>
        <pc:spChg chg="mod">
          <ac:chgData name="Thuy Ly" userId="S::thuy.ly@intelia.com.au::611f5afa-03f2-40e4-bbe6-ef0fa762d19c" providerId="AD" clId="Web-{77B645E0-4302-DD3A-1729-EC710BEAC943}" dt="2025-07-21T02:48:45.181" v="2772" actId="20577"/>
          <ac:spMkLst>
            <pc:docMk/>
            <pc:sldMk cId="2659023964" sldId="278"/>
            <ac:spMk id="3" creationId="{31EABA45-E52B-EF8D-AA50-EBB88FE90287}"/>
          </ac:spMkLst>
        </pc:spChg>
        <pc:spChg chg="mod">
          <ac:chgData name="Thuy Ly" userId="S::thuy.ly@intelia.com.au::611f5afa-03f2-40e4-bbe6-ef0fa762d19c" providerId="AD" clId="Web-{77B645E0-4302-DD3A-1729-EC710BEAC943}" dt="2025-07-20T23:43:03.623" v="15" actId="20577"/>
          <ac:spMkLst>
            <pc:docMk/>
            <pc:sldMk cId="2659023964" sldId="278"/>
            <ac:spMk id="5" creationId="{EFCEE691-7305-8EEB-EDE4-31F3DF966CE0}"/>
          </ac:spMkLst>
        </pc:spChg>
      </pc:sldChg>
    </pc:docChg>
  </pc:docChgLst>
  <pc:docChgLst>
    <pc:chgData name="Darcy Roach" userId="ba676ee9-e9b4-49e8-a515-8077106c948d" providerId="ADAL" clId="{C39456B4-A752-4440-8EBB-7ABD2F84E282}"/>
    <pc:docChg chg="undo custSel addSld modSld">
      <pc:chgData name="Darcy Roach" userId="ba676ee9-e9b4-49e8-a515-8077106c948d" providerId="ADAL" clId="{C39456B4-A752-4440-8EBB-7ABD2F84E282}" dt="2023-12-05T23:31:01.504" v="474" actId="478"/>
      <pc:docMkLst>
        <pc:docMk/>
      </pc:docMkLst>
      <pc:sldChg chg="modSp mod">
        <pc:chgData name="Darcy Roach" userId="ba676ee9-e9b4-49e8-a515-8077106c948d" providerId="ADAL" clId="{C39456B4-A752-4440-8EBB-7ABD2F84E282}" dt="2023-12-03T23:04:42.062" v="343" actId="20577"/>
        <pc:sldMkLst>
          <pc:docMk/>
          <pc:sldMk cId="3618352684" sldId="271"/>
        </pc:sldMkLst>
      </pc:sldChg>
      <pc:sldChg chg="addSp delSp modSp mod">
        <pc:chgData name="Darcy Roach" userId="ba676ee9-e9b4-49e8-a515-8077106c948d" providerId="ADAL" clId="{C39456B4-A752-4440-8EBB-7ABD2F84E282}" dt="2023-12-05T23:31:01.504" v="474" actId="478"/>
        <pc:sldMkLst>
          <pc:docMk/>
          <pc:sldMk cId="3434043859" sldId="272"/>
        </pc:sldMkLst>
      </pc:sldChg>
      <pc:sldChg chg="add">
        <pc:chgData name="Darcy Roach" userId="ba676ee9-e9b4-49e8-a515-8077106c948d" providerId="ADAL" clId="{C39456B4-A752-4440-8EBB-7ABD2F84E282}" dt="2023-12-05T23:30:57.676" v="473" actId="2890"/>
        <pc:sldMkLst>
          <pc:docMk/>
          <pc:sldMk cId="952768189" sldId="273"/>
        </pc:sldMkLst>
      </pc:sldChg>
      <pc:sldChg chg="addSp modSp add mod">
        <pc:chgData name="Darcy Roach" userId="ba676ee9-e9b4-49e8-a515-8077106c948d" providerId="ADAL" clId="{C39456B4-A752-4440-8EBB-7ABD2F84E282}" dt="2023-12-05T03:50:17.582" v="472" actId="1076"/>
        <pc:sldMkLst>
          <pc:docMk/>
          <pc:sldMk cId="2519818748" sldId="273"/>
        </pc:sldMkLst>
      </pc:sldChg>
    </pc:docChg>
  </pc:docChgLst>
  <pc:docChgLst>
    <pc:chgData name="Joel Collins" userId="d3ae1526-77cd-4d01-b42b-68ae1cb060b9" providerId="ADAL" clId="{09B22FA7-E234-491D-A3C3-E8557B170C4B}"/>
    <pc:docChg chg="delSld">
      <pc:chgData name="Joel Collins" userId="d3ae1526-77cd-4d01-b42b-68ae1cb060b9" providerId="ADAL" clId="{09B22FA7-E234-491D-A3C3-E8557B170C4B}" dt="2024-09-03T05:37:35.912" v="0" actId="47"/>
      <pc:docMkLst>
        <pc:docMk/>
      </pc:docMkLst>
      <pc:sldChg chg="del">
        <pc:chgData name="Joel Collins" userId="d3ae1526-77cd-4d01-b42b-68ae1cb060b9" providerId="ADAL" clId="{09B22FA7-E234-491D-A3C3-E8557B170C4B}" dt="2024-09-03T05:37:35.912" v="0" actId="47"/>
        <pc:sldMkLst>
          <pc:docMk/>
          <pc:sldMk cId="3370822121" sldId="276"/>
        </pc:sldMkLst>
      </pc:sldChg>
    </pc:docChg>
  </pc:docChgLst>
  <pc:docChgLst>
    <pc:chgData name="Barry Stoneham" userId="S::barry.stoneham@intelia.com.au::5f69c1b5-44f9-41a7-8703-12ffd697d239" providerId="AD" clId="Web-{6A562BED-38EE-4FA9-B4D1-4084A9BD5C18}"/>
    <pc:docChg chg="sldOrd">
      <pc:chgData name="Barry Stoneham" userId="S::barry.stoneham@intelia.com.au::5f69c1b5-44f9-41a7-8703-12ffd697d239" providerId="AD" clId="Web-{6A562BED-38EE-4FA9-B4D1-4084A9BD5C18}" dt="2024-08-08T05:04:29.798" v="0"/>
      <pc:docMkLst>
        <pc:docMk/>
      </pc:docMkLst>
      <pc:sldChg chg="ord">
        <pc:chgData name="Barry Stoneham" userId="S::barry.stoneham@intelia.com.au::5f69c1b5-44f9-41a7-8703-12ffd697d239" providerId="AD" clId="Web-{6A562BED-38EE-4FA9-B4D1-4084A9BD5C18}" dt="2024-08-08T05:04:29.798" v="0"/>
        <pc:sldMkLst>
          <pc:docMk/>
          <pc:sldMk cId="952768189" sldId="273"/>
        </pc:sldMkLst>
      </pc:sldChg>
    </pc:docChg>
  </pc:docChgLst>
  <pc:docChgLst>
    <pc:chgData name="Darcy Roach" userId="ba676ee9-e9b4-49e8-a515-8077106c948d" providerId="ADAL" clId="{48BD213B-E207-49D3-A855-3E860CFC2096}"/>
    <pc:docChg chg="modSld sldOrd">
      <pc:chgData name="Darcy Roach" userId="ba676ee9-e9b4-49e8-a515-8077106c948d" providerId="ADAL" clId="{48BD213B-E207-49D3-A855-3E860CFC2096}" dt="2023-12-12T23:05:59.614" v="2" actId="14826"/>
      <pc:docMkLst>
        <pc:docMk/>
      </pc:docMkLst>
      <pc:sldChg chg="modSp mod ord">
        <pc:chgData name="Darcy Roach" userId="ba676ee9-e9b4-49e8-a515-8077106c948d" providerId="ADAL" clId="{48BD213B-E207-49D3-A855-3E860CFC2096}" dt="2023-12-12T23:05:59.614" v="2" actId="14826"/>
        <pc:sldMkLst>
          <pc:docMk/>
          <pc:sldMk cId="952768189" sldId="273"/>
        </pc:sldMkLst>
      </pc:sldChg>
    </pc:docChg>
  </pc:docChgLst>
  <pc:docChgLst>
    <pc:chgData name="Thuy Ly" userId="S::thuy.ly@intelia.com.au::611f5afa-03f2-40e4-bbe6-ef0fa762d19c" providerId="AD" clId="Web-{CA6F461E-893D-F285-9160-2557027EBC49}"/>
    <pc:docChg chg="addSld delSld modSld sldOrd">
      <pc:chgData name="Thuy Ly" userId="S::thuy.ly@intelia.com.au::611f5afa-03f2-40e4-bbe6-ef0fa762d19c" providerId="AD" clId="Web-{CA6F461E-893D-F285-9160-2557027EBC49}" dt="2024-08-08T09:02:13.822" v="2030" actId="20577"/>
      <pc:docMkLst>
        <pc:docMk/>
      </pc:docMkLst>
      <pc:sldChg chg="modSp del">
        <pc:chgData name="Thuy Ly" userId="S::thuy.ly@intelia.com.au::611f5afa-03f2-40e4-bbe6-ef0fa762d19c" providerId="AD" clId="Web-{CA6F461E-893D-F285-9160-2557027EBC49}" dt="2024-08-08T07:10:00.235" v="410"/>
        <pc:sldMkLst>
          <pc:docMk/>
          <pc:sldMk cId="3434043859" sldId="272"/>
        </pc:sldMkLst>
      </pc:sldChg>
      <pc:sldChg chg="addSp delSp modSp del">
        <pc:chgData name="Thuy Ly" userId="S::thuy.ly@intelia.com.au::611f5afa-03f2-40e4-bbe6-ef0fa762d19c" providerId="AD" clId="Web-{CA6F461E-893D-F285-9160-2557027EBC49}" dt="2024-08-08T08:48:21.989" v="1917"/>
        <pc:sldMkLst>
          <pc:docMk/>
          <pc:sldMk cId="952768189" sldId="273"/>
        </pc:sldMkLst>
      </pc:sldChg>
      <pc:sldChg chg="addSp delSp modSp">
        <pc:chgData name="Thuy Ly" userId="S::thuy.ly@intelia.com.au::611f5afa-03f2-40e4-bbe6-ef0fa762d19c" providerId="AD" clId="Web-{CA6F461E-893D-F285-9160-2557027EBC49}" dt="2024-08-08T08:53:23.783" v="1974" actId="1076"/>
        <pc:sldMkLst>
          <pc:docMk/>
          <pc:sldMk cId="1122343534" sldId="274"/>
        </pc:sldMkLst>
      </pc:sldChg>
      <pc:sldChg chg="addSp delSp modSp add del ord replId">
        <pc:chgData name="Thuy Ly" userId="S::thuy.ly@intelia.com.au::611f5afa-03f2-40e4-bbe6-ef0fa762d19c" providerId="AD" clId="Web-{CA6F461E-893D-F285-9160-2557027EBC49}" dt="2024-08-08T08:52:51.844" v="1967"/>
        <pc:sldMkLst>
          <pc:docMk/>
          <pc:sldMk cId="3710449351" sldId="275"/>
        </pc:sldMkLst>
      </pc:sldChg>
      <pc:sldChg chg="modSp add ord replId">
        <pc:chgData name="Thuy Ly" userId="S::thuy.ly@intelia.com.au::611f5afa-03f2-40e4-bbe6-ef0fa762d19c" providerId="AD" clId="Web-{CA6F461E-893D-F285-9160-2557027EBC49}" dt="2024-08-08T09:02:13.822" v="2030" actId="20577"/>
        <pc:sldMkLst>
          <pc:docMk/>
          <pc:sldMk cId="3370822121"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741D1E5-3D7B-41A2-8C01-AD80659D184B}" type="datetimeFigureOut">
              <a:t>7/20/2025</a:t>
            </a:fld>
            <a:endParaRPr lang="en-US"/>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87DCA84-C9E8-4022-8CC0-A7C4345FD708}" type="slidenum">
              <a:t>‹#›</a:t>
            </a:fld>
            <a:endParaRPr lang="en-US"/>
          </a:p>
        </p:txBody>
      </p:sp>
    </p:spTree>
    <p:extLst>
      <p:ext uri="{BB962C8B-B14F-4D97-AF65-F5344CB8AC3E}">
        <p14:creationId xmlns:p14="http://schemas.microsoft.com/office/powerpoint/2010/main" val="202304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a:solidFill>
                  <a:srgbClr val="ED7D31"/>
                </a:solidFill>
                <a:latin typeface="Roboto"/>
                <a:ea typeface="+mn-lt"/>
                <a:cs typeface="+mn-lt"/>
              </a:rPr>
              <a:t>Australian Pay Compliance Specialists – Lead Business Analyst</a:t>
            </a:r>
            <a:endParaRPr lang="en-US" b="1">
              <a:latin typeface="Roboto"/>
              <a:ea typeface="+mn-lt"/>
              <a:cs typeface="+mn-lt"/>
            </a:endParaRPr>
          </a:p>
          <a:p>
            <a:pPr marL="171450" indent="-171450">
              <a:buFont typeface="Arial" panose="020B0604020202020204" pitchFamily="34" charset="0"/>
              <a:buChar char="•"/>
            </a:pPr>
            <a:r>
              <a:rPr lang="en-AU" sz="1200">
                <a:latin typeface="Roboto Light"/>
                <a:ea typeface="Roboto Light"/>
                <a:cs typeface="Roboto Light"/>
              </a:rPr>
              <a:t>Performed a hybrid technical BA and Scrum master role, driving and collaborating on the build of a new pay compliance product:</a:t>
            </a:r>
            <a:endParaRPr lang="en-US" sz="1200">
              <a:latin typeface="Roboto Light"/>
              <a:ea typeface="Roboto Light"/>
              <a:cs typeface="Roboto Light"/>
            </a:endParaRPr>
          </a:p>
          <a:p>
            <a:pPr marL="171450" indent="-171450">
              <a:buFont typeface="Arial" panose="020B0604020202020204" pitchFamily="34" charset="0"/>
              <a:buChar char="•"/>
            </a:pPr>
            <a:r>
              <a:rPr lang="en-AU" sz="1200">
                <a:latin typeface="Roboto Light"/>
                <a:ea typeface="Roboto Light"/>
                <a:cs typeface="Roboto Light"/>
              </a:rPr>
              <a:t>Led a team of software engineers, managed and prioritised the sprint backlog, and facilitated stand-ups, sprint planning and retrospectives.</a:t>
            </a:r>
          </a:p>
          <a:p>
            <a:pPr marL="171450" indent="-171450">
              <a:buFont typeface="Arial" panose="020B0604020202020204" pitchFamily="34" charset="0"/>
              <a:buChar char="•"/>
            </a:pPr>
            <a:r>
              <a:rPr lang="en-AU" sz="1200">
                <a:latin typeface="Roboto Light"/>
                <a:ea typeface="Roboto Light"/>
                <a:cs typeface="Roboto Light"/>
              </a:rPr>
              <a:t>Engaged with product, legal and technical teams to capture business scenarios, compliance requirements, and technical requirements.</a:t>
            </a:r>
          </a:p>
          <a:p>
            <a:pPr marL="171450" indent="-171450">
              <a:buFont typeface="Arial" panose="020B0604020202020204" pitchFamily="34" charset="0"/>
              <a:buChar char="•"/>
            </a:pPr>
            <a:r>
              <a:rPr lang="en-AU" sz="1200">
                <a:latin typeface="Roboto Light"/>
                <a:ea typeface="Roboto Light"/>
                <a:cs typeface="Roboto Light"/>
              </a:rPr>
              <a:t>Prepared data schemas, maintained data mapping artefacts, and reviewed &amp; approved configuration files.</a:t>
            </a:r>
            <a:endParaRPr lang="en-US" sz="1200">
              <a:latin typeface="Roboto Light"/>
              <a:cs typeface="Roboto Light"/>
            </a:endParaRPr>
          </a:p>
          <a:p>
            <a:pPr marL="171450" indent="-171450">
              <a:buFont typeface="Arial" panose="020B0604020202020204" pitchFamily="34" charset="0"/>
              <a:buChar char="•"/>
            </a:pPr>
            <a:r>
              <a:rPr lang="en-AU" sz="1200">
                <a:latin typeface="Roboto Light"/>
                <a:ea typeface="Roboto Light"/>
                <a:cs typeface="Roboto Light"/>
              </a:rPr>
              <a:t>Became one of the core Subject Matter Experts for Industry Awards and pay compliance conditions in a complex legal environment.</a:t>
            </a:r>
            <a:endParaRPr lang="en-US" sz="1200">
              <a:latin typeface="Roboto Light"/>
              <a:ea typeface="Roboto Light"/>
              <a:cs typeface="Roboto Light"/>
            </a:endParaRPr>
          </a:p>
          <a:p>
            <a:pPr marL="171450" indent="-171450">
              <a:buFont typeface="Arial" panose="020B0604020202020204" pitchFamily="34" charset="0"/>
              <a:buChar char="•"/>
            </a:pPr>
            <a:r>
              <a:rPr lang="en-AU" sz="1200">
                <a:latin typeface="Roboto Light"/>
                <a:ea typeface="Roboto Light"/>
                <a:cs typeface="Roboto Light"/>
              </a:rPr>
              <a:t>Defined a robust framework for onboarding new Awards onto the product, resulting in the acquisition of 3 new customers in one month.</a:t>
            </a:r>
            <a:endParaRPr lang="en-AU" sz="1200">
              <a:cs typeface="Roboto Light"/>
            </a:endParaRPr>
          </a:p>
          <a:p>
            <a:pPr marL="171450" indent="-171450">
              <a:buFont typeface="Arial" panose="020B0604020202020204" pitchFamily="34" charset="0"/>
              <a:buChar char="•"/>
            </a:pPr>
            <a:r>
              <a:rPr lang="en-AU" sz="1200">
                <a:latin typeface="Roboto Light"/>
                <a:ea typeface="Roboto Light"/>
                <a:cs typeface="Roboto Light"/>
              </a:rPr>
              <a:t>Expanded the product to support 17 Industry Awards.</a:t>
            </a:r>
            <a:endParaRPr lang="en-AU" sz="1200">
              <a:cs typeface="Roboto Light"/>
            </a:endParaRPr>
          </a:p>
          <a:p>
            <a:endParaRPr lang="en-US"/>
          </a:p>
          <a:p>
            <a:endParaRPr lang="en-US"/>
          </a:p>
          <a:p>
            <a:endParaRPr lang="en-US"/>
          </a:p>
          <a:p>
            <a:endParaRPr lang="en-US"/>
          </a:p>
          <a:p>
            <a:endParaRPr lang="en-US"/>
          </a:p>
          <a:p>
            <a:r>
              <a:rPr lang="en-US"/>
              <a:t>Facilitated data discovery workshops to understand the most-used and most-critical reports across different business functions and provide insights on the critical data domains.</a:t>
            </a:r>
            <a:br>
              <a:rPr lang="en-US">
                <a:cs typeface="+mn-lt"/>
              </a:rPr>
            </a:br>
            <a:r>
              <a:rPr lang="en-US"/>
              <a:t>Identify and drive priorities for the data strategy roadmap.</a:t>
            </a:r>
            <a:endParaRPr lang="en-US">
              <a:cs typeface="Calibri"/>
            </a:endParaRPr>
          </a:p>
        </p:txBody>
      </p:sp>
      <p:sp>
        <p:nvSpPr>
          <p:cNvPr id="4" name="Slide Number Placeholder 3"/>
          <p:cNvSpPr>
            <a:spLocks noGrp="1"/>
          </p:cNvSpPr>
          <p:nvPr>
            <p:ph type="sldNum" sz="quarter" idx="5"/>
          </p:nvPr>
        </p:nvSpPr>
        <p:spPr/>
        <p:txBody>
          <a:bodyPr/>
          <a:lstStyle/>
          <a:p>
            <a:fld id="{387DCA84-C9E8-4022-8CC0-A7C4345FD708}" type="slidenum">
              <a:t>1</a:t>
            </a:fld>
            <a:endParaRPr lang="en-US"/>
          </a:p>
        </p:txBody>
      </p:sp>
    </p:spTree>
    <p:extLst>
      <p:ext uri="{BB962C8B-B14F-4D97-AF65-F5344CB8AC3E}">
        <p14:creationId xmlns:p14="http://schemas.microsoft.com/office/powerpoint/2010/main" val="1821716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7/20/2025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A774CA-3857-9308-4D38-9414B0CC2B95}"/>
              </a:ext>
            </a:extLst>
          </p:cNvPr>
          <p:cNvSpPr txBox="1"/>
          <p:nvPr/>
        </p:nvSpPr>
        <p:spPr>
          <a:xfrm>
            <a:off x="3325686" y="3397835"/>
            <a:ext cx="4654415" cy="553998"/>
          </a:xfrm>
          <a:prstGeom prst="rect">
            <a:avLst/>
          </a:prstGeom>
          <a:noFill/>
        </p:spPr>
        <p:txBody>
          <a:bodyPr wrap="square" lIns="91440" tIns="45720" rIns="91440" bIns="45720" rtlCol="0" anchor="t">
            <a:spAutoFit/>
          </a:bodyPr>
          <a:lstStyle/>
          <a:p>
            <a:r>
              <a:rPr lang="en-AU" sz="1200" b="1">
                <a:solidFill>
                  <a:srgbClr val="ED7D31"/>
                </a:solidFill>
                <a:latin typeface="Roboto"/>
                <a:ea typeface="+mn-lt"/>
                <a:cs typeface="+mn-lt"/>
              </a:rPr>
              <a:t>Entertainment &amp; Gaming Organisation – Engagement Lead / BA</a:t>
            </a:r>
          </a:p>
          <a:p>
            <a:endParaRPr lang="en-US" b="1">
              <a:latin typeface="Roboto"/>
              <a:ea typeface="+mn-lt"/>
              <a:cs typeface="+mn-lt"/>
            </a:endParaRPr>
          </a:p>
        </p:txBody>
      </p:sp>
      <p:sp>
        <p:nvSpPr>
          <p:cNvPr id="29" name="TextBox 28">
            <a:extLst>
              <a:ext uri="{FF2B5EF4-FFF2-40B4-BE49-F238E27FC236}">
                <a16:creationId xmlns:a16="http://schemas.microsoft.com/office/drawing/2014/main" id="{E0EFCD70-F338-2EF9-9E8A-B676453BCDE5}"/>
              </a:ext>
            </a:extLst>
          </p:cNvPr>
          <p:cNvSpPr txBox="1"/>
          <p:nvPr/>
        </p:nvSpPr>
        <p:spPr>
          <a:xfrm>
            <a:off x="3451885" y="6176054"/>
            <a:ext cx="4636879" cy="1477328"/>
          </a:xfrm>
          <a:prstGeom prst="rect">
            <a:avLst/>
          </a:prstGeom>
          <a:noFill/>
        </p:spPr>
        <p:txBody>
          <a:bodyPr wrap="square" lIns="91440" tIns="45720" rIns="91440" bIns="45720" numCol="1" rtlCol="0" anchor="t">
            <a:spAutoFit/>
          </a:bodyPr>
          <a:lstStyle>
            <a:defPPr>
              <a:defRPr lang="en-US"/>
            </a:defPPr>
            <a:lvl1pPr indent="0">
              <a:buClr>
                <a:srgbClr val="00AB80"/>
              </a:buClr>
              <a:buFont typeface="Arial" panose="020B0604020202020204" pitchFamily="34" charset="0"/>
              <a:buNone/>
              <a:defRPr sz="1000">
                <a:solidFill>
                  <a:schemeClr val="bg1"/>
                </a:solidFill>
                <a:latin typeface="Roboto Light"/>
                <a:ea typeface="Roboto Light"/>
                <a:cs typeface="Roboto Light"/>
              </a:defRPr>
            </a:lvl1pPr>
          </a:lstStyle>
          <a:p>
            <a:pPr marL="171450" indent="-171450">
              <a:buFont typeface="Arial,Sans-Serif"/>
              <a:buChar char="•"/>
            </a:pPr>
            <a:r>
              <a:rPr lang="en-AU"/>
              <a:t>Conducted an enterprise-wide data review to provide the Data Management team with insights on what data is being used, which teams consume the data, frequency of reporting, business criticality of datasets, data quality issues &amp; pain-points, as well as a consolidated view of datasets across the organisation.</a:t>
            </a:r>
          </a:p>
          <a:p>
            <a:pPr marL="171450" indent="-171450">
              <a:buFont typeface="Arial,Sans-Serif"/>
              <a:buChar char="•"/>
            </a:pPr>
            <a:r>
              <a:rPr lang="en-AU"/>
              <a:t>Applied a weighted assessment across the data review outcomes to define a data strategy backed by reasonings discovered through the assessment.</a:t>
            </a:r>
          </a:p>
          <a:p>
            <a:pPr marL="171450" indent="-171450">
              <a:buFont typeface="Arial,Sans-Serif"/>
              <a:buChar char="•"/>
            </a:pPr>
            <a:r>
              <a:rPr lang="en-AU"/>
              <a:t>Presented findings in a comprehensive 'data discovery' report to the Leadership team, outlining a recommended data strategy and roadmap.</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Thuy</a:t>
            </a:r>
          </a:p>
          <a:p>
            <a:r>
              <a:rPr lang="en-US" sz="2800" b="1">
                <a:solidFill>
                  <a:srgbClr val="00AB80"/>
                </a:solidFill>
                <a:latin typeface="Roboto" panose="02000000000000000000" pitchFamily="2" charset="0"/>
                <a:ea typeface="Roboto" panose="02000000000000000000" pitchFamily="2" charset="0"/>
              </a:rPr>
              <a:t>Ly</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92375" y="1621110"/>
            <a:ext cx="2975711" cy="3231654"/>
          </a:xfrm>
          <a:prstGeom prst="rect">
            <a:avLst/>
          </a:prstGeom>
          <a:noFill/>
        </p:spPr>
        <p:txBody>
          <a:bodyPr wrap="square" lIns="0" tIns="0" rIns="0" bIns="0" rtlCol="0" anchor="t">
            <a:spAutoFit/>
          </a:bodyPr>
          <a:lstStyle/>
          <a:p>
            <a:r>
              <a:rPr lang="en-US" sz="1000" spc="13">
                <a:latin typeface="Roboto Light"/>
                <a:ea typeface="Roboto Light"/>
                <a:cs typeface="Calibri"/>
              </a:rPr>
              <a:t>Thuy is a highly skilled and experienced Business Analyst who enjoys the challenges of problem solving. She confidently engages with a broad range of stakeholders across business, product, technical, financial and legal domains.</a:t>
            </a:r>
          </a:p>
          <a:p>
            <a:endParaRPr lang="en-US" sz="1000" spc="13">
              <a:latin typeface="Roboto Light"/>
              <a:ea typeface="Roboto Light"/>
              <a:cs typeface="Calibri"/>
            </a:endParaRPr>
          </a:p>
          <a:p>
            <a:r>
              <a:rPr lang="en-US" sz="1000" spc="13">
                <a:latin typeface="Roboto Light"/>
                <a:ea typeface="+mn-lt"/>
                <a:cs typeface="+mn-lt"/>
              </a:rPr>
              <a:t>A keen analyst with experience on large-scale tech and data projects including data and platform migration, compliance and product development, operating within Agile and Waterfall delivery frameworks.</a:t>
            </a:r>
            <a:br>
              <a:rPr lang="en-US" sz="1000" spc="13">
                <a:latin typeface="Roboto Light"/>
                <a:ea typeface="Roboto Light"/>
                <a:cs typeface="Calibri"/>
              </a:rPr>
            </a:br>
            <a:endParaRPr lang="en-US" sz="1000" spc="13">
              <a:latin typeface="Roboto Light"/>
              <a:ea typeface="Roboto Light"/>
              <a:cs typeface="Calibri"/>
            </a:endParaRPr>
          </a:p>
          <a:p>
            <a:r>
              <a:rPr lang="en-US" sz="1000" spc="13">
                <a:latin typeface="Roboto Light"/>
                <a:ea typeface="Roboto Light"/>
                <a:cs typeface="Calibri"/>
              </a:rPr>
              <a:t>Thuy is known for her approachable and collaborative nature, fast learning, team leadership, and ability to communicate clearly. Her flexible character allows her to easily adapt to different teams and their style of working.</a:t>
            </a:r>
          </a:p>
          <a:p>
            <a:endParaRPr lang="en-US" sz="1000" spc="13">
              <a:latin typeface="Roboto Light"/>
              <a:ea typeface="Roboto Light"/>
              <a:cs typeface="Calibri"/>
            </a:endParaRPr>
          </a:p>
          <a:p>
            <a:r>
              <a:rPr lang="en-US" sz="1000" spc="13">
                <a:latin typeface="Roboto Light"/>
                <a:ea typeface="Roboto Light"/>
                <a:cs typeface="Calibri"/>
              </a:rPr>
              <a:t>Thuy presents with extremely high standards, a strong work ethic, and is passionate about enabling teams to evolve and become successful.</a:t>
            </a:r>
            <a:endParaRPr lang="en-AU" sz="1000" spc="13">
              <a:latin typeface="Roboto Light"/>
              <a:ea typeface="Roboto Light"/>
              <a:cs typeface="Calibri"/>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71232"/>
            <a:ext cx="3162388"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9073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57390" y="5276436"/>
            <a:ext cx="2991223" cy="23694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63790" y="5580234"/>
            <a:ext cx="1489909" cy="20313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a:latin typeface="Roboto Light"/>
                <a:ea typeface="Roboto Light"/>
                <a:cs typeface="Roboto Light"/>
              </a:rPr>
              <a:t>SQL</a:t>
            </a:r>
          </a:p>
          <a:p>
            <a:pPr marL="171450" indent="-171450">
              <a:buClr>
                <a:srgbClr val="00AB80"/>
              </a:buClr>
              <a:buFont typeface="Arial" panose="020B0604020202020204" pitchFamily="34" charset="0"/>
              <a:buChar char="•"/>
            </a:pPr>
            <a:r>
              <a:rPr lang="en-US" sz="900">
                <a:latin typeface="Roboto Light"/>
                <a:ea typeface="Roboto Light"/>
                <a:cs typeface="Roboto Light"/>
              </a:rPr>
              <a:t>GCP </a:t>
            </a:r>
            <a:r>
              <a:rPr lang="en-US" sz="900" err="1">
                <a:latin typeface="Roboto Light"/>
                <a:ea typeface="Roboto Light"/>
                <a:cs typeface="Roboto Light"/>
              </a:rPr>
              <a:t>BigQuery</a:t>
            </a:r>
            <a:endParaRPr lang="en-US" sz="900">
              <a:latin typeface="Roboto Light"/>
              <a:ea typeface="Roboto Light"/>
              <a:cs typeface="Roboto Light"/>
            </a:endParaRPr>
          </a:p>
          <a:p>
            <a:pPr marL="171450" indent="-171450">
              <a:buClr>
                <a:srgbClr val="00AB80"/>
              </a:buClr>
              <a:buFont typeface="Arial" panose="020B0604020202020204" pitchFamily="34" charset="0"/>
              <a:buChar char="•"/>
            </a:pPr>
            <a:r>
              <a:rPr lang="en-US" sz="900">
                <a:latin typeface="Roboto Light"/>
                <a:ea typeface="Roboto Light"/>
                <a:cs typeface="Roboto Light"/>
              </a:rPr>
              <a:t>GCP Looker</a:t>
            </a:r>
          </a:p>
          <a:p>
            <a:pPr marL="171450" indent="-171450">
              <a:buClr>
                <a:srgbClr val="00AB80"/>
              </a:buClr>
              <a:buFont typeface="Arial" panose="020B0604020202020204" pitchFamily="34" charset="0"/>
              <a:buChar char="•"/>
            </a:pPr>
            <a:r>
              <a:rPr lang="en-US" sz="900">
                <a:latin typeface="Roboto Light"/>
                <a:ea typeface="Roboto Light"/>
                <a:cs typeface="Roboto Light"/>
              </a:rPr>
              <a:t>Collibra data governance platform</a:t>
            </a:r>
          </a:p>
          <a:p>
            <a:pPr marL="171450" indent="-171450">
              <a:buClr>
                <a:srgbClr val="00AB80"/>
              </a:buClr>
              <a:buFont typeface="Arial" panose="020B0604020202020204" pitchFamily="34" charset="0"/>
              <a:buChar char="•"/>
            </a:pPr>
            <a:r>
              <a:rPr lang="en-US" sz="900">
                <a:latin typeface="Roboto Light"/>
                <a:ea typeface="Roboto Light"/>
                <a:cs typeface="Roboto Light"/>
              </a:rPr>
              <a:t>Alation data governance platform</a:t>
            </a:r>
          </a:p>
          <a:p>
            <a:pPr marL="171450" indent="-171450">
              <a:buClr>
                <a:srgbClr val="00AB80"/>
              </a:buClr>
              <a:buFont typeface="Arial" panose="020B0604020202020204" pitchFamily="34" charset="0"/>
              <a:buChar char="•"/>
            </a:pPr>
            <a:r>
              <a:rPr lang="en-US" sz="900">
                <a:latin typeface="Roboto Light"/>
                <a:ea typeface="Roboto Light"/>
                <a:cs typeface="Roboto Light"/>
              </a:rPr>
              <a:t>Excel</a:t>
            </a:r>
          </a:p>
          <a:p>
            <a:pPr marL="171450" indent="-171450">
              <a:buClr>
                <a:srgbClr val="00AB80"/>
              </a:buClr>
              <a:buFont typeface="Arial" panose="020B0604020202020204" pitchFamily="34" charset="0"/>
              <a:buChar char="•"/>
            </a:pPr>
            <a:r>
              <a:rPr lang="en-US" sz="900">
                <a:latin typeface="Roboto Light"/>
                <a:ea typeface="Roboto Light"/>
                <a:cs typeface="Roboto Light"/>
              </a:rPr>
              <a:t>Miro</a:t>
            </a:r>
          </a:p>
          <a:p>
            <a:pPr marL="171450" indent="-171450">
              <a:buClr>
                <a:srgbClr val="00AB80"/>
              </a:buClr>
              <a:buFont typeface="Arial" panose="020B0604020202020204" pitchFamily="34" charset="0"/>
              <a:buChar char="•"/>
            </a:pPr>
            <a:r>
              <a:rPr lang="en-US" sz="900">
                <a:latin typeface="Roboto Light"/>
                <a:ea typeface="Roboto Light"/>
                <a:cs typeface="Roboto Light"/>
              </a:rPr>
              <a:t>Visio, Draw.io</a:t>
            </a:r>
          </a:p>
          <a:p>
            <a:pPr marL="171450" indent="-171450">
              <a:buClr>
                <a:srgbClr val="00AB80"/>
              </a:buClr>
              <a:buFont typeface="Arial" panose="020B0604020202020204" pitchFamily="34" charset="0"/>
              <a:buChar char="•"/>
            </a:pPr>
            <a:r>
              <a:rPr lang="en-US" sz="900">
                <a:latin typeface="Roboto Light"/>
                <a:ea typeface="Roboto Light"/>
                <a:cs typeface="Roboto Light"/>
              </a:rPr>
              <a:t>Jira</a:t>
            </a:r>
          </a:p>
          <a:p>
            <a:pPr marL="171450" indent="-171450">
              <a:buClr>
                <a:srgbClr val="00AB80"/>
              </a:buClr>
              <a:buFont typeface="Arial" panose="020B0604020202020204" pitchFamily="34" charset="0"/>
              <a:buChar char="•"/>
            </a:pPr>
            <a:r>
              <a:rPr lang="en-US" sz="900">
                <a:latin typeface="Roboto Light"/>
                <a:ea typeface="Roboto Light"/>
                <a:cs typeface="Roboto Light"/>
              </a:rPr>
              <a:t>Confluence</a:t>
            </a:r>
          </a:p>
          <a:p>
            <a:pPr marL="171450" indent="-171450">
              <a:buClr>
                <a:srgbClr val="00AB80"/>
              </a:buClr>
              <a:buFont typeface="Arial" panose="020B0604020202020204" pitchFamily="34" charset="0"/>
              <a:buChar char="•"/>
            </a:pPr>
            <a:r>
              <a:rPr lang="en-US" sz="900">
                <a:latin typeface="Roboto Light"/>
                <a:ea typeface="Roboto Light"/>
                <a:cs typeface="Roboto Light"/>
              </a:rPr>
              <a:t>Notion</a:t>
            </a:r>
          </a:p>
          <a:p>
            <a:pPr marL="171450" indent="-171450">
              <a:buClr>
                <a:srgbClr val="00AB80"/>
              </a:buClr>
              <a:buFont typeface="Arial" panose="020B0604020202020204" pitchFamily="34" charset="0"/>
              <a:buChar char="•"/>
            </a:pPr>
            <a:r>
              <a:rPr lang="en-AU" sz="900">
                <a:latin typeface="Roboto Light"/>
                <a:ea typeface="+mn-lt"/>
                <a:cs typeface="+mn-lt"/>
              </a:rPr>
              <a:t>Agile methodologies</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flipH="1" flipV="1">
            <a:off x="1605296" y="5548211"/>
            <a:ext cx="0" cy="1943628"/>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43383" y="1346746"/>
            <a:ext cx="0" cy="185883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flipH="1">
            <a:off x="3450113" y="3727385"/>
            <a:ext cx="2442" cy="206142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28738"/>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59837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544182"/>
            <a:ext cx="1951941" cy="2862322"/>
            <a:chOff x="8106458" y="2681447"/>
            <a:chExt cx="1951941" cy="286232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862322"/>
            </a:xfrm>
            <a:prstGeom prst="rect">
              <a:avLst/>
            </a:prstGeom>
            <a:noFill/>
          </p:spPr>
          <p:txBody>
            <a:bodyPr wrap="square" lIns="91440" tIns="45720" rIns="91440" bIns="45720" anchor="t">
              <a:spAutoFit/>
            </a:bodyPr>
            <a:lstStyle/>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a:ea typeface="Calibri"/>
                  <a:cs typeface="Roboto Light"/>
                </a:rPr>
                <a:t>Google Cloud Certified – Cloud Digital Leader</a:t>
              </a:r>
              <a:endParaRPr lang="en-GB" sz="1200">
                <a:solidFill>
                  <a:srgbClr val="00AB80"/>
                </a:solidFill>
                <a:latin typeface="Roboto Light" panose="02000000000000000000" pitchFamily="2" charset="0"/>
                <a:ea typeface="Calibri"/>
                <a:cs typeface="Roboto Light"/>
              </a:endParaRPr>
            </a:p>
            <a:p>
              <a:pPr>
                <a:tabLst>
                  <a:tab pos="3819525" algn="l"/>
                  <a:tab pos="3895725" algn="l"/>
                </a:tabLst>
              </a:pPr>
              <a:endParaRPr lang="en-US"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a:solidFill>
                    <a:srgbClr val="00AB80"/>
                  </a:solidFill>
                  <a:latin typeface="Roboto Light"/>
                  <a:ea typeface="Calibri"/>
                  <a:cs typeface="Roboto Light"/>
                </a:rPr>
                <a:t>Collibra Certified – Data Steward</a:t>
              </a:r>
            </a:p>
            <a:p>
              <a:pPr>
                <a:tabLst>
                  <a:tab pos="3819525" algn="l"/>
                  <a:tab pos="3895725" algn="l"/>
                </a:tabLst>
              </a:pPr>
              <a:endParaRPr lang="en-US" sz="1200">
                <a:solidFill>
                  <a:srgbClr val="00AB80"/>
                </a:solidFill>
                <a:latin typeface="Roboto Light"/>
                <a:ea typeface="Calibri"/>
                <a:cs typeface="Roboto Light"/>
              </a:endParaRPr>
            </a:p>
            <a:p>
              <a:pPr>
                <a:tabLst>
                  <a:tab pos="3819525" algn="l"/>
                  <a:tab pos="3895725" algn="l"/>
                </a:tabLst>
              </a:pPr>
              <a:r>
                <a:rPr lang="en-US" sz="1200">
                  <a:solidFill>
                    <a:srgbClr val="00AB80"/>
                  </a:solidFill>
                  <a:latin typeface="Roboto Light"/>
                  <a:ea typeface="Calibri"/>
                  <a:cs typeface="Roboto Light"/>
                </a:rPr>
                <a:t>Alation Certified Professional – Data Governance</a:t>
              </a:r>
            </a:p>
            <a:p>
              <a:pPr>
                <a:tabLst>
                  <a:tab pos="3819525" algn="l"/>
                  <a:tab pos="3895725" algn="l"/>
                </a:tabLst>
              </a:pPr>
              <a:endParaRPr lang="en-US" sz="1200">
                <a:solidFill>
                  <a:srgbClr val="00AB80"/>
                </a:solidFill>
                <a:latin typeface="Roboto Light" panose="02000000000000000000" pitchFamily="2" charset="0"/>
                <a:ea typeface="Calibri" panose="020F0502020204030204" pitchFamily="34" charset="0"/>
                <a:cs typeface="Roboto Light" panose="02000000000000000000" pitchFamily="2" charset="0"/>
              </a:endParaRPr>
            </a:p>
            <a:p>
              <a:pPr>
                <a:tabLst>
                  <a:tab pos="3819525" algn="l"/>
                  <a:tab pos="3895725" algn="l"/>
                </a:tabLst>
              </a:pPr>
              <a:r>
                <a:rPr lang="en-US" sz="1200">
                  <a:solidFill>
                    <a:srgbClr val="00AB80"/>
                  </a:solidFill>
                  <a:latin typeface="Roboto Light"/>
                  <a:ea typeface="Calibri"/>
                  <a:cs typeface="Roboto Light"/>
                </a:rPr>
                <a:t>Bachelor Degree </a:t>
              </a:r>
              <a:r>
                <a:rPr lang="en-GB" sz="1200">
                  <a:solidFill>
                    <a:srgbClr val="00AB80"/>
                  </a:solidFill>
                  <a:latin typeface="Roboto Light"/>
                  <a:ea typeface="Calibri"/>
                  <a:cs typeface="Roboto Light"/>
                </a:rPr>
                <a:t>– Business Information Systems</a:t>
              </a:r>
              <a:endParaRPr lang="en-US" sz="1200">
                <a:solidFill>
                  <a:srgbClr val="00AB80"/>
                </a:solidFill>
                <a:latin typeface="Roboto Light" panose="02000000000000000000" pitchFamily="2" charset="0"/>
                <a:ea typeface="Calibri"/>
              </a:endParaRP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2306" y="5585586"/>
            <a:ext cx="1546640" cy="2067929"/>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a:latin typeface="Roboto Light"/>
                <a:ea typeface="Roboto Light"/>
                <a:cs typeface="Roboto Light"/>
              </a:rPr>
              <a:t>Business analysis</a:t>
            </a:r>
          </a:p>
          <a:p>
            <a:pPr marL="171450" indent="-171450">
              <a:buClr>
                <a:srgbClr val="00AB80"/>
              </a:buClr>
              <a:buFont typeface="Arial" panose="020B0604020202020204" pitchFamily="34" charset="0"/>
              <a:buChar char="•"/>
            </a:pPr>
            <a:r>
              <a:rPr lang="en-AU" sz="900">
                <a:latin typeface="Roboto Light"/>
                <a:ea typeface="Roboto Light"/>
                <a:cs typeface="Roboto Light"/>
              </a:rPr>
              <a:t>Data analysis and data mapping</a:t>
            </a:r>
          </a:p>
          <a:p>
            <a:pPr marL="171450" indent="-171450">
              <a:buClr>
                <a:srgbClr val="00AB80"/>
              </a:buClr>
              <a:buFont typeface="Arial" panose="020B0604020202020204" pitchFamily="34" charset="0"/>
              <a:buChar char="•"/>
            </a:pPr>
            <a:r>
              <a:rPr lang="en-AU" sz="900">
                <a:latin typeface="Roboto Light"/>
                <a:ea typeface="Roboto Light"/>
                <a:cs typeface="Roboto Light"/>
              </a:rPr>
              <a:t>Systems analysis</a:t>
            </a:r>
          </a:p>
          <a:p>
            <a:pPr marL="171450" indent="-171450">
              <a:buClr>
                <a:srgbClr val="00AB80"/>
              </a:buClr>
              <a:buFont typeface="Arial" panose="020B0604020202020204" pitchFamily="34" charset="0"/>
              <a:buChar char="•"/>
            </a:pPr>
            <a:r>
              <a:rPr lang="en-AU" sz="900">
                <a:latin typeface="Roboto Light"/>
                <a:ea typeface="Roboto Light"/>
                <a:cs typeface="Roboto Light"/>
              </a:rPr>
              <a:t>Process mapping</a:t>
            </a:r>
          </a:p>
          <a:p>
            <a:pPr marL="171450" indent="-171450">
              <a:buClr>
                <a:srgbClr val="00AB80"/>
              </a:buClr>
              <a:buFont typeface="Arial" panose="020B0604020202020204" pitchFamily="34" charset="0"/>
              <a:buChar char="•"/>
            </a:pPr>
            <a:r>
              <a:rPr lang="en-AU" sz="900">
                <a:latin typeface="Roboto Light"/>
                <a:ea typeface="Roboto Light"/>
                <a:cs typeface="Roboto Light"/>
              </a:rPr>
              <a:t>Business &amp; technical requirements</a:t>
            </a:r>
          </a:p>
          <a:p>
            <a:pPr marL="171450" indent="-171450">
              <a:buClr>
                <a:srgbClr val="00AB80"/>
              </a:buClr>
              <a:buFont typeface="Arial" panose="020B0604020202020204" pitchFamily="34" charset="0"/>
              <a:buChar char="•"/>
            </a:pPr>
            <a:r>
              <a:rPr lang="en-AU" sz="900">
                <a:latin typeface="Roboto Light"/>
                <a:ea typeface="Roboto Light"/>
                <a:cs typeface="Roboto Light"/>
              </a:rPr>
              <a:t>Problem solving</a:t>
            </a:r>
          </a:p>
          <a:p>
            <a:pPr marL="171450" indent="-171450">
              <a:buClr>
                <a:srgbClr val="00AB80"/>
              </a:buClr>
              <a:buFont typeface="Arial" panose="020B0604020202020204" pitchFamily="34" charset="0"/>
              <a:buChar char="•"/>
            </a:pPr>
            <a:r>
              <a:rPr lang="en-AU" sz="900">
                <a:latin typeface="Roboto Light"/>
                <a:ea typeface="Roboto Light"/>
                <a:cs typeface="Roboto Light"/>
              </a:rPr>
              <a:t>Written and verbal communication</a:t>
            </a:r>
          </a:p>
          <a:p>
            <a:pPr marL="171450" indent="-171450">
              <a:buClr>
                <a:srgbClr val="00AB80"/>
              </a:buClr>
              <a:buFont typeface="Arial" panose="020B0604020202020204" pitchFamily="34" charset="0"/>
              <a:buChar char="•"/>
            </a:pPr>
            <a:r>
              <a:rPr lang="en-AU" sz="900">
                <a:latin typeface="Roboto Light"/>
                <a:ea typeface="Roboto Light"/>
                <a:cs typeface="Roboto Light"/>
              </a:rPr>
              <a:t>Stakeholder management</a:t>
            </a:r>
          </a:p>
          <a:p>
            <a:pPr marL="171450" indent="-171450">
              <a:buClr>
                <a:srgbClr val="00AB80"/>
              </a:buClr>
              <a:buFont typeface="Arial" panose="020B0604020202020204" pitchFamily="34" charset="0"/>
              <a:buChar char="•"/>
            </a:pPr>
            <a:r>
              <a:rPr lang="en-AU" sz="900">
                <a:latin typeface="Roboto Light"/>
                <a:ea typeface="Roboto Light"/>
                <a:cs typeface="Roboto Light"/>
              </a:rPr>
              <a:t>Leadership</a:t>
            </a:r>
          </a:p>
          <a:p>
            <a:pPr marL="171450" indent="-171450">
              <a:buClr>
                <a:srgbClr val="00AB80"/>
              </a:buClr>
              <a:buFont typeface="Arial" panose="020B0604020202020204" pitchFamily="34" charset="0"/>
              <a:buChar char="•"/>
            </a:pPr>
            <a:r>
              <a:rPr lang="en-AU" sz="900">
                <a:latin typeface="Roboto Light"/>
                <a:ea typeface="Roboto Light"/>
                <a:cs typeface="Roboto Light"/>
              </a:rPr>
              <a:t>Client engagement</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70637"/>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44151"/>
            <a:ext cx="4894951" cy="461665"/>
          </a:xfrm>
          <a:prstGeom prst="rect">
            <a:avLst/>
          </a:prstGeom>
          <a:noFill/>
        </p:spPr>
        <p:txBody>
          <a:bodyPr wrap="square" lIns="91440" tIns="45720" rIns="91440" bIns="45720" rtlCol="0" anchor="t">
            <a:spAutoFit/>
          </a:bodyPr>
          <a:lstStyle/>
          <a:p>
            <a:r>
              <a:rPr lang="en-US" sz="1200" b="1">
                <a:solidFill>
                  <a:srgbClr val="0059FF"/>
                </a:solidFill>
                <a:latin typeface="Roboto"/>
                <a:ea typeface="Roboto"/>
                <a:cs typeface="Roboto"/>
              </a:rPr>
              <a:t>Leading Retail &amp; Logistics </a:t>
            </a:r>
            <a:r>
              <a:rPr lang="en-US" sz="1200" b="1" err="1">
                <a:solidFill>
                  <a:srgbClr val="0059FF"/>
                </a:solidFill>
                <a:latin typeface="Roboto"/>
                <a:ea typeface="Roboto"/>
                <a:cs typeface="Roboto"/>
              </a:rPr>
              <a:t>Organisation</a:t>
            </a:r>
            <a:r>
              <a:rPr lang="en-US" sz="1200" b="1">
                <a:solidFill>
                  <a:srgbClr val="0059FF"/>
                </a:solidFill>
                <a:latin typeface="Roboto"/>
                <a:ea typeface="Roboto"/>
                <a:cs typeface="Roboto"/>
              </a:rPr>
              <a:t> – Senior Business Analyst</a:t>
            </a:r>
          </a:p>
          <a:p>
            <a:endParaRPr lang="en-US" sz="1200" b="1">
              <a:solidFill>
                <a:srgbClr val="0059FF"/>
              </a:solidFill>
              <a:latin typeface="Roboto"/>
              <a:ea typeface="Roboto"/>
              <a:cs typeface="Roboto"/>
            </a:endParaRPr>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latin typeface="Roboto Light"/>
                <a:ea typeface="Roboto Light"/>
                <a:cs typeface="Roboto Light"/>
              </a:rPr>
              <a:t>Retail</a:t>
            </a:r>
            <a:br>
              <a:rPr lang="en-GB" sz="1200">
                <a:latin typeface="Roboto Light"/>
                <a:ea typeface="Roboto Light"/>
                <a:cs typeface="Roboto Light"/>
              </a:rPr>
            </a:br>
            <a:r>
              <a:rPr lang="en-GB" sz="1200">
                <a:solidFill>
                  <a:srgbClr val="00AB80"/>
                </a:solidFill>
                <a:latin typeface="Roboto Light"/>
                <a:ea typeface="Roboto Light"/>
                <a:cs typeface="Roboto Light"/>
              </a:rPr>
              <a:t>Energy</a:t>
            </a:r>
            <a:endParaRPr lang="en-GB" sz="1200">
              <a:latin typeface="Roboto Light"/>
              <a:ea typeface="Roboto Light"/>
              <a:cs typeface="Roboto Light"/>
            </a:endParaRPr>
          </a:p>
          <a:p>
            <a:pPr marL="0" indent="0">
              <a:lnSpc>
                <a:spcPct val="150000"/>
              </a:lnSpc>
              <a:buNone/>
            </a:pPr>
            <a:r>
              <a:rPr lang="en-GB" sz="1200">
                <a:solidFill>
                  <a:srgbClr val="00AB80"/>
                </a:solidFill>
                <a:latin typeface="Roboto Light"/>
                <a:ea typeface="Roboto Light"/>
                <a:cs typeface="Roboto Light"/>
              </a:rPr>
              <a:t>Superannuation</a:t>
            </a:r>
            <a:endParaRPr lang="en-GB" sz="1200">
              <a:solidFill>
                <a:srgbClr val="00AB80"/>
              </a:solidFill>
              <a:cs typeface="Roboto Light"/>
            </a:endParaRPr>
          </a:p>
          <a:p>
            <a:pPr marL="0" indent="0">
              <a:lnSpc>
                <a:spcPct val="150000"/>
              </a:lnSpc>
              <a:buNone/>
            </a:pPr>
            <a:r>
              <a:rPr lang="en-GB" sz="1200">
                <a:solidFill>
                  <a:srgbClr val="00AB80"/>
                </a:solidFill>
                <a:latin typeface="Roboto Light"/>
                <a:ea typeface="Roboto Light"/>
                <a:cs typeface="Roboto Light"/>
              </a:rPr>
              <a:t>Insurance</a:t>
            </a:r>
          </a:p>
          <a:p>
            <a:pPr marL="0" indent="0">
              <a:lnSpc>
                <a:spcPct val="150000"/>
              </a:lnSpc>
              <a:buNone/>
            </a:pPr>
            <a:r>
              <a:rPr lang="en-GB" sz="1200">
                <a:solidFill>
                  <a:srgbClr val="00AB80"/>
                </a:solidFill>
                <a:latin typeface="Roboto Light"/>
                <a:ea typeface="Roboto Light"/>
                <a:cs typeface="Roboto Light"/>
              </a:rPr>
              <a:t>Pay Compliance</a:t>
            </a:r>
            <a:endParaRPr lang="en-GB" sz="1200">
              <a:solidFill>
                <a:srgbClr val="00AB80"/>
              </a:solidFill>
              <a:cs typeface="Roboto Light"/>
            </a:endParaRPr>
          </a:p>
          <a:p>
            <a:pPr marL="0" indent="0">
              <a:lnSpc>
                <a:spcPct val="150000"/>
              </a:lnSpc>
              <a:buNone/>
            </a:pPr>
            <a:r>
              <a:rPr lang="en-GB" sz="1200">
                <a:solidFill>
                  <a:srgbClr val="00AB80"/>
                </a:solidFill>
                <a:latin typeface="Roboto Light"/>
                <a:ea typeface="Roboto Light"/>
                <a:cs typeface="Roboto Light"/>
              </a:rPr>
              <a:t>Legal and Compliance</a:t>
            </a:r>
            <a:endParaRPr lang="en-GB" sz="1200">
              <a:solidFill>
                <a:srgbClr val="00AB80"/>
              </a:solidFill>
              <a:cs typeface="Roboto Light"/>
            </a:endParaRPr>
          </a:p>
        </p:txBody>
      </p:sp>
      <p:cxnSp>
        <p:nvCxnSpPr>
          <p:cNvPr id="8" name="Straight Connector 7">
            <a:extLst>
              <a:ext uri="{FF2B5EF4-FFF2-40B4-BE49-F238E27FC236}">
                <a16:creationId xmlns:a16="http://schemas.microsoft.com/office/drawing/2014/main" id="{08C73B92-D9A9-F1B4-D5A9-F05D0E48C2A5}"/>
              </a:ext>
            </a:extLst>
          </p:cNvPr>
          <p:cNvCxnSpPr>
            <a:cxnSpLocks/>
          </p:cNvCxnSpPr>
          <p:nvPr/>
        </p:nvCxnSpPr>
        <p:spPr>
          <a:xfrm>
            <a:off x="3452557" y="6260138"/>
            <a:ext cx="12206" cy="128858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EEFD1BD-7595-6B77-9345-D36130E5BA56}"/>
              </a:ext>
            </a:extLst>
          </p:cNvPr>
          <p:cNvSpPr txBox="1"/>
          <p:nvPr/>
        </p:nvSpPr>
        <p:spPr>
          <a:xfrm>
            <a:off x="3314973" y="5946184"/>
            <a:ext cx="4629962" cy="276999"/>
          </a:xfrm>
          <a:prstGeom prst="rect">
            <a:avLst/>
          </a:prstGeom>
          <a:noFill/>
        </p:spPr>
        <p:txBody>
          <a:bodyPr wrap="square" lIns="91440" tIns="45720" rIns="91440" bIns="45720" anchor="t">
            <a:spAutoFit/>
          </a:bodyPr>
          <a:lstStyle/>
          <a:p>
            <a:r>
              <a:rPr lang="en-AU" sz="1200" b="1">
                <a:solidFill>
                  <a:srgbClr val="A93584"/>
                </a:solidFill>
                <a:latin typeface="Roboto"/>
                <a:ea typeface="Roboto"/>
                <a:cs typeface="Roboto"/>
              </a:rPr>
              <a:t>Australian Energy Organisation – Lead Business Analyst</a:t>
            </a:r>
            <a:endParaRPr lang="en-US">
              <a:ea typeface="Roboto"/>
              <a:cs typeface="Roboto"/>
            </a:endParaRPr>
          </a:p>
        </p:txBody>
      </p:sp>
      <p:sp>
        <p:nvSpPr>
          <p:cNvPr id="12" name="TextBox 11">
            <a:extLst>
              <a:ext uri="{FF2B5EF4-FFF2-40B4-BE49-F238E27FC236}">
                <a16:creationId xmlns:a16="http://schemas.microsoft.com/office/drawing/2014/main" id="{FC1E3E96-4B11-5242-E07F-7D9FDDBB0190}"/>
              </a:ext>
            </a:extLst>
          </p:cNvPr>
          <p:cNvSpPr txBox="1"/>
          <p:nvPr/>
        </p:nvSpPr>
        <p:spPr>
          <a:xfrm>
            <a:off x="3484981" y="3636043"/>
            <a:ext cx="4436023" cy="224676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AU" sz="1000">
                <a:solidFill>
                  <a:schemeClr val="bg1"/>
                </a:solidFill>
                <a:latin typeface="Roboto Light"/>
                <a:ea typeface="Roboto Light"/>
                <a:cs typeface="Roboto Light"/>
              </a:rPr>
              <a:t>Led the ETL team of BAs and data engineers on the data migration project:</a:t>
            </a:r>
          </a:p>
          <a:p>
            <a:pPr>
              <a:buFont typeface="Arial"/>
            </a:pPr>
            <a:r>
              <a:rPr lang="en-AU" sz="1000">
                <a:solidFill>
                  <a:schemeClr val="bg1"/>
                </a:solidFill>
                <a:latin typeface="Roboto Light"/>
                <a:ea typeface="Roboto Light"/>
                <a:cs typeface="Roboto Light"/>
              </a:rPr>
              <a:t>Managed the client relationship and communicated client expectations with </a:t>
            </a:r>
            <a:r>
              <a:rPr lang="en-AU" sz="1000" err="1">
                <a:solidFill>
                  <a:schemeClr val="bg1"/>
                </a:solidFill>
                <a:latin typeface="Roboto Light"/>
                <a:ea typeface="Roboto Light"/>
                <a:cs typeface="Roboto Light"/>
              </a:rPr>
              <a:t>intelia's</a:t>
            </a:r>
            <a:r>
              <a:rPr lang="en-AU" sz="1000">
                <a:solidFill>
                  <a:schemeClr val="bg1"/>
                </a:solidFill>
                <a:latin typeface="Roboto Light"/>
                <a:ea typeface="Roboto Light"/>
                <a:cs typeface="Roboto Light"/>
              </a:rPr>
              <a:t> ETL team</a:t>
            </a:r>
            <a:endParaRPr lang="en-US" sz="1000">
              <a:solidFill>
                <a:schemeClr val="bg1"/>
              </a:solidFill>
              <a:cs typeface="Roboto Light" panose="02000000000000000000" pitchFamily="2" charset="0"/>
            </a:endParaRPr>
          </a:p>
          <a:p>
            <a:pPr>
              <a:buFont typeface="Arial"/>
            </a:pPr>
            <a:r>
              <a:rPr lang="en-AU" sz="1000">
                <a:solidFill>
                  <a:schemeClr val="bg1"/>
                </a:solidFill>
                <a:latin typeface="Roboto Light"/>
                <a:ea typeface="Roboto Light"/>
                <a:cs typeface="Roboto Light"/>
              </a:rPr>
              <a:t>Orchestrated project activities, planning a backlog of tasks for the data engineers and business analysts</a:t>
            </a:r>
            <a:endParaRPr lang="en-US" sz="1000">
              <a:solidFill>
                <a:schemeClr val="bg1"/>
              </a:solidFill>
              <a:cs typeface="Roboto Light" panose="02000000000000000000" pitchFamily="2" charset="0"/>
            </a:endParaRPr>
          </a:p>
          <a:p>
            <a:pPr>
              <a:buFont typeface="Arial"/>
            </a:pPr>
            <a:r>
              <a:rPr lang="en-AU" sz="1000">
                <a:solidFill>
                  <a:schemeClr val="bg1"/>
                </a:solidFill>
                <a:latin typeface="Roboto Light"/>
                <a:ea typeface="Roboto Light"/>
                <a:cs typeface="Roboto Light"/>
              </a:rPr>
              <a:t>Prepared data requirements, and documented data schemas and data mapping files for the engineers to develop transformation pipelines in Azure Data Factory</a:t>
            </a:r>
          </a:p>
          <a:p>
            <a:pPr>
              <a:buFont typeface="Arial"/>
            </a:pPr>
            <a:r>
              <a:rPr lang="en-AU" sz="1000">
                <a:solidFill>
                  <a:schemeClr val="bg1"/>
                </a:solidFill>
                <a:latin typeface="Roboto Light"/>
                <a:ea typeface="Roboto Light"/>
                <a:cs typeface="Roboto Light"/>
              </a:rPr>
              <a:t>Validated and tested the results of the transformed data outputs, and logged data discrepancies for triage within the Data Quality stream</a:t>
            </a:r>
          </a:p>
          <a:p>
            <a:pPr>
              <a:buFont typeface="Arial"/>
            </a:pPr>
            <a:r>
              <a:rPr lang="en-AU" sz="1000">
                <a:solidFill>
                  <a:schemeClr val="bg1"/>
                </a:solidFill>
                <a:latin typeface="Roboto Light"/>
                <a:ea typeface="Roboto Light"/>
                <a:cs typeface="Roboto Light"/>
              </a:rPr>
              <a:t>Worked closely with the Data Analytics SMEs for knowledge transfer and handled their project workload (allowing their focus of BAU tasks)</a:t>
            </a:r>
          </a:p>
          <a:p>
            <a:pPr>
              <a:buFont typeface="Arial"/>
            </a:pPr>
            <a:r>
              <a:rPr lang="en-AU" sz="1000">
                <a:solidFill>
                  <a:schemeClr val="bg1"/>
                </a:solidFill>
                <a:latin typeface="Roboto Light"/>
                <a:ea typeface="Roboto Light"/>
                <a:cs typeface="Roboto Light"/>
              </a:rPr>
              <a:t>Continuously gained knowledge of the core systems and data nuances, and identified, triaged &amp; resolved data issues</a:t>
            </a:r>
            <a:endParaRPr lang="en-US" sz="1000">
              <a:solidFill>
                <a:schemeClr val="bg1"/>
              </a:solidFill>
              <a:latin typeface="Roboto Light"/>
              <a:ea typeface="Roboto Light"/>
              <a:cs typeface="Roboto Light"/>
            </a:endParaRPr>
          </a:p>
        </p:txBody>
      </p:sp>
      <p:sp>
        <p:nvSpPr>
          <p:cNvPr id="18" name="TextBox 17">
            <a:extLst>
              <a:ext uri="{FF2B5EF4-FFF2-40B4-BE49-F238E27FC236}">
                <a16:creationId xmlns:a16="http://schemas.microsoft.com/office/drawing/2014/main" id="{FE7A385D-CABE-3BBC-21CF-A928BBD045CB}"/>
              </a:ext>
            </a:extLst>
          </p:cNvPr>
          <p:cNvSpPr txBox="1"/>
          <p:nvPr/>
        </p:nvSpPr>
        <p:spPr>
          <a:xfrm>
            <a:off x="3464763" y="1262770"/>
            <a:ext cx="4570698" cy="224676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AU" sz="1000">
                <a:solidFill>
                  <a:schemeClr val="bg1"/>
                </a:solidFill>
                <a:latin typeface="Roboto Light"/>
                <a:ea typeface="Roboto Light"/>
                <a:cs typeface="Roboto Light"/>
              </a:rPr>
              <a:t>BA on an AI and ML Platform and Capabilities uplift project:</a:t>
            </a:r>
          </a:p>
          <a:p>
            <a:r>
              <a:rPr lang="en-AU" sz="1000">
                <a:solidFill>
                  <a:schemeClr val="bg1"/>
                </a:solidFill>
                <a:latin typeface="Roboto Light"/>
                <a:ea typeface="Roboto Light"/>
                <a:cs typeface="Roboto Light"/>
              </a:rPr>
              <a:t>Established Vertex AI platform, developed AI/ML pipelines and defined the operating model for the Data &amp; AI Solutions team</a:t>
            </a:r>
          </a:p>
          <a:p>
            <a:r>
              <a:rPr lang="en-AU" sz="1000">
                <a:solidFill>
                  <a:schemeClr val="bg1"/>
                </a:solidFill>
                <a:latin typeface="Roboto Light"/>
                <a:ea typeface="Roboto Light"/>
                <a:cs typeface="Roboto Light"/>
              </a:rPr>
              <a:t>Captured business and non-functional requirements for the new AI/ ML platform (GCP Vertex AI) along with requirements traceability</a:t>
            </a:r>
          </a:p>
          <a:p>
            <a:r>
              <a:rPr lang="en-AU" sz="1000">
                <a:solidFill>
                  <a:schemeClr val="bg1"/>
                </a:solidFill>
                <a:latin typeface="Roboto Light"/>
                <a:ea typeface="Roboto Light"/>
                <a:cs typeface="Roboto Light"/>
              </a:rPr>
              <a:t>Created detailed process flows, roles &amp; responsibilities (using the RACI approach) for each phase of the AI/ML SDLC</a:t>
            </a:r>
          </a:p>
          <a:p>
            <a:r>
              <a:rPr lang="en-AU" sz="1000">
                <a:solidFill>
                  <a:schemeClr val="bg1"/>
                </a:solidFill>
                <a:latin typeface="Roboto Light"/>
                <a:ea typeface="Roboto Light"/>
                <a:cs typeface="Roboto Light"/>
              </a:rPr>
              <a:t>Supported the ML Engineers with various tasks including preparing JSON files for data provisioning on GCP </a:t>
            </a:r>
            <a:r>
              <a:rPr lang="en-AU" sz="1000" err="1">
                <a:solidFill>
                  <a:schemeClr val="bg1"/>
                </a:solidFill>
                <a:latin typeface="Roboto Light"/>
                <a:ea typeface="Roboto Light"/>
                <a:cs typeface="Roboto Light"/>
              </a:rPr>
              <a:t>BigQuery</a:t>
            </a:r>
            <a:endParaRPr lang="en-AU" sz="1000">
              <a:solidFill>
                <a:schemeClr val="bg1"/>
              </a:solidFill>
              <a:latin typeface="Roboto Light"/>
              <a:ea typeface="Roboto Light"/>
              <a:cs typeface="Roboto Light"/>
            </a:endParaRPr>
          </a:p>
          <a:p>
            <a:r>
              <a:rPr lang="en-AU" sz="1000">
                <a:solidFill>
                  <a:schemeClr val="bg1"/>
                </a:solidFill>
                <a:latin typeface="Roboto Light"/>
                <a:ea typeface="Roboto Light"/>
                <a:cs typeface="Roboto Light"/>
              </a:rPr>
              <a:t>Designed a 'Productionised' checklist template to ensure AI solutions deployed between environments meet the quality standards and exit criteria</a:t>
            </a:r>
          </a:p>
          <a:p>
            <a:r>
              <a:rPr lang="en-AU" sz="1000">
                <a:solidFill>
                  <a:schemeClr val="bg1"/>
                </a:solidFill>
                <a:latin typeface="Roboto Light"/>
                <a:ea typeface="Roboto Light"/>
                <a:cs typeface="Roboto Light"/>
              </a:rPr>
              <a:t>Worked with the Data and AI Governance team to ensure the project aligned with governance standards and processes</a:t>
            </a:r>
          </a:p>
          <a:p>
            <a:pPr marL="0" indent="0">
              <a:buNone/>
            </a:pPr>
            <a:endParaRPr lang="en-US" sz="1000">
              <a:solidFill>
                <a:schemeClr val="bg1"/>
              </a:solidFill>
              <a:latin typeface="Roboto Light"/>
              <a:ea typeface="Roboto Light"/>
              <a:cs typeface="Roboto Light"/>
            </a:endParaRPr>
          </a:p>
        </p:txBody>
      </p:sp>
    </p:spTree>
    <p:extLst>
      <p:ext uri="{BB962C8B-B14F-4D97-AF65-F5344CB8AC3E}">
        <p14:creationId xmlns:p14="http://schemas.microsoft.com/office/powerpoint/2010/main" val="22590936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B9FFB87-E04D-42FF-9F10-4AF23A110695}">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2025-07-21T04:50:20Z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