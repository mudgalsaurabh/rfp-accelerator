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 id="271" r:id="rId6"/>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A2C41-6B41-0F13-E6FC-E117DF2FA77F}" v="1060" dt="2025-01-20T02:32:11.281"/>
    <p1510:client id="{2BCFAD14-0FBC-D711-B7B3-E82F77AE0B2F}" v="417" dt="2025-01-20T02:46:33.975"/>
    <p1510:client id="{3A0CCFEA-07B5-49F4-BEAC-26E8F975A3DB}" v="244" dt="2025-01-20T02:56:21.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artinico" userId="S::paul.martinico@intelia.com.au::05e381d2-80b7-43e8-b915-faa146d84a0f" providerId="AD" clId="Web-{59464DFE-2349-4689-BC57-BE1F82D5E180}"/>
    <pc:docChg chg="modSld">
      <pc:chgData name="Paul Martinico" userId="S::paul.martinico@intelia.com.au::05e381d2-80b7-43e8-b915-faa146d84a0f" providerId="AD" clId="Web-{59464DFE-2349-4689-BC57-BE1F82D5E180}" dt="2024-06-13T07:23:40.438" v="113" actId="14100"/>
      <pc:docMkLst>
        <pc:docMk/>
      </pc:docMkLst>
      <pc:sldChg chg="modSp">
        <pc:chgData name="Paul Martinico" userId="S::paul.martinico@intelia.com.au::05e381d2-80b7-43e8-b915-faa146d84a0f" providerId="AD" clId="Web-{59464DFE-2349-4689-BC57-BE1F82D5E180}" dt="2024-06-13T07:23:40.438" v="113" actId="14100"/>
        <pc:sldMkLst>
          <pc:docMk/>
          <pc:sldMk cId="2009923557" sldId="270"/>
        </pc:sldMkLst>
      </pc:sldChg>
    </pc:docChg>
  </pc:docChgLst>
  <pc:docChgLst>
    <pc:chgData name="Darcy Roach" userId="ba676ee9-e9b4-49e8-a515-8077106c948d" providerId="ADAL" clId="{3A0CCFEA-07B5-49F4-BEAC-26E8F975A3DB}"/>
    <pc:docChg chg="undo custSel addSld modSld">
      <pc:chgData name="Darcy Roach" userId="ba676ee9-e9b4-49e8-a515-8077106c948d" providerId="ADAL" clId="{3A0CCFEA-07B5-49F4-BEAC-26E8F975A3DB}" dt="2025-01-20T02:56:21.289" v="335" actId="1035"/>
      <pc:docMkLst>
        <pc:docMk/>
      </pc:docMkLst>
      <pc:sldChg chg="addSp delSp modSp mod">
        <pc:chgData name="Darcy Roach" userId="ba676ee9-e9b4-49e8-a515-8077106c948d" providerId="ADAL" clId="{3A0CCFEA-07B5-49F4-BEAC-26E8F975A3DB}" dt="2025-01-20T02:56:21.289" v="335" actId="1035"/>
        <pc:sldMkLst>
          <pc:docMk/>
          <pc:sldMk cId="2009923557" sldId="270"/>
        </pc:sldMkLst>
        <pc:spChg chg="del">
          <ac:chgData name="Darcy Roach" userId="ba676ee9-e9b4-49e8-a515-8077106c948d" providerId="ADAL" clId="{3A0CCFEA-07B5-49F4-BEAC-26E8F975A3DB}" dt="2025-01-20T02:51:50.178" v="235" actId="478"/>
          <ac:spMkLst>
            <pc:docMk/>
            <pc:sldMk cId="2009923557" sldId="270"/>
            <ac:spMk id="6" creationId="{701E125D-B356-8A2A-B86B-AB6567CEABE1}"/>
          </ac:spMkLst>
        </pc:spChg>
        <pc:spChg chg="add mod">
          <ac:chgData name="Darcy Roach" userId="ba676ee9-e9b4-49e8-a515-8077106c948d" providerId="ADAL" clId="{3A0CCFEA-07B5-49F4-BEAC-26E8F975A3DB}" dt="2025-01-20T02:51:58.103" v="237" actId="1076"/>
          <ac:spMkLst>
            <pc:docMk/>
            <pc:sldMk cId="2009923557" sldId="270"/>
            <ac:spMk id="9" creationId="{D133E806-E776-5D09-70A7-AA54DF8CEAB0}"/>
          </ac:spMkLst>
        </pc:spChg>
        <pc:spChg chg="mod">
          <ac:chgData name="Darcy Roach" userId="ba676ee9-e9b4-49e8-a515-8077106c948d" providerId="ADAL" clId="{3A0CCFEA-07B5-49F4-BEAC-26E8F975A3DB}" dt="2025-01-20T02:53:05.183" v="259" actId="20577"/>
          <ac:spMkLst>
            <pc:docMk/>
            <pc:sldMk cId="2009923557" sldId="270"/>
            <ac:spMk id="10" creationId="{06312B81-BCF1-2796-C112-3DBE0E02F483}"/>
          </ac:spMkLst>
        </pc:spChg>
        <pc:spChg chg="add mod">
          <ac:chgData name="Darcy Roach" userId="ba676ee9-e9b4-49e8-a515-8077106c948d" providerId="ADAL" clId="{3A0CCFEA-07B5-49F4-BEAC-26E8F975A3DB}" dt="2025-01-20T02:53:21.539" v="260" actId="313"/>
          <ac:spMkLst>
            <pc:docMk/>
            <pc:sldMk cId="2009923557" sldId="270"/>
            <ac:spMk id="18" creationId="{8D03D195-CF07-9FB6-6BED-18634344C31B}"/>
          </ac:spMkLst>
        </pc:spChg>
        <pc:spChg chg="mod">
          <ac:chgData name="Darcy Roach" userId="ba676ee9-e9b4-49e8-a515-8077106c948d" providerId="ADAL" clId="{3A0CCFEA-07B5-49F4-BEAC-26E8F975A3DB}" dt="2025-01-20T02:52:54.651" v="251" actId="20577"/>
          <ac:spMkLst>
            <pc:docMk/>
            <pc:sldMk cId="2009923557" sldId="270"/>
            <ac:spMk id="19" creationId="{7513C49A-2DF2-8111-FED4-FC07A8EAD258}"/>
          </ac:spMkLst>
        </pc:spChg>
        <pc:spChg chg="mod">
          <ac:chgData name="Darcy Roach" userId="ba676ee9-e9b4-49e8-a515-8077106c948d" providerId="ADAL" clId="{3A0CCFEA-07B5-49F4-BEAC-26E8F975A3DB}" dt="2025-01-20T02:56:21.289" v="335" actId="1035"/>
          <ac:spMkLst>
            <pc:docMk/>
            <pc:sldMk cId="2009923557" sldId="270"/>
            <ac:spMk id="28" creationId="{6059F888-3BDF-A1C0-65E5-CB6FDD43D97C}"/>
          </ac:spMkLst>
        </pc:spChg>
        <pc:spChg chg="del">
          <ac:chgData name="Darcy Roach" userId="ba676ee9-e9b4-49e8-a515-8077106c948d" providerId="ADAL" clId="{3A0CCFEA-07B5-49F4-BEAC-26E8F975A3DB}" dt="2025-01-20T02:51:50.178" v="235" actId="478"/>
          <ac:spMkLst>
            <pc:docMk/>
            <pc:sldMk cId="2009923557" sldId="270"/>
            <ac:spMk id="32" creationId="{0B703521-F331-D24D-2144-A609A273150D}"/>
          </ac:spMkLst>
        </pc:spChg>
        <pc:spChg chg="mod">
          <ac:chgData name="Darcy Roach" userId="ba676ee9-e9b4-49e8-a515-8077106c948d" providerId="ADAL" clId="{3A0CCFEA-07B5-49F4-BEAC-26E8F975A3DB}" dt="2025-01-20T02:55:54.787" v="332" actId="14100"/>
          <ac:spMkLst>
            <pc:docMk/>
            <pc:sldMk cId="2009923557" sldId="270"/>
            <ac:spMk id="38" creationId="{AB47A2EE-BF0B-DB05-8B7C-DB6594B2B3D5}"/>
          </ac:spMkLst>
        </pc:spChg>
        <pc:grpChg chg="mod">
          <ac:chgData name="Darcy Roach" userId="ba676ee9-e9b4-49e8-a515-8077106c948d" providerId="ADAL" clId="{3A0CCFEA-07B5-49F4-BEAC-26E8F975A3DB}" dt="2025-01-20T02:52:09.911" v="238" actId="1076"/>
          <ac:grpSpMkLst>
            <pc:docMk/>
            <pc:sldMk cId="2009923557" sldId="270"/>
            <ac:grpSpMk id="8" creationId="{03FCD47C-F1A4-2B24-9A84-F930D16B0657}"/>
          </ac:grpSpMkLst>
        </pc:grpChg>
        <pc:grpChg chg="mod">
          <ac:chgData name="Darcy Roach" userId="ba676ee9-e9b4-49e8-a515-8077106c948d" providerId="ADAL" clId="{3A0CCFEA-07B5-49F4-BEAC-26E8F975A3DB}" dt="2025-01-20T02:52:09.911" v="238" actId="1076"/>
          <ac:grpSpMkLst>
            <pc:docMk/>
            <pc:sldMk cId="2009923557" sldId="270"/>
            <ac:grpSpMk id="16" creationId="{3B914132-98FE-0898-BE9A-58A4A9E0F443}"/>
          </ac:grpSpMkLst>
        </pc:grpChg>
        <pc:cxnChg chg="del">
          <ac:chgData name="Darcy Roach" userId="ba676ee9-e9b4-49e8-a515-8077106c948d" providerId="ADAL" clId="{3A0CCFEA-07B5-49F4-BEAC-26E8F975A3DB}" dt="2025-01-20T02:51:50.178" v="235" actId="478"/>
          <ac:cxnSpMkLst>
            <pc:docMk/>
            <pc:sldMk cId="2009923557" sldId="270"/>
            <ac:cxnSpMk id="3" creationId="{67C34E10-2CF8-9BCA-1CC6-D78A3FF9CA80}"/>
          </ac:cxnSpMkLst>
        </pc:cxnChg>
        <pc:cxnChg chg="add mod">
          <ac:chgData name="Darcy Roach" userId="ba676ee9-e9b4-49e8-a515-8077106c948d" providerId="ADAL" clId="{3A0CCFEA-07B5-49F4-BEAC-26E8F975A3DB}" dt="2025-01-20T02:51:58.103" v="237" actId="1076"/>
          <ac:cxnSpMkLst>
            <pc:docMk/>
            <pc:sldMk cId="2009923557" sldId="270"/>
            <ac:cxnSpMk id="24" creationId="{BBFCADA7-3772-6BE2-3153-4C21A1BC6FD4}"/>
          </ac:cxnSpMkLst>
        </pc:cxnChg>
        <pc:cxnChg chg="mod">
          <ac:chgData name="Darcy Roach" userId="ba676ee9-e9b4-49e8-a515-8077106c948d" providerId="ADAL" clId="{3A0CCFEA-07B5-49F4-BEAC-26E8F975A3DB}" dt="2025-01-20T02:56:07.552" v="333" actId="14100"/>
          <ac:cxnSpMkLst>
            <pc:docMk/>
            <pc:sldMk cId="2009923557" sldId="270"/>
            <ac:cxnSpMk id="170" creationId="{0D51728F-48BB-14BB-256E-5F0C0284BCDF}"/>
          </ac:cxnSpMkLst>
        </pc:cxnChg>
      </pc:sldChg>
      <pc:sldChg chg="addSp delSp modSp new mod setBg">
        <pc:chgData name="Darcy Roach" userId="ba676ee9-e9b4-49e8-a515-8077106c948d" providerId="ADAL" clId="{3A0CCFEA-07B5-49F4-BEAC-26E8F975A3DB}" dt="2025-01-20T02:51:44.606" v="234" actId="21"/>
        <pc:sldMkLst>
          <pc:docMk/>
          <pc:sldMk cId="2793498751" sldId="271"/>
        </pc:sldMkLst>
        <pc:spChg chg="del">
          <ac:chgData name="Darcy Roach" userId="ba676ee9-e9b4-49e8-a515-8077106c948d" providerId="ADAL" clId="{3A0CCFEA-07B5-49F4-BEAC-26E8F975A3DB}" dt="2025-01-20T02:15:39.417" v="92" actId="478"/>
          <ac:spMkLst>
            <pc:docMk/>
            <pc:sldMk cId="2793498751" sldId="271"/>
            <ac:spMk id="2" creationId="{85D2F157-BC60-725C-F158-671D7DC659B2}"/>
          </ac:spMkLst>
        </pc:spChg>
        <pc:spChg chg="add del mod">
          <ac:chgData name="Darcy Roach" userId="ba676ee9-e9b4-49e8-a515-8077106c948d" providerId="ADAL" clId="{3A0CCFEA-07B5-49F4-BEAC-26E8F975A3DB}" dt="2025-01-20T02:51:44.606" v="234" actId="21"/>
          <ac:spMkLst>
            <pc:docMk/>
            <pc:sldMk cId="2793498751" sldId="271"/>
            <ac:spMk id="3" creationId="{8D03D195-CF07-9FB6-6BED-18634344C31B}"/>
          </ac:spMkLst>
        </pc:spChg>
        <pc:spChg chg="add del mod ord">
          <ac:chgData name="Darcy Roach" userId="ba676ee9-e9b4-49e8-a515-8077106c948d" providerId="ADAL" clId="{3A0CCFEA-07B5-49F4-BEAC-26E8F975A3DB}" dt="2025-01-20T02:51:44.606" v="234" actId="21"/>
          <ac:spMkLst>
            <pc:docMk/>
            <pc:sldMk cId="2793498751" sldId="271"/>
            <ac:spMk id="4" creationId="{D133E806-E776-5D09-70A7-AA54DF8CEAB0}"/>
          </ac:spMkLst>
        </pc:spChg>
        <pc:spChg chg="add mod">
          <ac:chgData name="Darcy Roach" userId="ba676ee9-e9b4-49e8-a515-8077106c948d" providerId="ADAL" clId="{3A0CCFEA-07B5-49F4-BEAC-26E8F975A3DB}" dt="2025-01-20T02:51:40.817" v="233" actId="1076"/>
          <ac:spMkLst>
            <pc:docMk/>
            <pc:sldMk cId="2793498751" sldId="271"/>
            <ac:spMk id="8" creationId="{B625A100-D2D7-678A-EAAC-21AC97647164}"/>
          </ac:spMkLst>
        </pc:spChg>
        <pc:spChg chg="add mod">
          <ac:chgData name="Darcy Roach" userId="ba676ee9-e9b4-49e8-a515-8077106c948d" providerId="ADAL" clId="{3A0CCFEA-07B5-49F4-BEAC-26E8F975A3DB}" dt="2025-01-20T02:51:40.817" v="233" actId="1076"/>
          <ac:spMkLst>
            <pc:docMk/>
            <pc:sldMk cId="2793498751" sldId="271"/>
            <ac:spMk id="10" creationId="{455386D7-07DF-60B5-BD52-E38E720F2C71}"/>
          </ac:spMkLst>
        </pc:spChg>
        <pc:cxnChg chg="add del mod">
          <ac:chgData name="Darcy Roach" userId="ba676ee9-e9b4-49e8-a515-8077106c948d" providerId="ADAL" clId="{3A0CCFEA-07B5-49F4-BEAC-26E8F975A3DB}" dt="2025-01-20T02:51:44.606" v="234" actId="21"/>
          <ac:cxnSpMkLst>
            <pc:docMk/>
            <pc:sldMk cId="2793498751" sldId="271"/>
            <ac:cxnSpMk id="5" creationId="{BBFCADA7-3772-6BE2-3153-4C21A1BC6FD4}"/>
          </ac:cxnSpMkLst>
        </pc:cxnChg>
        <pc:cxnChg chg="add mod">
          <ac:chgData name="Darcy Roach" userId="ba676ee9-e9b4-49e8-a515-8077106c948d" providerId="ADAL" clId="{3A0CCFEA-07B5-49F4-BEAC-26E8F975A3DB}" dt="2025-01-20T02:51:40.817" v="233" actId="1076"/>
          <ac:cxnSpMkLst>
            <pc:docMk/>
            <pc:sldMk cId="2793498751" sldId="271"/>
            <ac:cxnSpMk id="9" creationId="{28BC0C1E-019F-7669-24BA-4B40B9BA3FD9}"/>
          </ac:cxnSpMkLst>
        </pc:cxnChg>
      </pc:sldChg>
    </pc:docChg>
  </pc:docChgLst>
  <pc:docChgLst>
    <pc:chgData name="Darcy Roach" userId="ba676ee9-e9b4-49e8-a515-8077106c948d" providerId="ADAL" clId="{1C009752-E05E-4B3C-9D44-F74CB295D89A}"/>
    <pc:docChg chg="undo custSel modSld">
      <pc:chgData name="Darcy Roach" userId="ba676ee9-e9b4-49e8-a515-8077106c948d" providerId="ADAL" clId="{1C009752-E05E-4B3C-9D44-F74CB295D89A}" dt="2023-05-15T04:38:45.156" v="1111" actId="14100"/>
      <pc:docMkLst>
        <pc:docMk/>
      </pc:docMkLst>
      <pc:sldChg chg="addSp delSp modSp mod">
        <pc:chgData name="Darcy Roach" userId="ba676ee9-e9b4-49e8-a515-8077106c948d" providerId="ADAL" clId="{1C009752-E05E-4B3C-9D44-F74CB295D89A}" dt="2023-05-15T04:38:45.156" v="1111" actId="14100"/>
        <pc:sldMkLst>
          <pc:docMk/>
          <pc:sldMk cId="2009923557" sldId="270"/>
        </pc:sldMkLst>
      </pc:sldChg>
    </pc:docChg>
  </pc:docChgLst>
  <pc:docChgLst>
    <pc:chgData name="Niti Gupta" userId="S::niti.gupta@intelia.com.au::23581d79-27df-4745-8dad-fc8fb718f79c" providerId="AD" clId="Web-{2BCFAD14-0FBC-D711-B7B3-E82F77AE0B2F}"/>
    <pc:docChg chg="modSld">
      <pc:chgData name="Niti Gupta" userId="S::niti.gupta@intelia.com.au::23581d79-27df-4745-8dad-fc8fb718f79c" providerId="AD" clId="Web-{2BCFAD14-0FBC-D711-B7B3-E82F77AE0B2F}" dt="2025-01-20T02:46:33.975" v="211" actId="20577"/>
      <pc:docMkLst>
        <pc:docMk/>
      </pc:docMkLst>
      <pc:sldChg chg="modSp">
        <pc:chgData name="Niti Gupta" userId="S::niti.gupta@intelia.com.au::23581d79-27df-4745-8dad-fc8fb718f79c" providerId="AD" clId="Web-{2BCFAD14-0FBC-D711-B7B3-E82F77AE0B2F}" dt="2025-01-20T02:46:33.975" v="211" actId="20577"/>
        <pc:sldMkLst>
          <pc:docMk/>
          <pc:sldMk cId="2793498751" sldId="271"/>
        </pc:sldMkLst>
        <pc:spChg chg="mod">
          <ac:chgData name="Niti Gupta" userId="S::niti.gupta@intelia.com.au::23581d79-27df-4745-8dad-fc8fb718f79c" providerId="AD" clId="Web-{2BCFAD14-0FBC-D711-B7B3-E82F77AE0B2F}" dt="2025-01-20T02:46:33.975" v="211" actId="20577"/>
          <ac:spMkLst>
            <pc:docMk/>
            <pc:sldMk cId="2793498751" sldId="271"/>
            <ac:spMk id="3" creationId="{8D03D195-CF07-9FB6-6BED-18634344C31B}"/>
          </ac:spMkLst>
        </pc:spChg>
      </pc:sldChg>
    </pc:docChg>
  </pc:docChgLst>
  <pc:docChgLst>
    <pc:chgData name="Niti Gupta" userId="S::niti.gupta@intelia.com.au::23581d79-27df-4745-8dad-fc8fb718f79c" providerId="AD" clId="Web-{29CA2C41-6B41-0F13-E6FC-E117DF2FA77F}"/>
    <pc:docChg chg="modSld">
      <pc:chgData name="Niti Gupta" userId="S::niti.gupta@intelia.com.au::23581d79-27df-4745-8dad-fc8fb718f79c" providerId="AD" clId="Web-{29CA2C41-6B41-0F13-E6FC-E117DF2FA77F}" dt="2025-01-20T02:32:09.328" v="548" actId="20577"/>
      <pc:docMkLst>
        <pc:docMk/>
      </pc:docMkLst>
      <pc:sldChg chg="modSp">
        <pc:chgData name="Niti Gupta" userId="S::niti.gupta@intelia.com.au::23581d79-27df-4745-8dad-fc8fb718f79c" providerId="AD" clId="Web-{29CA2C41-6B41-0F13-E6FC-E117DF2FA77F}" dt="2025-01-20T02:17:38.788" v="51" actId="20577"/>
        <pc:sldMkLst>
          <pc:docMk/>
          <pc:sldMk cId="2009923557" sldId="270"/>
        </pc:sldMkLst>
        <pc:spChg chg="mod">
          <ac:chgData name="Niti Gupta" userId="S::niti.gupta@intelia.com.au::23581d79-27df-4745-8dad-fc8fb718f79c" providerId="AD" clId="Web-{29CA2C41-6B41-0F13-E6FC-E117DF2FA77F}" dt="2025-01-20T02:17:38.788" v="51" actId="20577"/>
          <ac:spMkLst>
            <pc:docMk/>
            <pc:sldMk cId="2009923557" sldId="270"/>
            <ac:spMk id="38" creationId="{AB47A2EE-BF0B-DB05-8B7C-DB6594B2B3D5}"/>
          </ac:spMkLst>
        </pc:spChg>
      </pc:sldChg>
      <pc:sldChg chg="modSp">
        <pc:chgData name="Niti Gupta" userId="S::niti.gupta@intelia.com.au::23581d79-27df-4745-8dad-fc8fb718f79c" providerId="AD" clId="Web-{29CA2C41-6B41-0F13-E6FC-E117DF2FA77F}" dt="2025-01-20T02:32:09.328" v="548" actId="20577"/>
        <pc:sldMkLst>
          <pc:docMk/>
          <pc:sldMk cId="2793498751" sldId="271"/>
        </pc:sldMkLst>
        <pc:spChg chg="mod">
          <ac:chgData name="Niti Gupta" userId="S::niti.gupta@intelia.com.au::23581d79-27df-4745-8dad-fc8fb718f79c" providerId="AD" clId="Web-{29CA2C41-6B41-0F13-E6FC-E117DF2FA77F}" dt="2025-01-20T02:31:42.515" v="547" actId="20577"/>
          <ac:spMkLst>
            <pc:docMk/>
            <pc:sldMk cId="2793498751" sldId="271"/>
            <ac:spMk id="3" creationId="{8D03D195-CF07-9FB6-6BED-18634344C31B}"/>
          </ac:spMkLst>
        </pc:spChg>
        <pc:spChg chg="mod">
          <ac:chgData name="Niti Gupta" userId="S::niti.gupta@intelia.com.au::23581d79-27df-4745-8dad-fc8fb718f79c" providerId="AD" clId="Web-{29CA2C41-6B41-0F13-E6FC-E117DF2FA77F}" dt="2025-01-20T02:32:09.328" v="548" actId="20577"/>
          <ac:spMkLst>
            <pc:docMk/>
            <pc:sldMk cId="2793498751" sldId="271"/>
            <ac:spMk id="4" creationId="{D133E806-E776-5D09-70A7-AA54DF8CEAB0}"/>
          </ac:spMkLst>
        </pc:spChg>
      </pc:sldChg>
    </pc:docChg>
  </pc:docChgLst>
  <pc:docChgLst>
    <pc:chgData name="Darcy Roach" userId="ba676ee9-e9b4-49e8-a515-8077106c948d" providerId="ADAL" clId="{63F2003F-C74B-40C5-8650-52961FBD04DC}"/>
    <pc:docChg chg="undo custSel modSld">
      <pc:chgData name="Darcy Roach" userId="ba676ee9-e9b4-49e8-a515-8077106c948d" providerId="ADAL" clId="{63F2003F-C74B-40C5-8650-52961FBD04DC}" dt="2023-07-25T04:54:41.527" v="270" actId="5793"/>
      <pc:docMkLst>
        <pc:docMk/>
      </pc:docMkLst>
      <pc:sldChg chg="addSp delSp modSp mod">
        <pc:chgData name="Darcy Roach" userId="ba676ee9-e9b4-49e8-a515-8077106c948d" providerId="ADAL" clId="{63F2003F-C74B-40C5-8650-52961FBD04DC}" dt="2023-07-25T04:54:41.527" v="270" actId="5793"/>
        <pc:sldMkLst>
          <pc:docMk/>
          <pc:sldMk cId="2009923557"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1/19/2025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Niti </a:t>
            </a:r>
          </a:p>
          <a:p>
            <a:r>
              <a:rPr lang="en-US" sz="2800" b="1">
                <a:solidFill>
                  <a:srgbClr val="00AB80"/>
                </a:solidFill>
                <a:latin typeface="Roboto" panose="02000000000000000000" pitchFamily="2" charset="0"/>
                <a:ea typeface="Roboto" panose="02000000000000000000" pitchFamily="2" charset="0"/>
              </a:rPr>
              <a:t>Gupta</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99093"/>
            <a:ext cx="2868270" cy="1138132"/>
          </a:xfrm>
          <a:prstGeom prst="rect">
            <a:avLst/>
          </a:prstGeom>
          <a:noFill/>
        </p:spPr>
        <p:txBody>
          <a:bodyPr wrap="square" lIns="0" tIns="0" rIns="0" bIns="0" rtlCol="0" anchor="t">
            <a:spAutoFit/>
          </a:bodyPr>
          <a:lstStyle/>
          <a:p>
            <a:pPr>
              <a:lnSpc>
                <a:spcPts val="1500"/>
              </a:lnSpc>
            </a:pPr>
            <a:r>
              <a:rPr lang="en-US" sz="1000" spc="13">
                <a:latin typeface="Roboto Light" panose="02000000000000000000" pitchFamily="2" charset="0"/>
                <a:ea typeface="Roboto Light" panose="02000000000000000000" pitchFamily="2" charset="0"/>
                <a:cs typeface="Lato" panose="020F0502020204030203" pitchFamily="34" charset="0"/>
              </a:rPr>
              <a:t>Niti is a</a:t>
            </a:r>
            <a:r>
              <a:rPr lang="en-AU" sz="1000" spc="13">
                <a:latin typeface="Roboto Light" panose="02000000000000000000" pitchFamily="2" charset="0"/>
                <a:ea typeface="Roboto Light" panose="02000000000000000000" pitchFamily="2" charset="0"/>
                <a:cs typeface="Lato" panose="020F0502020204030203" pitchFamily="34" charset="0"/>
              </a:rPr>
              <a:t> result-oriented Google Certified Professional Data Engineer with over 14 years of experience in Data Analysis, Data Modelling, Design, Development and Implementation of Data Warehouse and Data Migration in the Banking, Insurance, Telecom and Retail Domains.</a:t>
            </a:r>
            <a:endParaRPr lang="en-US" sz="1000" spc="13">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Collibra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Apache Airflow</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Github</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Oracle</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96048"/>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854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Big 4 Bank</a:t>
            </a:r>
          </a:p>
          <a:p>
            <a:pPr marL="0" indent="0">
              <a:lnSpc>
                <a:spcPct val="150000"/>
              </a:lnSpc>
              <a:buNone/>
            </a:pPr>
            <a:r>
              <a:rPr lang="en-GB" sz="1200">
                <a:solidFill>
                  <a:srgbClr val="00AB80"/>
                </a:solidFill>
              </a:rPr>
              <a:t>Insurance</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Retail</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11492"/>
            <a:ext cx="1963971" cy="3600986"/>
            <a:chOff x="8106458" y="2681447"/>
            <a:chExt cx="1963971" cy="360098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1" cy="3600986"/>
            </a:xfrm>
            <a:prstGeom prst="rect">
              <a:avLst/>
            </a:prstGeom>
            <a:noFill/>
          </p:spPr>
          <p:txBody>
            <a:bodyPr wrap="square" lIns="91440" tIns="45720" rIns="91440" bIns="45720" anchor="t">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a:ea typeface="Calibri"/>
                  <a:cs typeface="Roboto Light"/>
                </a:rPr>
                <a:t>Google Cloud Platform –  Certified Data Engineer</a:t>
              </a:r>
              <a:endParaRPr lang="en-GB" sz="1200">
                <a:solidFill>
                  <a:srgbClr val="00AB80"/>
                </a:solidFill>
                <a:effectLst/>
                <a:latin typeface="Roboto Light"/>
                <a:ea typeface="Calibri"/>
                <a:cs typeface="Roboto Light"/>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a:ea typeface="Calibri"/>
                  <a:cs typeface="Roboto Light"/>
                </a:rPr>
                <a:t>Alteryx – Certified Solution Designer</a:t>
              </a:r>
            </a:p>
            <a:p>
              <a:pPr>
                <a:tabLst>
                  <a:tab pos="3819525" algn="l"/>
                  <a:tab pos="3895725" algn="l"/>
                </a:tabLst>
              </a:pPr>
              <a:endParaRPr lang="en-GB" sz="1200">
                <a:solidFill>
                  <a:srgbClr val="00AB80"/>
                </a:solidFill>
                <a:effectLst/>
                <a:latin typeface="Roboto Light"/>
                <a:ea typeface="Calibri"/>
                <a:cs typeface="Roboto Light"/>
              </a:endParaRPr>
            </a:p>
            <a:p>
              <a:pPr>
                <a:tabLst>
                  <a:tab pos="3819525" algn="l"/>
                  <a:tab pos="3895725" algn="l"/>
                </a:tabLst>
              </a:pPr>
              <a:r>
                <a:rPr lang="en-GB" sz="1200">
                  <a:solidFill>
                    <a:srgbClr val="00AB80"/>
                  </a:solidFill>
                  <a:latin typeface="Roboto Light"/>
                  <a:ea typeface="Calibri"/>
                  <a:cs typeface="Roboto Light"/>
                </a:rPr>
                <a:t>Databricks - Fundamentals Certification</a:t>
              </a:r>
              <a:endParaRPr lang="en-GB" sz="1200">
                <a:solidFill>
                  <a:srgbClr val="00AB80"/>
                </a:solidFill>
                <a:effectLst/>
                <a:latin typeface="Roboto Light"/>
                <a:ea typeface="Calibri"/>
                <a:cs typeface="Roboto Light"/>
              </a:endParaRPr>
            </a:p>
            <a:p>
              <a:pPr>
                <a:tabLst>
                  <a:tab pos="3819525" algn="l"/>
                  <a:tab pos="3895725" algn="l"/>
                </a:tabLst>
              </a:pPr>
              <a:endParaRPr lang="en-GB" sz="1200">
                <a:solidFill>
                  <a:srgbClr val="00AB80"/>
                </a:solidFill>
                <a:latin typeface="Roboto Light"/>
                <a:ea typeface="Calibri"/>
                <a:cs typeface="Roboto Light"/>
              </a:endParaRPr>
            </a:p>
            <a:p>
              <a:pPr>
                <a:tabLst>
                  <a:tab pos="3819525" algn="l"/>
                  <a:tab pos="3895725" algn="l"/>
                </a:tabLst>
              </a:pPr>
              <a:r>
                <a:rPr lang="en-GB" sz="1200">
                  <a:solidFill>
                    <a:srgbClr val="00AB80"/>
                  </a:solidFill>
                  <a:latin typeface="Roboto Light"/>
                  <a:ea typeface="Calibri"/>
                  <a:cs typeface="Roboto Light"/>
                </a:rPr>
                <a:t>Alation – Certified Alation Professional &amp; Implementer </a:t>
              </a:r>
              <a:endParaRPr lang="en-GB" sz="120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a:ea typeface="Calibri"/>
                  <a:cs typeface="Roboto Light"/>
                </a:rPr>
                <a:t>Bachelor</a:t>
              </a:r>
              <a:r>
                <a:rPr lang="en-GB" sz="1200">
                  <a:solidFill>
                    <a:srgbClr val="00AB80"/>
                  </a:solidFill>
                  <a:latin typeface="Roboto Light"/>
                  <a:ea typeface="Calibri"/>
                  <a:cs typeface="Roboto Light"/>
                </a:rPr>
                <a:t> – Technology, Computer Science</a:t>
              </a:r>
            </a:p>
            <a:p>
              <a:pPr>
                <a:tabLst>
                  <a:tab pos="3819525" algn="l"/>
                  <a:tab pos="3895725" algn="l"/>
                </a:tabLst>
              </a:pPr>
              <a:r>
                <a:rPr lang="en-GB" sz="1200">
                  <a:solidFill>
                    <a:srgbClr val="00AB80"/>
                  </a:solidFill>
                  <a:effectLst/>
                  <a:latin typeface="Roboto Light"/>
                  <a:ea typeface="Calibri"/>
                  <a:cs typeface="Roboto Light"/>
                </a:rPr>
                <a:t>Cochin University, India</a:t>
              </a:r>
              <a:endParaRPr lang="en-GB" sz="1200">
                <a:solidFill>
                  <a:srgbClr val="00AB80"/>
                </a:solidFill>
                <a:latin typeface="Roboto Light"/>
                <a:ea typeface="Calibri"/>
                <a:cs typeface="Roboto Light"/>
              </a:endParaRP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Agile Project Delivery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Quality Assurance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16" name="Group 15">
            <a:extLst>
              <a:ext uri="{FF2B5EF4-FFF2-40B4-BE49-F238E27FC236}">
                <a16:creationId xmlns:a16="http://schemas.microsoft.com/office/drawing/2014/main" id="{3B914132-98FE-0898-BE9A-58A4A9E0F443}"/>
              </a:ext>
            </a:extLst>
          </p:cNvPr>
          <p:cNvGrpSpPr/>
          <p:nvPr/>
        </p:nvGrpSpPr>
        <p:grpSpPr>
          <a:xfrm>
            <a:off x="3314487" y="2982544"/>
            <a:ext cx="4715244" cy="2071944"/>
            <a:chOff x="3314487" y="2704348"/>
            <a:chExt cx="4715244" cy="2071944"/>
          </a:xfrm>
        </p:grpSpPr>
        <p:sp>
          <p:nvSpPr>
            <p:cNvPr id="2" name="TextBox 1">
              <a:extLst>
                <a:ext uri="{FF2B5EF4-FFF2-40B4-BE49-F238E27FC236}">
                  <a16:creationId xmlns:a16="http://schemas.microsoft.com/office/drawing/2014/main" id="{2FA774CA-3857-9308-4D38-9414B0CC2B95}"/>
                </a:ext>
              </a:extLst>
            </p:cNvPr>
            <p:cNvSpPr txBox="1"/>
            <p:nvPr/>
          </p:nvSpPr>
          <p:spPr>
            <a:xfrm>
              <a:off x="3314487" y="2704348"/>
              <a:ext cx="4542465" cy="646331"/>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Major Australian Supermarket  – Data Engineer</a:t>
              </a:r>
            </a:p>
            <a:p>
              <a:endParaRPr lang="en-AU" sz="1200" b="1">
                <a:solidFill>
                  <a:srgbClr val="ED7D31"/>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33777" y="3042549"/>
              <a:ext cx="0" cy="155923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479267" y="2991188"/>
              <a:ext cx="4550464"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Migration project, where existing reports reside in SAP and now need to be sourced from all new google cloud-based solution</a:t>
              </a:r>
            </a:p>
            <a:p>
              <a:r>
                <a:rPr lang="en-AU" sz="1000"/>
                <a:t>Created data pipelines using Google cloud components like Big Query, Cloud Function, Cloud scheduler, Cloud Composer, Apache airflow DAG</a:t>
              </a:r>
            </a:p>
            <a:p>
              <a:r>
                <a:rPr lang="en-AU" sz="1000"/>
                <a:t>Created visualisation using Tableau</a:t>
              </a:r>
            </a:p>
            <a:p>
              <a:r>
                <a:rPr lang="en-AU" sz="1000"/>
                <a:t>Liaised with business to fine tune the requirements and convert them in a working solution</a:t>
              </a:r>
            </a:p>
            <a:p>
              <a:r>
                <a:rPr lang="en-AU" sz="1000"/>
                <a:t>Worked on solution of Net Working Capital, increasing it by 4% YoY and Account Payables by 30%</a:t>
              </a:r>
            </a:p>
            <a:p>
              <a:r>
                <a:rPr lang="en-AU" sz="1000"/>
                <a:t>Created an in-house solution for a compliance project, Saving ~$7 Mil</a:t>
              </a:r>
            </a:p>
            <a:p>
              <a:endParaRPr lang="en-AU" sz="1000"/>
            </a:p>
          </p:txBody>
        </p:sp>
      </p:grpSp>
      <p:grpSp>
        <p:nvGrpSpPr>
          <p:cNvPr id="8" name="Group 7">
            <a:extLst>
              <a:ext uri="{FF2B5EF4-FFF2-40B4-BE49-F238E27FC236}">
                <a16:creationId xmlns:a16="http://schemas.microsoft.com/office/drawing/2014/main" id="{03FCD47C-F1A4-2B24-9A84-F930D16B0657}"/>
              </a:ext>
            </a:extLst>
          </p:cNvPr>
          <p:cNvGrpSpPr/>
          <p:nvPr/>
        </p:nvGrpSpPr>
        <p:grpSpPr>
          <a:xfrm>
            <a:off x="3401337" y="5000546"/>
            <a:ext cx="4564437" cy="2843357"/>
            <a:chOff x="3411970" y="4671933"/>
            <a:chExt cx="4564437" cy="2843357"/>
          </a:xfrm>
        </p:grpSpPr>
        <p:sp>
          <p:nvSpPr>
            <p:cNvPr id="10" name="TextBox 9">
              <a:extLst>
                <a:ext uri="{FF2B5EF4-FFF2-40B4-BE49-F238E27FC236}">
                  <a16:creationId xmlns:a16="http://schemas.microsoft.com/office/drawing/2014/main" id="{06312B81-BCF1-2796-C112-3DBE0E02F483}"/>
                </a:ext>
              </a:extLst>
            </p:cNvPr>
            <p:cNvSpPr txBox="1"/>
            <p:nvPr/>
          </p:nvSpPr>
          <p:spPr>
            <a:xfrm>
              <a:off x="3576751" y="4806856"/>
              <a:ext cx="4399656" cy="270843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a:p>
            <a:p>
              <a:pPr marL="0" indent="0">
                <a:buNone/>
              </a:pPr>
              <a:r>
                <a:rPr lang="en-AU" sz="1000"/>
                <a:t>Project vision was to shut down the current SAP BW ETL system which sources the Store Central reports and redirect the source as GCP. The direct benefits include cost saving of maintaining the additional system along with the better availability of data</a:t>
              </a:r>
            </a:p>
            <a:p>
              <a:r>
                <a:rPr lang="en-AU" sz="1000"/>
                <a:t>Handled build work and coordination with business analysts and SME to understand the project requirements</a:t>
              </a:r>
            </a:p>
            <a:p>
              <a:r>
                <a:rPr lang="en-AU" sz="1000"/>
                <a:t>Generated high- and low-level design documents</a:t>
              </a:r>
            </a:p>
            <a:p>
              <a:r>
                <a:rPr lang="en-AU" sz="1000"/>
                <a:t>Created data pipelines using Google cloud components</a:t>
              </a:r>
            </a:p>
            <a:p>
              <a:r>
                <a:rPr lang="en-AU" sz="1000"/>
                <a:t>Writing of cloud functions to process this data to convert into readable form for cloud API’s to read and process for upstream</a:t>
              </a:r>
            </a:p>
            <a:p>
              <a:r>
                <a:rPr lang="en-AU" sz="1000"/>
                <a:t>Writing of DAG’s on Apache Airflow to run the transformation</a:t>
              </a:r>
            </a:p>
            <a:p>
              <a:r>
                <a:rPr lang="en-AU" sz="1000"/>
                <a:t>Saved ~$1Mil by reducing the overhead to maintain the existing BW system</a:t>
              </a:r>
            </a:p>
            <a:p>
              <a:r>
                <a:rPr lang="en-AU" sz="1000"/>
                <a:t>Writing Complex SQL in Big-Query to extract the data from GCP</a:t>
              </a:r>
            </a:p>
            <a:p>
              <a:r>
                <a:rPr lang="en-AU" sz="1000"/>
                <a:t>Migrating the code from dev to UAT to Prod using CI-CD</a:t>
              </a:r>
            </a:p>
            <a:p>
              <a:endParaRPr lang="en-AU" sz="100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42695" y="5004646"/>
              <a:ext cx="0" cy="228928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411970" y="4671933"/>
              <a:ext cx="3526969"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Big 4 Australian Bank – Data Engineer</a:t>
              </a:r>
            </a:p>
          </p:txBody>
        </p:sp>
      </p:grpSp>
      <p:sp>
        <p:nvSpPr>
          <p:cNvPr id="12" name="TextBox 11">
            <a:extLst>
              <a:ext uri="{FF2B5EF4-FFF2-40B4-BE49-F238E27FC236}">
                <a16:creationId xmlns:a16="http://schemas.microsoft.com/office/drawing/2014/main" id="{B11E2A4C-14EF-31AA-4D03-774961082029}"/>
              </a:ext>
            </a:extLst>
          </p:cNvPr>
          <p:cNvSpPr txBox="1"/>
          <p:nvPr/>
        </p:nvSpPr>
        <p:spPr>
          <a:xfrm>
            <a:off x="250509" y="3146063"/>
            <a:ext cx="2794371" cy="171521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a:t>Niti also has full SDLC lifecycle experience using various data engineering tools. An expert in Google Big Query, Apache Airflow Dag, Python, GCS, Ab Initio, Collibra, Certified Alteryx Designer and Databases Teradata/Oracle SQL, Microsoft SQL server management, UNIX, KRM and QRM Risk Engines, Control Centre, AutoSys and Oracle UIM solution. Sound knowledge on Talend, Informatica and reporting tools Tableau.  </a:t>
            </a:r>
          </a:p>
        </p:txBody>
      </p:sp>
      <p:sp>
        <p:nvSpPr>
          <p:cNvPr id="9" name="TextBox 8">
            <a:extLst>
              <a:ext uri="{FF2B5EF4-FFF2-40B4-BE49-F238E27FC236}">
                <a16:creationId xmlns:a16="http://schemas.microsoft.com/office/drawing/2014/main" id="{D133E806-E776-5D09-70A7-AA54DF8CEAB0}"/>
              </a:ext>
            </a:extLst>
          </p:cNvPr>
          <p:cNvSpPr txBox="1"/>
          <p:nvPr/>
        </p:nvSpPr>
        <p:spPr>
          <a:xfrm>
            <a:off x="3314487" y="1051476"/>
            <a:ext cx="4192693" cy="461665"/>
          </a:xfrm>
          <a:prstGeom prst="rect">
            <a:avLst/>
          </a:prstGeom>
          <a:noFill/>
        </p:spPr>
        <p:txBody>
          <a:bodyPr wrap="square" lIns="91440" tIns="45720" rIns="91440" bIns="45720" rtlCol="0" anchor="t">
            <a:spAutoFit/>
          </a:bodyPr>
          <a:lstStyle/>
          <a:p>
            <a:r>
              <a:rPr lang="en-AU" sz="1200" b="1">
                <a:solidFill>
                  <a:srgbClr val="0059FF"/>
                </a:solidFill>
                <a:latin typeface="Roboto"/>
                <a:ea typeface="Roboto"/>
                <a:cs typeface="Roboto"/>
              </a:rPr>
              <a:t>Large Australian Retail Corporation – Data Engineer</a:t>
            </a:r>
          </a:p>
          <a:p>
            <a:endParaRPr lang="en-AU" sz="1200" b="1">
              <a:solidFill>
                <a:srgbClr val="0059FF"/>
              </a:solidFill>
              <a:latin typeface="Roboto" panose="02000000000000000000" pitchFamily="2" charset="0"/>
              <a:ea typeface="Roboto" panose="02000000000000000000" pitchFamily="2" charset="0"/>
            </a:endParaRPr>
          </a:p>
        </p:txBody>
      </p:sp>
      <p:sp>
        <p:nvSpPr>
          <p:cNvPr id="18" name="TextBox 17">
            <a:extLst>
              <a:ext uri="{FF2B5EF4-FFF2-40B4-BE49-F238E27FC236}">
                <a16:creationId xmlns:a16="http://schemas.microsoft.com/office/drawing/2014/main" id="{8D03D195-CF07-9FB6-6BED-18634344C31B}"/>
              </a:ext>
            </a:extLst>
          </p:cNvPr>
          <p:cNvSpPr txBox="1"/>
          <p:nvPr/>
        </p:nvSpPr>
        <p:spPr>
          <a:xfrm>
            <a:off x="3472488" y="1322475"/>
            <a:ext cx="4405730" cy="1785104"/>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latin typeface="Roboto Light"/>
                <a:ea typeface="Roboto Light"/>
                <a:cs typeface="Roboto Light"/>
              </a:rPr>
              <a:t>The data integration team had no set guidelines for API Data Ingestion which lead to longer development times for pipelines, along with challenging maintenance of their code</a:t>
            </a:r>
          </a:p>
          <a:p>
            <a:r>
              <a:rPr lang="en-AU">
                <a:latin typeface="Roboto Light"/>
                <a:ea typeface="Roboto Light"/>
                <a:cs typeface="Roboto Light"/>
              </a:rPr>
              <a:t>Analysed the requirements and prepared a recommendation pack with the optimum solutions</a:t>
            </a:r>
            <a:endParaRPr lang="en-AU">
              <a:cs typeface="Roboto Light"/>
            </a:endParaRPr>
          </a:p>
          <a:p>
            <a:r>
              <a:rPr lang="en-AU">
                <a:latin typeface="Roboto Light"/>
                <a:ea typeface="Roboto Light"/>
                <a:cs typeface="Roboto Light"/>
              </a:rPr>
              <a:t>Discussed the pros and cons of each solution and provided the results from the POCs</a:t>
            </a:r>
          </a:p>
          <a:p>
            <a:r>
              <a:rPr lang="en-AU">
                <a:latin typeface="Roboto Light"/>
                <a:ea typeface="Roboto Light"/>
                <a:cs typeface="Roboto Light"/>
              </a:rPr>
              <a:t>Created a YAML configuration driven by a Python framework to ingest data from API's and to data sink in Google Cloud Platform</a:t>
            </a:r>
            <a:endParaRPr lang="en-AU">
              <a:cs typeface="Roboto Light"/>
            </a:endParaRPr>
          </a:p>
          <a:p>
            <a:r>
              <a:rPr lang="en-AU">
                <a:latin typeface="Roboto Light"/>
                <a:ea typeface="Roboto Light"/>
                <a:cs typeface="Roboto Light"/>
              </a:rPr>
              <a:t>Created the automatic unit test script for testing the framework</a:t>
            </a:r>
          </a:p>
          <a:p>
            <a:endParaRPr lang="en-AU">
              <a:latin typeface="Roboto Light"/>
              <a:ea typeface="Roboto Light"/>
              <a:cs typeface="Roboto Light"/>
            </a:endParaRPr>
          </a:p>
        </p:txBody>
      </p:sp>
      <p:cxnSp>
        <p:nvCxnSpPr>
          <p:cNvPr id="24" name="Straight Connector 23">
            <a:extLst>
              <a:ext uri="{FF2B5EF4-FFF2-40B4-BE49-F238E27FC236}">
                <a16:creationId xmlns:a16="http://schemas.microsoft.com/office/drawing/2014/main" id="{BBFCADA7-3772-6BE2-3153-4C21A1BC6FD4}"/>
              </a:ext>
            </a:extLst>
          </p:cNvPr>
          <p:cNvCxnSpPr>
            <a:cxnSpLocks/>
          </p:cNvCxnSpPr>
          <p:nvPr/>
        </p:nvCxnSpPr>
        <p:spPr>
          <a:xfrm>
            <a:off x="3440589" y="1393228"/>
            <a:ext cx="0" cy="148764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23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625A100-D2D7-678A-EAAC-21AC97647164}"/>
              </a:ext>
            </a:extLst>
          </p:cNvPr>
          <p:cNvSpPr txBox="1"/>
          <p:nvPr/>
        </p:nvSpPr>
        <p:spPr>
          <a:xfrm>
            <a:off x="890810" y="3515439"/>
            <a:ext cx="4889314" cy="147732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latin typeface="Roboto Light"/>
                <a:ea typeface="Roboto Light"/>
                <a:cs typeface="Roboto Light"/>
              </a:rPr>
              <a:t>Designed the solution and technical design for the Batch pipeline</a:t>
            </a:r>
          </a:p>
          <a:p>
            <a:r>
              <a:rPr lang="en-AU">
                <a:latin typeface="Roboto Light"/>
                <a:ea typeface="Roboto Light"/>
                <a:cs typeface="Roboto Light"/>
              </a:rPr>
              <a:t>Designed &amp; built data ingestions – pipeline framework in GCP using Dataflow, Cloud Storage, </a:t>
            </a:r>
            <a:r>
              <a:rPr lang="en-AU" err="1">
                <a:latin typeface="Roboto Light"/>
                <a:ea typeface="Roboto Light"/>
                <a:cs typeface="Roboto Light"/>
              </a:rPr>
              <a:t>BigQuery</a:t>
            </a:r>
            <a:r>
              <a:rPr lang="en-AU">
                <a:latin typeface="Roboto Light"/>
                <a:ea typeface="Roboto Light"/>
                <a:cs typeface="Roboto Light"/>
              </a:rPr>
              <a:t>, Airflow, Cloud Logging &amp; Monitoring and various other tools</a:t>
            </a:r>
            <a:r>
              <a:rPr lang="en-AU">
                <a:latin typeface="Arial"/>
                <a:ea typeface="Roboto Light"/>
                <a:cs typeface="Arial"/>
              </a:rPr>
              <a:t> </a:t>
            </a:r>
            <a:endParaRPr lang="en-AU">
              <a:latin typeface="Roboto Light"/>
              <a:ea typeface="Roboto Light"/>
              <a:cs typeface="Roboto Light"/>
            </a:endParaRPr>
          </a:p>
          <a:p>
            <a:r>
              <a:rPr lang="en-AU">
                <a:latin typeface="Roboto Light"/>
                <a:ea typeface="Roboto Light"/>
                <a:cs typeface="Roboto Light"/>
              </a:rPr>
              <a:t>Built and unit tested the batch pipeline using Google Cloud composer</a:t>
            </a:r>
          </a:p>
          <a:p>
            <a:r>
              <a:rPr lang="en-AU">
                <a:latin typeface="Roboto Light"/>
                <a:ea typeface="Roboto Light"/>
                <a:cs typeface="Roboto Light"/>
              </a:rPr>
              <a:t>Liaised with the respective stakeholders around the changes in scope of requirements and ensured that the same is reflected in the design</a:t>
            </a:r>
          </a:p>
          <a:p>
            <a:r>
              <a:rPr lang="en-AU">
                <a:latin typeface="Roboto Light"/>
                <a:ea typeface="Roboto Light"/>
                <a:cs typeface="Roboto Light"/>
              </a:rPr>
              <a:t>Ran data analytics using Google </a:t>
            </a:r>
            <a:r>
              <a:rPr lang="en-AU" err="1">
                <a:latin typeface="Roboto Light"/>
                <a:ea typeface="Roboto Light"/>
                <a:cs typeface="Roboto Light"/>
              </a:rPr>
              <a:t>BigQuery</a:t>
            </a:r>
            <a:r>
              <a:rPr lang="en-AU">
                <a:latin typeface="Roboto Light"/>
                <a:ea typeface="Roboto Light"/>
                <a:cs typeface="Roboto Light"/>
              </a:rPr>
              <a:t>.</a:t>
            </a:r>
          </a:p>
          <a:p>
            <a:endParaRPr lang="en-AU">
              <a:latin typeface="Roboto Light"/>
              <a:ea typeface="Roboto Light"/>
              <a:cs typeface="Roboto Light"/>
            </a:endParaRPr>
          </a:p>
        </p:txBody>
      </p:sp>
      <p:cxnSp>
        <p:nvCxnSpPr>
          <p:cNvPr id="9" name="Straight Connector 8">
            <a:extLst>
              <a:ext uri="{FF2B5EF4-FFF2-40B4-BE49-F238E27FC236}">
                <a16:creationId xmlns:a16="http://schemas.microsoft.com/office/drawing/2014/main" id="{28BC0C1E-019F-7669-24BA-4B40B9BA3FD9}"/>
              </a:ext>
            </a:extLst>
          </p:cNvPr>
          <p:cNvCxnSpPr>
            <a:cxnSpLocks/>
          </p:cNvCxnSpPr>
          <p:nvPr/>
        </p:nvCxnSpPr>
        <p:spPr>
          <a:xfrm>
            <a:off x="839685" y="3586192"/>
            <a:ext cx="0" cy="111474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5386D7-07DF-60B5-BD52-E38E720F2C71}"/>
              </a:ext>
            </a:extLst>
          </p:cNvPr>
          <p:cNvSpPr txBox="1"/>
          <p:nvPr/>
        </p:nvSpPr>
        <p:spPr>
          <a:xfrm>
            <a:off x="732809" y="3244440"/>
            <a:ext cx="4192693" cy="461665"/>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Financial Services Organisation – Data Engineer</a:t>
            </a:r>
          </a:p>
          <a:p>
            <a:endParaRPr lang="en-AU" sz="1200" b="1">
              <a:solidFill>
                <a:srgbClr val="0059FF"/>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93498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82A567-584C-4D93-9158-A7B4388F9B7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D78DE8-CA0B-4723-AF37-2B344746F8D2}">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2025-01-20T02:57:06Z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