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9" r:id="rId4"/>
  </p:sldMasterIdLst>
  <p:sldIdLst>
    <p:sldId id="270" r:id="rId5"/>
  </p:sldIdLst>
  <p:sldSz cx="10058400" cy="7772400"/>
  <p:notesSz cx="9144000" cy="6858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448" userDrawn="1">
          <p15:clr>
            <a:srgbClr val="A4A3A4"/>
          </p15:clr>
        </p15:guide>
        <p15:guide id="2" pos="3168" userDrawn="1">
          <p15:clr>
            <a:srgbClr val="A4A3A4"/>
          </p15:clr>
        </p15:guide>
        <p15:guide id="3" pos="311" userDrawn="1">
          <p15:clr>
            <a:srgbClr val="A4A3A4"/>
          </p15:clr>
        </p15:guide>
        <p15:guide id="4" pos="5994" userDrawn="1">
          <p15:clr>
            <a:srgbClr val="A4A3A4"/>
          </p15:clr>
        </p15:guide>
        <p15:guide id="5" orient="horz" pos="148" userDrawn="1">
          <p15:clr>
            <a:srgbClr val="A4A3A4"/>
          </p15:clr>
        </p15:guide>
        <p15:guide id="6" orient="horz" pos="474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F2B3F"/>
    <a:srgbClr val="0059FF"/>
    <a:srgbClr val="00AB80"/>
    <a:srgbClr val="A93584"/>
    <a:srgbClr val="ED7D3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EA5FBEC-D3EB-4A91-919E-8BA887C72A11}" v="5" dt="2023-02-06T23:06:38.79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6588"/>
    <p:restoredTop sz="95595"/>
  </p:normalViewPr>
  <p:slideViewPr>
    <p:cSldViewPr snapToGrid="0" snapToObjects="1">
      <p:cViewPr varScale="1">
        <p:scale>
          <a:sx n="101" d="100"/>
          <a:sy n="101" d="100"/>
        </p:scale>
        <p:origin x="2148" y="72"/>
      </p:cViewPr>
      <p:guideLst>
        <p:guide orient="horz" pos="2448"/>
        <p:guide pos="3168"/>
        <p:guide pos="311"/>
        <p:guide pos="5994"/>
        <p:guide orient="horz" pos="148"/>
        <p:guide orient="horz" pos="4748"/>
      </p:guideLst>
    </p:cSldViewPr>
  </p:slideViewPr>
  <p:notesTextViewPr>
    <p:cViewPr>
      <p:scale>
        <a:sx n="1" d="1"/>
        <a:sy n="1" d="1"/>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viewProps" Target="view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presProps" Target="presProps.xml"/><Relationship Id="rId11" Type="http://schemas.microsoft.com/office/2015/10/relationships/revisionInfo" Target="revisionInfo.xml"/><Relationship Id="rId5" Type="http://schemas.openxmlformats.org/officeDocument/2006/relationships/slide" Target="slides/slide1.xml"/><Relationship Id="rId10"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rcy Roach" userId="ba676ee9-e9b4-49e8-a515-8077106c948d" providerId="ADAL" clId="{BEA5FBEC-D3EB-4A91-919E-8BA887C72A11}"/>
    <pc:docChg chg="undo custSel modSld">
      <pc:chgData name="Darcy Roach" userId="ba676ee9-e9b4-49e8-a515-8077106c948d" providerId="ADAL" clId="{BEA5FBEC-D3EB-4A91-919E-8BA887C72A11}" dt="2023-02-07T01:27:08.708" v="1663" actId="14100"/>
      <pc:docMkLst>
        <pc:docMk/>
      </pc:docMkLst>
      <pc:sldChg chg="addSp delSp modSp mod">
        <pc:chgData name="Darcy Roach" userId="ba676ee9-e9b4-49e8-a515-8077106c948d" providerId="ADAL" clId="{BEA5FBEC-D3EB-4A91-919E-8BA887C72A11}" dt="2023-02-07T01:27:08.708" v="1663" actId="14100"/>
        <pc:sldMkLst>
          <pc:docMk/>
          <pc:sldMk cId="2009923557" sldId="270"/>
        </pc:sldMkLst>
        <pc:spChg chg="mod">
          <ac:chgData name="Darcy Roach" userId="ba676ee9-e9b4-49e8-a515-8077106c948d" providerId="ADAL" clId="{BEA5FBEC-D3EB-4A91-919E-8BA887C72A11}" dt="2023-02-07T01:26:25.342" v="1658" actId="1076"/>
          <ac:spMkLst>
            <pc:docMk/>
            <pc:sldMk cId="2009923557" sldId="270"/>
            <ac:spMk id="2" creationId="{2FA774CA-3857-9308-4D38-9414B0CC2B95}"/>
          </ac:spMkLst>
        </pc:spChg>
        <pc:spChg chg="del mod">
          <ac:chgData name="Darcy Roach" userId="ba676ee9-e9b4-49e8-a515-8077106c948d" providerId="ADAL" clId="{BEA5FBEC-D3EB-4A91-919E-8BA887C72A11}" dt="2023-02-06T23:06:34.775" v="667" actId="21"/>
          <ac:spMkLst>
            <pc:docMk/>
            <pc:sldMk cId="2009923557" sldId="270"/>
            <ac:spMk id="4" creationId="{80F49B2F-21D4-F9EB-049F-717A10CB7D84}"/>
          </ac:spMkLst>
        </pc:spChg>
        <pc:spChg chg="mod">
          <ac:chgData name="Darcy Roach" userId="ba676ee9-e9b4-49e8-a515-8077106c948d" providerId="ADAL" clId="{BEA5FBEC-D3EB-4A91-919E-8BA887C72A11}" dt="2023-02-06T23:26:18.828" v="1162" actId="20577"/>
          <ac:spMkLst>
            <pc:docMk/>
            <pc:sldMk cId="2009923557" sldId="270"/>
            <ac:spMk id="6" creationId="{701E125D-B356-8A2A-B86B-AB6567CEABE1}"/>
          </ac:spMkLst>
        </pc:spChg>
        <pc:spChg chg="mod">
          <ac:chgData name="Darcy Roach" userId="ba676ee9-e9b4-49e8-a515-8077106c948d" providerId="ADAL" clId="{BEA5FBEC-D3EB-4A91-919E-8BA887C72A11}" dt="2023-02-07T01:26:11.403" v="1656" actId="20577"/>
          <ac:spMkLst>
            <pc:docMk/>
            <pc:sldMk cId="2009923557" sldId="270"/>
            <ac:spMk id="8" creationId="{59FEB941-5146-6B10-4E4D-8A4ADE918AEF}"/>
          </ac:spMkLst>
        </pc:spChg>
        <pc:spChg chg="mod">
          <ac:chgData name="Darcy Roach" userId="ba676ee9-e9b4-49e8-a515-8077106c948d" providerId="ADAL" clId="{BEA5FBEC-D3EB-4A91-919E-8BA887C72A11}" dt="2023-02-07T01:23:47.449" v="1635" actId="20577"/>
          <ac:spMkLst>
            <pc:docMk/>
            <pc:sldMk cId="2009923557" sldId="270"/>
            <ac:spMk id="10" creationId="{06312B81-BCF1-2796-C112-3DBE0E02F483}"/>
          </ac:spMkLst>
        </pc:spChg>
        <pc:spChg chg="del">
          <ac:chgData name="Darcy Roach" userId="ba676ee9-e9b4-49e8-a515-8077106c948d" providerId="ADAL" clId="{BEA5FBEC-D3EB-4A91-919E-8BA887C72A11}" dt="2023-02-05T22:16:19.568" v="74" actId="478"/>
          <ac:spMkLst>
            <pc:docMk/>
            <pc:sldMk cId="2009923557" sldId="270"/>
            <ac:spMk id="12" creationId="{4C564B5F-C81D-1622-FD73-F33FA259FDC6}"/>
          </ac:spMkLst>
        </pc:spChg>
        <pc:spChg chg="mod">
          <ac:chgData name="Darcy Roach" userId="ba676ee9-e9b4-49e8-a515-8077106c948d" providerId="ADAL" clId="{BEA5FBEC-D3EB-4A91-919E-8BA887C72A11}" dt="2023-02-05T22:14:20.410" v="33" actId="20577"/>
          <ac:spMkLst>
            <pc:docMk/>
            <pc:sldMk cId="2009923557" sldId="270"/>
            <ac:spMk id="13" creationId="{FD2720C9-A79F-BD7F-E179-674AD67D7892}"/>
          </ac:spMkLst>
        </pc:spChg>
        <pc:spChg chg="mod">
          <ac:chgData name="Darcy Roach" userId="ba676ee9-e9b4-49e8-a515-8077106c948d" providerId="ADAL" clId="{BEA5FBEC-D3EB-4A91-919E-8BA887C72A11}" dt="2023-02-06T23:06:56.995" v="677" actId="1035"/>
          <ac:spMkLst>
            <pc:docMk/>
            <pc:sldMk cId="2009923557" sldId="270"/>
            <ac:spMk id="14" creationId="{476A2B4B-DF73-B449-C876-B221F898C872}"/>
          </ac:spMkLst>
        </pc:spChg>
        <pc:spChg chg="add del mod">
          <ac:chgData name="Darcy Roach" userId="ba676ee9-e9b4-49e8-a515-8077106c948d" providerId="ADAL" clId="{BEA5FBEC-D3EB-4A91-919E-8BA887C72A11}" dt="2023-02-06T23:04:12.471" v="595" actId="21"/>
          <ac:spMkLst>
            <pc:docMk/>
            <pc:sldMk cId="2009923557" sldId="270"/>
            <ac:spMk id="16" creationId="{D082EAF5-4300-7B2A-84A5-C971CCF11938}"/>
          </ac:spMkLst>
        </pc:spChg>
        <pc:spChg chg="mod">
          <ac:chgData name="Darcy Roach" userId="ba676ee9-e9b4-49e8-a515-8077106c948d" providerId="ADAL" clId="{BEA5FBEC-D3EB-4A91-919E-8BA887C72A11}" dt="2023-02-06T23:06:17.897" v="663" actId="14100"/>
          <ac:spMkLst>
            <pc:docMk/>
            <pc:sldMk cId="2009923557" sldId="270"/>
            <ac:spMk id="17" creationId="{1BDE5051-9F34-F139-742D-4450E5D6591E}"/>
          </ac:spMkLst>
        </pc:spChg>
        <pc:spChg chg="mod">
          <ac:chgData name="Darcy Roach" userId="ba676ee9-e9b4-49e8-a515-8077106c948d" providerId="ADAL" clId="{BEA5FBEC-D3EB-4A91-919E-8BA887C72A11}" dt="2023-02-07T01:23:08.397" v="1633" actId="20577"/>
          <ac:spMkLst>
            <pc:docMk/>
            <pc:sldMk cId="2009923557" sldId="270"/>
            <ac:spMk id="19" creationId="{7513C49A-2DF2-8111-FED4-FC07A8EAD258}"/>
          </ac:spMkLst>
        </pc:spChg>
        <pc:spChg chg="mod">
          <ac:chgData name="Darcy Roach" userId="ba676ee9-e9b4-49e8-a515-8077106c948d" providerId="ADAL" clId="{BEA5FBEC-D3EB-4A91-919E-8BA887C72A11}" dt="2023-02-06T23:06:50.568" v="672" actId="14100"/>
          <ac:spMkLst>
            <pc:docMk/>
            <pc:sldMk cId="2009923557" sldId="270"/>
            <ac:spMk id="23" creationId="{5D7A612B-9DC7-1D9B-3085-CDB0F937FDB8}"/>
          </ac:spMkLst>
        </pc:spChg>
        <pc:spChg chg="mod">
          <ac:chgData name="Darcy Roach" userId="ba676ee9-e9b4-49e8-a515-8077106c948d" providerId="ADAL" clId="{BEA5FBEC-D3EB-4A91-919E-8BA887C72A11}" dt="2023-02-06T23:06:29.304" v="666" actId="1035"/>
          <ac:spMkLst>
            <pc:docMk/>
            <pc:sldMk cId="2009923557" sldId="270"/>
            <ac:spMk id="26" creationId="{1A3D666D-00C8-D106-73C3-9FF300F8618C}"/>
          </ac:spMkLst>
        </pc:spChg>
        <pc:spChg chg="mod">
          <ac:chgData name="Darcy Roach" userId="ba676ee9-e9b4-49e8-a515-8077106c948d" providerId="ADAL" clId="{BEA5FBEC-D3EB-4A91-919E-8BA887C72A11}" dt="2023-02-07T01:26:41.097" v="1660" actId="1076"/>
          <ac:spMkLst>
            <pc:docMk/>
            <pc:sldMk cId="2009923557" sldId="270"/>
            <ac:spMk id="28" creationId="{6059F888-3BDF-A1C0-65E5-CB6FDD43D97C}"/>
          </ac:spMkLst>
        </pc:spChg>
        <pc:spChg chg="add del mod">
          <ac:chgData name="Darcy Roach" userId="ba676ee9-e9b4-49e8-a515-8077106c948d" providerId="ADAL" clId="{BEA5FBEC-D3EB-4A91-919E-8BA887C72A11}" dt="2023-02-06T23:04:55.444" v="602" actId="21"/>
          <ac:spMkLst>
            <pc:docMk/>
            <pc:sldMk cId="2009923557" sldId="270"/>
            <ac:spMk id="29" creationId="{7504EA59-F0B7-1032-B02F-E8095F7924FD}"/>
          </ac:spMkLst>
        </pc:spChg>
        <pc:spChg chg="add del mod">
          <ac:chgData name="Darcy Roach" userId="ba676ee9-e9b4-49e8-a515-8077106c948d" providerId="ADAL" clId="{BEA5FBEC-D3EB-4A91-919E-8BA887C72A11}" dt="2023-02-06T23:05:17.021" v="607"/>
          <ac:spMkLst>
            <pc:docMk/>
            <pc:sldMk cId="2009923557" sldId="270"/>
            <ac:spMk id="30" creationId="{DF66B711-4594-0917-B7E9-F4181565622F}"/>
          </ac:spMkLst>
        </pc:spChg>
        <pc:spChg chg="add mod">
          <ac:chgData name="Darcy Roach" userId="ba676ee9-e9b4-49e8-a515-8077106c948d" providerId="ADAL" clId="{BEA5FBEC-D3EB-4A91-919E-8BA887C72A11}" dt="2023-02-06T23:08:13.548" v="703" actId="20577"/>
          <ac:spMkLst>
            <pc:docMk/>
            <pc:sldMk cId="2009923557" sldId="270"/>
            <ac:spMk id="31" creationId="{10454B81-4CBC-39FA-103A-34106F538FB0}"/>
          </ac:spMkLst>
        </pc:spChg>
        <pc:spChg chg="mod">
          <ac:chgData name="Darcy Roach" userId="ba676ee9-e9b4-49e8-a515-8077106c948d" providerId="ADAL" clId="{BEA5FBEC-D3EB-4A91-919E-8BA887C72A11}" dt="2023-02-06T23:31:51.004" v="1249" actId="20577"/>
          <ac:spMkLst>
            <pc:docMk/>
            <pc:sldMk cId="2009923557" sldId="270"/>
            <ac:spMk id="32" creationId="{2BB131CB-F34C-0D89-4684-BD31B041F534}"/>
          </ac:spMkLst>
        </pc:spChg>
        <pc:spChg chg="add mod">
          <ac:chgData name="Darcy Roach" userId="ba676ee9-e9b4-49e8-a515-8077106c948d" providerId="ADAL" clId="{BEA5FBEC-D3EB-4A91-919E-8BA887C72A11}" dt="2023-02-06T23:06:38.799" v="671"/>
          <ac:spMkLst>
            <pc:docMk/>
            <pc:sldMk cId="2009923557" sldId="270"/>
            <ac:spMk id="34" creationId="{0FD83A04-ADA0-563A-4313-59214CB614F1}"/>
          </ac:spMkLst>
        </pc:spChg>
        <pc:spChg chg="mod">
          <ac:chgData name="Darcy Roach" userId="ba676ee9-e9b4-49e8-a515-8077106c948d" providerId="ADAL" clId="{BEA5FBEC-D3EB-4A91-919E-8BA887C72A11}" dt="2023-02-06T23:17:00.510" v="985" actId="20577"/>
          <ac:spMkLst>
            <pc:docMk/>
            <pc:sldMk cId="2009923557" sldId="270"/>
            <ac:spMk id="38" creationId="{AB47A2EE-BF0B-DB05-8B7C-DB6594B2B3D5}"/>
          </ac:spMkLst>
        </pc:spChg>
        <pc:spChg chg="mod">
          <ac:chgData name="Darcy Roach" userId="ba676ee9-e9b4-49e8-a515-8077106c948d" providerId="ADAL" clId="{BEA5FBEC-D3EB-4A91-919E-8BA887C72A11}" dt="2023-02-06T23:32:02.983" v="1250" actId="1076"/>
          <ac:spMkLst>
            <pc:docMk/>
            <pc:sldMk cId="2009923557" sldId="270"/>
            <ac:spMk id="39" creationId="{3EA81938-6A76-B850-B0E8-A5F905AEBA98}"/>
          </ac:spMkLst>
        </pc:spChg>
        <pc:grpChg chg="mod">
          <ac:chgData name="Darcy Roach" userId="ba676ee9-e9b4-49e8-a515-8077106c948d" providerId="ADAL" clId="{BEA5FBEC-D3EB-4A91-919E-8BA887C72A11}" dt="2023-02-06T23:32:02.983" v="1250" actId="1076"/>
          <ac:grpSpMkLst>
            <pc:docMk/>
            <pc:sldMk cId="2009923557" sldId="270"/>
            <ac:grpSpMk id="5" creationId="{980A06B1-0A2F-7DF6-91DB-0F6DFA896A23}"/>
          </ac:grpSpMkLst>
        </pc:grpChg>
        <pc:grpChg chg="mod">
          <ac:chgData name="Darcy Roach" userId="ba676ee9-e9b4-49e8-a515-8077106c948d" providerId="ADAL" clId="{BEA5FBEC-D3EB-4A91-919E-8BA887C72A11}" dt="2023-02-07T01:26:41.097" v="1660" actId="1076"/>
          <ac:grpSpMkLst>
            <pc:docMk/>
            <pc:sldMk cId="2009923557" sldId="270"/>
            <ac:grpSpMk id="18" creationId="{E0B3FDFC-4A78-346F-E1D4-E183BEB90A60}"/>
          </ac:grpSpMkLst>
        </pc:grpChg>
        <pc:grpChg chg="mod">
          <ac:chgData name="Darcy Roach" userId="ba676ee9-e9b4-49e8-a515-8077106c948d" providerId="ADAL" clId="{BEA5FBEC-D3EB-4A91-919E-8BA887C72A11}" dt="2023-02-07T01:26:25.342" v="1658" actId="1076"/>
          <ac:grpSpMkLst>
            <pc:docMk/>
            <pc:sldMk cId="2009923557" sldId="270"/>
            <ac:grpSpMk id="163" creationId="{E52FDF9F-B084-9074-7DB9-539AD5456487}"/>
          </ac:grpSpMkLst>
        </pc:grpChg>
        <pc:cxnChg chg="mod">
          <ac:chgData name="Darcy Roach" userId="ba676ee9-e9b4-49e8-a515-8077106c948d" providerId="ADAL" clId="{BEA5FBEC-D3EB-4A91-919E-8BA887C72A11}" dt="2023-02-07T01:26:18.770" v="1657" actId="14100"/>
          <ac:cxnSpMkLst>
            <pc:docMk/>
            <pc:sldMk cId="2009923557" sldId="270"/>
            <ac:cxnSpMk id="3" creationId="{67C34E10-2CF8-9BCA-1CC6-D78A3FF9CA80}"/>
          </ac:cxnSpMkLst>
        </pc:cxnChg>
        <pc:cxnChg chg="mod">
          <ac:chgData name="Darcy Roach" userId="ba676ee9-e9b4-49e8-a515-8077106c948d" providerId="ADAL" clId="{BEA5FBEC-D3EB-4A91-919E-8BA887C72A11}" dt="2023-02-07T01:27:08.708" v="1663" actId="14100"/>
          <ac:cxnSpMkLst>
            <pc:docMk/>
            <pc:sldMk cId="2009923557" sldId="270"/>
            <ac:cxnSpMk id="15" creationId="{F87F05F2-DA4C-4F55-A5D0-1887110DF155}"/>
          </ac:cxnSpMkLst>
        </pc:cxnChg>
        <pc:cxnChg chg="mod">
          <ac:chgData name="Darcy Roach" userId="ba676ee9-e9b4-49e8-a515-8077106c948d" providerId="ADAL" clId="{BEA5FBEC-D3EB-4A91-919E-8BA887C72A11}" dt="2023-02-07T01:26:52.819" v="1662" actId="14100"/>
          <ac:cxnSpMkLst>
            <pc:docMk/>
            <pc:sldMk cId="2009923557" sldId="270"/>
            <ac:cxnSpMk id="21" creationId="{B0913DE4-461D-CE43-AABC-C4B3D7D22F45}"/>
          </ac:cxnSpMkLst>
        </pc:cxnChg>
        <pc:cxnChg chg="mod">
          <ac:chgData name="Darcy Roach" userId="ba676ee9-e9b4-49e8-a515-8077106c948d" providerId="ADAL" clId="{BEA5FBEC-D3EB-4A91-919E-8BA887C72A11}" dt="2023-02-06T23:06:37.029" v="670" actId="1035"/>
          <ac:cxnSpMkLst>
            <pc:docMk/>
            <pc:sldMk cId="2009923557" sldId="270"/>
            <ac:cxnSpMk id="27" creationId="{FA56C067-11D9-4FE3-B97E-743BDA13E1DD}"/>
          </ac:cxnSpMkLst>
        </pc:cxnChg>
      </pc:sldChg>
    </pc:docChg>
  </pc:docChgLst>
  <pc:docChgLst>
    <pc:chgData name="Darcy Roach" userId="ba676ee9-e9b4-49e8-a515-8077106c948d" providerId="ADAL" clId="{C5F28975-C772-4DBE-A863-02A0F5053BF5}"/>
    <pc:docChg chg="custSel modSld">
      <pc:chgData name="Darcy Roach" userId="ba676ee9-e9b4-49e8-a515-8077106c948d" providerId="ADAL" clId="{C5F28975-C772-4DBE-A863-02A0F5053BF5}" dt="2023-02-07T03:55:09.262" v="78" actId="20577"/>
      <pc:docMkLst>
        <pc:docMk/>
      </pc:docMkLst>
      <pc:sldChg chg="modSp mod">
        <pc:chgData name="Darcy Roach" userId="ba676ee9-e9b4-49e8-a515-8077106c948d" providerId="ADAL" clId="{C5F28975-C772-4DBE-A863-02A0F5053BF5}" dt="2023-02-07T03:55:09.262" v="78" actId="20577"/>
        <pc:sldMkLst>
          <pc:docMk/>
          <pc:sldMk cId="2009923557" sldId="270"/>
        </pc:sldMkLst>
        <pc:spChg chg="mod">
          <ac:chgData name="Darcy Roach" userId="ba676ee9-e9b4-49e8-a515-8077106c948d" providerId="ADAL" clId="{C5F28975-C772-4DBE-A863-02A0F5053BF5}" dt="2023-02-07T03:55:09.262" v="78" actId="20577"/>
          <ac:spMkLst>
            <pc:docMk/>
            <pc:sldMk cId="2009923557" sldId="270"/>
            <ac:spMk id="28" creationId="{6059F888-3BDF-A1C0-65E5-CB6FDD43D97C}"/>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1272013"/>
            <a:ext cx="8549640" cy="2705947"/>
          </a:xfrm>
        </p:spPr>
        <p:txBody>
          <a:bodyPr anchor="b"/>
          <a:lstStyle>
            <a:lvl1pPr algn="ctr">
              <a:defRPr sz="6599"/>
            </a:lvl1pPr>
          </a:lstStyle>
          <a:p>
            <a:r>
              <a:rPr lang="en-US"/>
              <a:t>Click to edit Master title style</a:t>
            </a:r>
            <a:endParaRPr lang="en-US" dirty="0"/>
          </a:p>
        </p:txBody>
      </p:sp>
      <p:sp>
        <p:nvSpPr>
          <p:cNvPr id="3" name="Subtitle 2"/>
          <p:cNvSpPr>
            <a:spLocks noGrp="1"/>
          </p:cNvSpPr>
          <p:nvPr>
            <p:ph type="subTitle" idx="1"/>
          </p:nvPr>
        </p:nvSpPr>
        <p:spPr>
          <a:xfrm>
            <a:off x="1257300" y="4082310"/>
            <a:ext cx="7543800" cy="1876530"/>
          </a:xfrm>
        </p:spPr>
        <p:txBody>
          <a:bodyPr/>
          <a:lstStyle>
            <a:lvl1pPr marL="0" indent="0" algn="ctr">
              <a:buNone/>
              <a:defRPr sz="2640"/>
            </a:lvl1pPr>
            <a:lvl2pPr marL="502878" indent="0" algn="ctr">
              <a:buNone/>
              <a:defRPr sz="2200"/>
            </a:lvl2pPr>
            <a:lvl3pPr marL="1005755" indent="0" algn="ctr">
              <a:buNone/>
              <a:defRPr sz="1980"/>
            </a:lvl3pPr>
            <a:lvl4pPr marL="1508634" indent="0" algn="ctr">
              <a:buNone/>
              <a:defRPr sz="1760"/>
            </a:lvl4pPr>
            <a:lvl5pPr marL="2011512" indent="0" algn="ctr">
              <a:buNone/>
              <a:defRPr sz="1760"/>
            </a:lvl5pPr>
            <a:lvl6pPr marL="2514389" indent="0" algn="ctr">
              <a:buNone/>
              <a:defRPr sz="1760"/>
            </a:lvl6pPr>
            <a:lvl7pPr marL="3017267" indent="0" algn="ctr">
              <a:buNone/>
              <a:defRPr sz="1760"/>
            </a:lvl7pPr>
            <a:lvl8pPr marL="3520145" indent="0" algn="ctr">
              <a:buNone/>
              <a:defRPr sz="1760"/>
            </a:lvl8pPr>
            <a:lvl9pPr marL="4023023" indent="0" algn="ctr">
              <a:buNone/>
              <a:defRPr sz="176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49057BF-143F-654A-BE61-7BF52D905453}" type="datetimeFigureOut">
              <a:rPr lang="en-US" smtClean="0"/>
              <a:t>2/7/2023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4437615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49057BF-143F-654A-BE61-7BF52D905453}" type="datetimeFigureOut">
              <a:rPr lang="en-US" smtClean="0"/>
              <a:t>2/7/2023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14082210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6277" y="1937705"/>
            <a:ext cx="8675370" cy="3233102"/>
          </a:xfrm>
        </p:spPr>
        <p:txBody>
          <a:bodyPr anchor="b"/>
          <a:lstStyle>
            <a:lvl1pPr>
              <a:defRPr sz="6599"/>
            </a:lvl1pPr>
          </a:lstStyle>
          <a:p>
            <a:r>
              <a:rPr lang="en-US"/>
              <a:t>Click to edit Master title style</a:t>
            </a:r>
            <a:endParaRPr lang="en-US" dirty="0"/>
          </a:p>
        </p:txBody>
      </p:sp>
      <p:sp>
        <p:nvSpPr>
          <p:cNvPr id="3" name="Text Placeholder 2"/>
          <p:cNvSpPr>
            <a:spLocks noGrp="1"/>
          </p:cNvSpPr>
          <p:nvPr>
            <p:ph type="body" idx="1"/>
          </p:nvPr>
        </p:nvSpPr>
        <p:spPr>
          <a:xfrm>
            <a:off x="686277" y="5201393"/>
            <a:ext cx="8675370" cy="1700212"/>
          </a:xfrm>
        </p:spPr>
        <p:txBody>
          <a:bodyPr/>
          <a:lstStyle>
            <a:lvl1pPr marL="0" indent="0">
              <a:buNone/>
              <a:defRPr sz="2640">
                <a:solidFill>
                  <a:schemeClr val="tx1"/>
                </a:solidFill>
              </a:defRPr>
            </a:lvl1pPr>
            <a:lvl2pPr marL="502878" indent="0">
              <a:buNone/>
              <a:defRPr sz="2200">
                <a:solidFill>
                  <a:schemeClr val="tx1">
                    <a:tint val="75000"/>
                  </a:schemeClr>
                </a:solidFill>
              </a:defRPr>
            </a:lvl2pPr>
            <a:lvl3pPr marL="1005755" indent="0">
              <a:buNone/>
              <a:defRPr sz="1980">
                <a:solidFill>
                  <a:schemeClr val="tx1">
                    <a:tint val="75000"/>
                  </a:schemeClr>
                </a:solidFill>
              </a:defRPr>
            </a:lvl3pPr>
            <a:lvl4pPr marL="1508634" indent="0">
              <a:buNone/>
              <a:defRPr sz="1760">
                <a:solidFill>
                  <a:schemeClr val="tx1">
                    <a:tint val="75000"/>
                  </a:schemeClr>
                </a:solidFill>
              </a:defRPr>
            </a:lvl4pPr>
            <a:lvl5pPr marL="2011512" indent="0">
              <a:buNone/>
              <a:defRPr sz="1760">
                <a:solidFill>
                  <a:schemeClr val="tx1">
                    <a:tint val="75000"/>
                  </a:schemeClr>
                </a:solidFill>
              </a:defRPr>
            </a:lvl5pPr>
            <a:lvl6pPr marL="2514389" indent="0">
              <a:buNone/>
              <a:defRPr sz="1760">
                <a:solidFill>
                  <a:schemeClr val="tx1">
                    <a:tint val="75000"/>
                  </a:schemeClr>
                </a:solidFill>
              </a:defRPr>
            </a:lvl6pPr>
            <a:lvl7pPr marL="3017267" indent="0">
              <a:buNone/>
              <a:defRPr sz="1760">
                <a:solidFill>
                  <a:schemeClr val="tx1">
                    <a:tint val="75000"/>
                  </a:schemeClr>
                </a:solidFill>
              </a:defRPr>
            </a:lvl7pPr>
            <a:lvl8pPr marL="3520145" indent="0">
              <a:buNone/>
              <a:defRPr sz="1760">
                <a:solidFill>
                  <a:schemeClr val="tx1">
                    <a:tint val="75000"/>
                  </a:schemeClr>
                </a:solidFill>
              </a:defRPr>
            </a:lvl8pPr>
            <a:lvl9pPr marL="4023023" indent="0">
              <a:buNone/>
              <a:defRPr sz="176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49057BF-143F-654A-BE61-7BF52D905453}" type="datetimeFigureOut">
              <a:rPr lang="en-US" smtClean="0"/>
              <a:t>2/7/2023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8786311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91515" y="2069042"/>
            <a:ext cx="4274820" cy="49315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92065" y="2069042"/>
            <a:ext cx="4274820" cy="49315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49057BF-143F-654A-BE61-7BF52D905453}" type="datetimeFigureOut">
              <a:rPr lang="en-US" smtClean="0"/>
              <a:t>2/7/2023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25855907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92825" y="413812"/>
            <a:ext cx="8675370" cy="1502305"/>
          </a:xfrm>
        </p:spPr>
        <p:txBody>
          <a:bodyPr/>
          <a:lstStyle/>
          <a:p>
            <a:r>
              <a:rPr lang="en-US"/>
              <a:t>Click to edit Master title style</a:t>
            </a:r>
            <a:endParaRPr lang="en-US" dirty="0"/>
          </a:p>
        </p:txBody>
      </p:sp>
      <p:sp>
        <p:nvSpPr>
          <p:cNvPr id="3" name="Text Placeholder 2"/>
          <p:cNvSpPr>
            <a:spLocks noGrp="1"/>
          </p:cNvSpPr>
          <p:nvPr>
            <p:ph type="body" idx="1"/>
          </p:nvPr>
        </p:nvSpPr>
        <p:spPr>
          <a:xfrm>
            <a:off x="692826" y="1905320"/>
            <a:ext cx="4255174" cy="933767"/>
          </a:xfrm>
        </p:spPr>
        <p:txBody>
          <a:bodyPr anchor="b"/>
          <a:lstStyle>
            <a:lvl1pPr marL="0" indent="0">
              <a:buNone/>
              <a:defRPr sz="2640" b="1"/>
            </a:lvl1pPr>
            <a:lvl2pPr marL="502878" indent="0">
              <a:buNone/>
              <a:defRPr sz="2200" b="1"/>
            </a:lvl2pPr>
            <a:lvl3pPr marL="1005755" indent="0">
              <a:buNone/>
              <a:defRPr sz="1980" b="1"/>
            </a:lvl3pPr>
            <a:lvl4pPr marL="1508634" indent="0">
              <a:buNone/>
              <a:defRPr sz="1760" b="1"/>
            </a:lvl4pPr>
            <a:lvl5pPr marL="2011512" indent="0">
              <a:buNone/>
              <a:defRPr sz="1760" b="1"/>
            </a:lvl5pPr>
            <a:lvl6pPr marL="2514389" indent="0">
              <a:buNone/>
              <a:defRPr sz="1760" b="1"/>
            </a:lvl6pPr>
            <a:lvl7pPr marL="3017267" indent="0">
              <a:buNone/>
              <a:defRPr sz="1760" b="1"/>
            </a:lvl7pPr>
            <a:lvl8pPr marL="3520145" indent="0">
              <a:buNone/>
              <a:defRPr sz="1760" b="1"/>
            </a:lvl8pPr>
            <a:lvl9pPr marL="4023023" indent="0">
              <a:buNone/>
              <a:defRPr sz="1760" b="1"/>
            </a:lvl9pPr>
          </a:lstStyle>
          <a:p>
            <a:pPr lvl="0"/>
            <a:r>
              <a:rPr lang="en-US"/>
              <a:t>Click to edit Master text styles</a:t>
            </a:r>
          </a:p>
        </p:txBody>
      </p:sp>
      <p:sp>
        <p:nvSpPr>
          <p:cNvPr id="4" name="Content Placeholder 3"/>
          <p:cNvSpPr>
            <a:spLocks noGrp="1"/>
          </p:cNvSpPr>
          <p:nvPr>
            <p:ph sz="half" idx="2"/>
          </p:nvPr>
        </p:nvSpPr>
        <p:spPr>
          <a:xfrm>
            <a:off x="692826" y="2839085"/>
            <a:ext cx="4255174" cy="41758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92066" y="1905320"/>
            <a:ext cx="4276130" cy="933767"/>
          </a:xfrm>
        </p:spPr>
        <p:txBody>
          <a:bodyPr anchor="b"/>
          <a:lstStyle>
            <a:lvl1pPr marL="0" indent="0">
              <a:buNone/>
              <a:defRPr sz="2640" b="1"/>
            </a:lvl1pPr>
            <a:lvl2pPr marL="502878" indent="0">
              <a:buNone/>
              <a:defRPr sz="2200" b="1"/>
            </a:lvl2pPr>
            <a:lvl3pPr marL="1005755" indent="0">
              <a:buNone/>
              <a:defRPr sz="1980" b="1"/>
            </a:lvl3pPr>
            <a:lvl4pPr marL="1508634" indent="0">
              <a:buNone/>
              <a:defRPr sz="1760" b="1"/>
            </a:lvl4pPr>
            <a:lvl5pPr marL="2011512" indent="0">
              <a:buNone/>
              <a:defRPr sz="1760" b="1"/>
            </a:lvl5pPr>
            <a:lvl6pPr marL="2514389" indent="0">
              <a:buNone/>
              <a:defRPr sz="1760" b="1"/>
            </a:lvl6pPr>
            <a:lvl7pPr marL="3017267" indent="0">
              <a:buNone/>
              <a:defRPr sz="1760" b="1"/>
            </a:lvl7pPr>
            <a:lvl8pPr marL="3520145" indent="0">
              <a:buNone/>
              <a:defRPr sz="1760" b="1"/>
            </a:lvl8pPr>
            <a:lvl9pPr marL="4023023" indent="0">
              <a:buNone/>
              <a:defRPr sz="1760" b="1"/>
            </a:lvl9pPr>
          </a:lstStyle>
          <a:p>
            <a:pPr lvl="0"/>
            <a:r>
              <a:rPr lang="en-US"/>
              <a:t>Click to edit Master text styles</a:t>
            </a:r>
          </a:p>
        </p:txBody>
      </p:sp>
      <p:sp>
        <p:nvSpPr>
          <p:cNvPr id="6" name="Content Placeholder 5"/>
          <p:cNvSpPr>
            <a:spLocks noGrp="1"/>
          </p:cNvSpPr>
          <p:nvPr>
            <p:ph sz="quarter" idx="4"/>
          </p:nvPr>
        </p:nvSpPr>
        <p:spPr>
          <a:xfrm>
            <a:off x="5092066" y="2839085"/>
            <a:ext cx="4276130" cy="41758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49057BF-143F-654A-BE61-7BF52D905453}" type="datetimeFigureOut">
              <a:rPr lang="en-US" smtClean="0"/>
              <a:t>2/7/2023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6127693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49057BF-143F-654A-BE61-7BF52D905453}" type="datetimeFigureOut">
              <a:rPr lang="en-US" smtClean="0"/>
              <a:t>2/7/2023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665881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49057BF-143F-654A-BE61-7BF52D905453}" type="datetimeFigureOut">
              <a:rPr lang="en-US" smtClean="0"/>
              <a:t>2/7/2023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10012561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92825" y="518160"/>
            <a:ext cx="3244096" cy="1813560"/>
          </a:xfrm>
        </p:spPr>
        <p:txBody>
          <a:bodyPr anchor="b"/>
          <a:lstStyle>
            <a:lvl1pPr>
              <a:defRPr sz="3519"/>
            </a:lvl1pPr>
          </a:lstStyle>
          <a:p>
            <a:r>
              <a:rPr lang="en-US"/>
              <a:t>Click to edit Master title style</a:t>
            </a:r>
            <a:endParaRPr lang="en-US" dirty="0"/>
          </a:p>
        </p:txBody>
      </p:sp>
      <p:sp>
        <p:nvSpPr>
          <p:cNvPr id="3" name="Content Placeholder 2"/>
          <p:cNvSpPr>
            <a:spLocks noGrp="1"/>
          </p:cNvSpPr>
          <p:nvPr>
            <p:ph idx="1"/>
          </p:nvPr>
        </p:nvSpPr>
        <p:spPr>
          <a:xfrm>
            <a:off x="4276130" y="1119083"/>
            <a:ext cx="5092065" cy="5523442"/>
          </a:xfrm>
        </p:spPr>
        <p:txBody>
          <a:bodyPr/>
          <a:lstStyle>
            <a:lvl1pPr>
              <a:defRPr sz="3519"/>
            </a:lvl1pPr>
            <a:lvl2pPr>
              <a:defRPr sz="3080"/>
            </a:lvl2pPr>
            <a:lvl3pPr>
              <a:defRPr sz="2640"/>
            </a:lvl3pPr>
            <a:lvl4pPr>
              <a:defRPr sz="2200"/>
            </a:lvl4pPr>
            <a:lvl5pPr>
              <a:defRPr sz="2200"/>
            </a:lvl5pPr>
            <a:lvl6pPr>
              <a:defRPr sz="2200"/>
            </a:lvl6pPr>
            <a:lvl7pPr>
              <a:defRPr sz="2200"/>
            </a:lvl7pPr>
            <a:lvl8pPr>
              <a:defRPr sz="2200"/>
            </a:lvl8pPr>
            <a:lvl9pPr>
              <a:defRPr sz="2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92825" y="2331720"/>
            <a:ext cx="3244096" cy="4319800"/>
          </a:xfrm>
        </p:spPr>
        <p:txBody>
          <a:bodyPr/>
          <a:lstStyle>
            <a:lvl1pPr marL="0" indent="0">
              <a:buNone/>
              <a:defRPr sz="1760"/>
            </a:lvl1pPr>
            <a:lvl2pPr marL="502878" indent="0">
              <a:buNone/>
              <a:defRPr sz="1540"/>
            </a:lvl2pPr>
            <a:lvl3pPr marL="1005755" indent="0">
              <a:buNone/>
              <a:defRPr sz="1320"/>
            </a:lvl3pPr>
            <a:lvl4pPr marL="1508634" indent="0">
              <a:buNone/>
              <a:defRPr sz="1100"/>
            </a:lvl4pPr>
            <a:lvl5pPr marL="2011512" indent="0">
              <a:buNone/>
              <a:defRPr sz="1100"/>
            </a:lvl5pPr>
            <a:lvl6pPr marL="2514389" indent="0">
              <a:buNone/>
              <a:defRPr sz="1100"/>
            </a:lvl6pPr>
            <a:lvl7pPr marL="3017267" indent="0">
              <a:buNone/>
              <a:defRPr sz="1100"/>
            </a:lvl7pPr>
            <a:lvl8pPr marL="3520145" indent="0">
              <a:buNone/>
              <a:defRPr sz="1100"/>
            </a:lvl8pPr>
            <a:lvl9pPr marL="4023023" indent="0">
              <a:buNone/>
              <a:defRPr sz="1100"/>
            </a:lvl9pPr>
          </a:lstStyle>
          <a:p>
            <a:pPr lvl="0"/>
            <a:r>
              <a:rPr lang="en-US"/>
              <a:t>Click to edit Master text styles</a:t>
            </a:r>
          </a:p>
        </p:txBody>
      </p:sp>
      <p:sp>
        <p:nvSpPr>
          <p:cNvPr id="5" name="Date Placeholder 4"/>
          <p:cNvSpPr>
            <a:spLocks noGrp="1"/>
          </p:cNvSpPr>
          <p:nvPr>
            <p:ph type="dt" sz="half" idx="10"/>
          </p:nvPr>
        </p:nvSpPr>
        <p:spPr/>
        <p:txBody>
          <a:bodyPr/>
          <a:lstStyle/>
          <a:p>
            <a:fld id="{449057BF-143F-654A-BE61-7BF52D905453}" type="datetimeFigureOut">
              <a:rPr lang="en-US" smtClean="0"/>
              <a:t>2/7/2023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27924861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92825" y="518160"/>
            <a:ext cx="3244096" cy="1813560"/>
          </a:xfrm>
        </p:spPr>
        <p:txBody>
          <a:bodyPr anchor="b"/>
          <a:lstStyle>
            <a:lvl1pPr>
              <a:defRPr sz="3519"/>
            </a:lvl1pPr>
          </a:lstStyle>
          <a:p>
            <a:r>
              <a:rPr lang="en-US"/>
              <a:t>Click to edit Master title style</a:t>
            </a:r>
            <a:endParaRPr lang="en-US" dirty="0"/>
          </a:p>
        </p:txBody>
      </p:sp>
      <p:sp>
        <p:nvSpPr>
          <p:cNvPr id="3" name="Picture Placeholder 2"/>
          <p:cNvSpPr>
            <a:spLocks noGrp="1" noChangeAspect="1"/>
          </p:cNvSpPr>
          <p:nvPr>
            <p:ph type="pic" idx="1"/>
          </p:nvPr>
        </p:nvSpPr>
        <p:spPr>
          <a:xfrm>
            <a:off x="4276130" y="1119083"/>
            <a:ext cx="5092065" cy="5523442"/>
          </a:xfrm>
        </p:spPr>
        <p:txBody>
          <a:bodyPr anchor="t"/>
          <a:lstStyle>
            <a:lvl1pPr marL="0" indent="0">
              <a:buNone/>
              <a:defRPr sz="3519"/>
            </a:lvl1pPr>
            <a:lvl2pPr marL="502878" indent="0">
              <a:buNone/>
              <a:defRPr sz="3080"/>
            </a:lvl2pPr>
            <a:lvl3pPr marL="1005755" indent="0">
              <a:buNone/>
              <a:defRPr sz="2640"/>
            </a:lvl3pPr>
            <a:lvl4pPr marL="1508634" indent="0">
              <a:buNone/>
              <a:defRPr sz="2200"/>
            </a:lvl4pPr>
            <a:lvl5pPr marL="2011512" indent="0">
              <a:buNone/>
              <a:defRPr sz="2200"/>
            </a:lvl5pPr>
            <a:lvl6pPr marL="2514389" indent="0">
              <a:buNone/>
              <a:defRPr sz="2200"/>
            </a:lvl6pPr>
            <a:lvl7pPr marL="3017267" indent="0">
              <a:buNone/>
              <a:defRPr sz="2200"/>
            </a:lvl7pPr>
            <a:lvl8pPr marL="3520145" indent="0">
              <a:buNone/>
              <a:defRPr sz="2200"/>
            </a:lvl8pPr>
            <a:lvl9pPr marL="4023023" indent="0">
              <a:buNone/>
              <a:defRPr sz="2200"/>
            </a:lvl9pPr>
          </a:lstStyle>
          <a:p>
            <a:r>
              <a:rPr lang="en-US"/>
              <a:t>Click icon to add picture</a:t>
            </a:r>
            <a:endParaRPr lang="en-US" dirty="0"/>
          </a:p>
        </p:txBody>
      </p:sp>
      <p:sp>
        <p:nvSpPr>
          <p:cNvPr id="4" name="Text Placeholder 3"/>
          <p:cNvSpPr>
            <a:spLocks noGrp="1"/>
          </p:cNvSpPr>
          <p:nvPr>
            <p:ph type="body" sz="half" idx="2"/>
          </p:nvPr>
        </p:nvSpPr>
        <p:spPr>
          <a:xfrm>
            <a:off x="692825" y="2331720"/>
            <a:ext cx="3244096" cy="4319800"/>
          </a:xfrm>
        </p:spPr>
        <p:txBody>
          <a:bodyPr/>
          <a:lstStyle>
            <a:lvl1pPr marL="0" indent="0">
              <a:buNone/>
              <a:defRPr sz="1760"/>
            </a:lvl1pPr>
            <a:lvl2pPr marL="502878" indent="0">
              <a:buNone/>
              <a:defRPr sz="1540"/>
            </a:lvl2pPr>
            <a:lvl3pPr marL="1005755" indent="0">
              <a:buNone/>
              <a:defRPr sz="1320"/>
            </a:lvl3pPr>
            <a:lvl4pPr marL="1508634" indent="0">
              <a:buNone/>
              <a:defRPr sz="1100"/>
            </a:lvl4pPr>
            <a:lvl5pPr marL="2011512" indent="0">
              <a:buNone/>
              <a:defRPr sz="1100"/>
            </a:lvl5pPr>
            <a:lvl6pPr marL="2514389" indent="0">
              <a:buNone/>
              <a:defRPr sz="1100"/>
            </a:lvl6pPr>
            <a:lvl7pPr marL="3017267" indent="0">
              <a:buNone/>
              <a:defRPr sz="1100"/>
            </a:lvl7pPr>
            <a:lvl8pPr marL="3520145" indent="0">
              <a:buNone/>
              <a:defRPr sz="1100"/>
            </a:lvl8pPr>
            <a:lvl9pPr marL="4023023" indent="0">
              <a:buNone/>
              <a:defRPr sz="1100"/>
            </a:lvl9pPr>
          </a:lstStyle>
          <a:p>
            <a:pPr lvl="0"/>
            <a:r>
              <a:rPr lang="en-US"/>
              <a:t>Click to edit Master text styles</a:t>
            </a:r>
          </a:p>
        </p:txBody>
      </p:sp>
      <p:sp>
        <p:nvSpPr>
          <p:cNvPr id="5" name="Date Placeholder 4"/>
          <p:cNvSpPr>
            <a:spLocks noGrp="1"/>
          </p:cNvSpPr>
          <p:nvPr>
            <p:ph type="dt" sz="half" idx="10"/>
          </p:nvPr>
        </p:nvSpPr>
        <p:spPr/>
        <p:txBody>
          <a:bodyPr/>
          <a:lstStyle/>
          <a:p>
            <a:fld id="{449057BF-143F-654A-BE61-7BF52D905453}" type="datetimeFigureOut">
              <a:rPr lang="en-US" smtClean="0"/>
              <a:t>2/7/2023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9427695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49057BF-143F-654A-BE61-7BF52D905453}" type="datetimeFigureOut">
              <a:rPr lang="en-US" smtClean="0"/>
              <a:t>2/7/2023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8788322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198044" y="413808"/>
            <a:ext cx="2168843" cy="658675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91515" y="413808"/>
            <a:ext cx="6380798" cy="65867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49057BF-143F-654A-BE61-7BF52D905453}" type="datetimeFigureOut">
              <a:rPr lang="en-US" smtClean="0"/>
              <a:t>2/7/2023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67888359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Default">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D195B98B-9858-C440-9948-61EB8C1DD8BC}"/>
              </a:ext>
            </a:extLst>
          </p:cNvPr>
          <p:cNvSpPr>
            <a:spLocks noGrp="1" noChangeAspect="1"/>
          </p:cNvSpPr>
          <p:nvPr>
            <p:ph type="pic" sz="quarter" idx="10"/>
          </p:nvPr>
        </p:nvSpPr>
        <p:spPr>
          <a:xfrm>
            <a:off x="449682" y="264259"/>
            <a:ext cx="2362366" cy="1413164"/>
          </a:xfrm>
          <a:prstGeom prst="ellipse">
            <a:avLst/>
          </a:prstGeom>
          <a:solidFill>
            <a:schemeClr val="bg1">
              <a:lumMod val="95000"/>
            </a:schemeClr>
          </a:solidFill>
          <a:ln w="31750">
            <a:solidFill>
              <a:schemeClr val="accent1">
                <a:lumMod val="75000"/>
              </a:schemeClr>
            </a:solidFill>
            <a:miter lim="800000"/>
          </a:ln>
        </p:spPr>
        <p:txBody>
          <a:bodyPr wrap="square" anchor="ctr">
            <a:noAutofit/>
          </a:bodyPr>
          <a:lstStyle>
            <a:lvl1pPr marL="0" indent="0" algn="ctr">
              <a:buNone/>
              <a:defRPr sz="2071" b="1" i="0">
                <a:latin typeface="Libre Caslon Text" panose="02020602060300000004" pitchFamily="18" charset="77"/>
              </a:defRPr>
            </a:lvl1pPr>
          </a:lstStyle>
          <a:p>
            <a:endParaRPr lang="en-US" dirty="0"/>
          </a:p>
        </p:txBody>
      </p:sp>
    </p:spTree>
    <p:extLst>
      <p:ext uri="{BB962C8B-B14F-4D97-AF65-F5344CB8AC3E}">
        <p14:creationId xmlns:p14="http://schemas.microsoft.com/office/powerpoint/2010/main" val="12174599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91515" y="413812"/>
            <a:ext cx="8675370" cy="1502305"/>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91515" y="2069042"/>
            <a:ext cx="8675370" cy="493151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91515" y="7203865"/>
            <a:ext cx="2263140" cy="413808"/>
          </a:xfrm>
          <a:prstGeom prst="rect">
            <a:avLst/>
          </a:prstGeom>
        </p:spPr>
        <p:txBody>
          <a:bodyPr vert="horz" lIns="91440" tIns="45720" rIns="91440" bIns="45720" rtlCol="0" anchor="ctr"/>
          <a:lstStyle>
            <a:lvl1pPr algn="l">
              <a:defRPr sz="1320">
                <a:solidFill>
                  <a:schemeClr val="tx1">
                    <a:tint val="75000"/>
                  </a:schemeClr>
                </a:solidFill>
              </a:defRPr>
            </a:lvl1pPr>
          </a:lstStyle>
          <a:p>
            <a:fld id="{449057BF-143F-654A-BE61-7BF52D905453}" type="datetimeFigureOut">
              <a:rPr lang="en-US" smtClean="0"/>
              <a:t>2/7/2023</a:t>
            </a:fld>
            <a:endParaRPr lang="en-US"/>
          </a:p>
        </p:txBody>
      </p:sp>
      <p:sp>
        <p:nvSpPr>
          <p:cNvPr id="5" name="Footer Placeholder 4"/>
          <p:cNvSpPr>
            <a:spLocks noGrp="1"/>
          </p:cNvSpPr>
          <p:nvPr>
            <p:ph type="ftr" sz="quarter" idx="3"/>
          </p:nvPr>
        </p:nvSpPr>
        <p:spPr>
          <a:xfrm>
            <a:off x="3331845" y="7203865"/>
            <a:ext cx="3394710" cy="413808"/>
          </a:xfrm>
          <a:prstGeom prst="rect">
            <a:avLst/>
          </a:prstGeom>
        </p:spPr>
        <p:txBody>
          <a:bodyPr vert="horz" lIns="91440" tIns="45720" rIns="91440" bIns="45720" rtlCol="0" anchor="ctr"/>
          <a:lstStyle>
            <a:lvl1pPr algn="ctr">
              <a:defRPr sz="132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7103745" y="7203865"/>
            <a:ext cx="2263140" cy="413808"/>
          </a:xfrm>
          <a:prstGeom prst="rect">
            <a:avLst/>
          </a:prstGeom>
        </p:spPr>
        <p:txBody>
          <a:bodyPr vert="horz" lIns="91440" tIns="45720" rIns="91440" bIns="45720" rtlCol="0" anchor="ctr"/>
          <a:lstStyle>
            <a:lvl1pPr algn="r">
              <a:defRPr sz="1320">
                <a:solidFill>
                  <a:schemeClr val="tx1">
                    <a:tint val="75000"/>
                  </a:schemeClr>
                </a:solidFill>
              </a:defRPr>
            </a:lvl1pPr>
          </a:lstStyle>
          <a:p>
            <a:fld id="{9A9039BF-E0FB-D843-8F6D-3060C51D69E8}" type="slidenum">
              <a:rPr lang="en-US" smtClean="0"/>
              <a:t>‹#›</a:t>
            </a:fld>
            <a:endParaRPr lang="en-US"/>
          </a:p>
        </p:txBody>
      </p:sp>
    </p:spTree>
    <p:extLst>
      <p:ext uri="{BB962C8B-B14F-4D97-AF65-F5344CB8AC3E}">
        <p14:creationId xmlns:p14="http://schemas.microsoft.com/office/powerpoint/2010/main" val="3744927628"/>
      </p:ext>
    </p:extLst>
  </p:cSld>
  <p:clrMap bg1="lt1" tx1="dk1" bg2="lt2" tx2="dk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 id="2147483681" r:id="rId12"/>
  </p:sldLayoutIdLst>
  <p:txStyles>
    <p:titleStyle>
      <a:lvl1pPr algn="l" defTabSz="1005755" rtl="0" eaLnBrk="1" latinLnBrk="0" hangingPunct="1">
        <a:lnSpc>
          <a:spcPct val="90000"/>
        </a:lnSpc>
        <a:spcBef>
          <a:spcPct val="0"/>
        </a:spcBef>
        <a:buNone/>
        <a:defRPr sz="4840" kern="1200">
          <a:solidFill>
            <a:schemeClr val="tx1"/>
          </a:solidFill>
          <a:latin typeface="+mj-lt"/>
          <a:ea typeface="+mj-ea"/>
          <a:cs typeface="+mj-cs"/>
        </a:defRPr>
      </a:lvl1pPr>
    </p:titleStyle>
    <p:bodyStyle>
      <a:lvl1pPr marL="251439" indent="-251439" algn="l" defTabSz="1005755" rtl="0" eaLnBrk="1" latinLnBrk="0" hangingPunct="1">
        <a:lnSpc>
          <a:spcPct val="90000"/>
        </a:lnSpc>
        <a:spcBef>
          <a:spcPts val="1100"/>
        </a:spcBef>
        <a:buFont typeface="Arial" panose="020B0604020202020204" pitchFamily="34" charset="0"/>
        <a:buChar char="•"/>
        <a:defRPr sz="3080" kern="1200">
          <a:solidFill>
            <a:schemeClr val="tx1"/>
          </a:solidFill>
          <a:latin typeface="+mn-lt"/>
          <a:ea typeface="+mn-ea"/>
          <a:cs typeface="+mn-cs"/>
        </a:defRPr>
      </a:lvl1pPr>
      <a:lvl2pPr marL="754317" indent="-251439" algn="l" defTabSz="1005755" rtl="0" eaLnBrk="1" latinLnBrk="0" hangingPunct="1">
        <a:lnSpc>
          <a:spcPct val="90000"/>
        </a:lnSpc>
        <a:spcBef>
          <a:spcPts val="550"/>
        </a:spcBef>
        <a:buFont typeface="Arial" panose="020B0604020202020204" pitchFamily="34" charset="0"/>
        <a:buChar char="•"/>
        <a:defRPr sz="2640" kern="1200">
          <a:solidFill>
            <a:schemeClr val="tx1"/>
          </a:solidFill>
          <a:latin typeface="+mn-lt"/>
          <a:ea typeface="+mn-ea"/>
          <a:cs typeface="+mn-cs"/>
        </a:defRPr>
      </a:lvl2pPr>
      <a:lvl3pPr marL="1257195" indent="-251439" algn="l" defTabSz="1005755" rtl="0" eaLnBrk="1" latinLnBrk="0" hangingPunct="1">
        <a:lnSpc>
          <a:spcPct val="90000"/>
        </a:lnSpc>
        <a:spcBef>
          <a:spcPts val="550"/>
        </a:spcBef>
        <a:buFont typeface="Arial" panose="020B0604020202020204" pitchFamily="34" charset="0"/>
        <a:buChar char="•"/>
        <a:defRPr sz="2200" kern="1200">
          <a:solidFill>
            <a:schemeClr val="tx1"/>
          </a:solidFill>
          <a:latin typeface="+mn-lt"/>
          <a:ea typeface="+mn-ea"/>
          <a:cs typeface="+mn-cs"/>
        </a:defRPr>
      </a:lvl3pPr>
      <a:lvl4pPr marL="1760072"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4pPr>
      <a:lvl5pPr marL="2262950"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5pPr>
      <a:lvl6pPr marL="2765829"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6pPr>
      <a:lvl7pPr marL="3268706"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7pPr>
      <a:lvl8pPr marL="3771584"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8pPr>
      <a:lvl9pPr marL="4274462"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9pPr>
    </p:bodyStyle>
    <p:otherStyle>
      <a:defPPr>
        <a:defRPr lang="en-US"/>
      </a:defPPr>
      <a:lvl1pPr marL="0" algn="l" defTabSz="1005755" rtl="0" eaLnBrk="1" latinLnBrk="0" hangingPunct="1">
        <a:defRPr sz="1980" kern="1200">
          <a:solidFill>
            <a:schemeClr val="tx1"/>
          </a:solidFill>
          <a:latin typeface="+mn-lt"/>
          <a:ea typeface="+mn-ea"/>
          <a:cs typeface="+mn-cs"/>
        </a:defRPr>
      </a:lvl1pPr>
      <a:lvl2pPr marL="502878" algn="l" defTabSz="1005755" rtl="0" eaLnBrk="1" latinLnBrk="0" hangingPunct="1">
        <a:defRPr sz="1980" kern="1200">
          <a:solidFill>
            <a:schemeClr val="tx1"/>
          </a:solidFill>
          <a:latin typeface="+mn-lt"/>
          <a:ea typeface="+mn-ea"/>
          <a:cs typeface="+mn-cs"/>
        </a:defRPr>
      </a:lvl2pPr>
      <a:lvl3pPr marL="1005755" algn="l" defTabSz="1005755" rtl="0" eaLnBrk="1" latinLnBrk="0" hangingPunct="1">
        <a:defRPr sz="1980" kern="1200">
          <a:solidFill>
            <a:schemeClr val="tx1"/>
          </a:solidFill>
          <a:latin typeface="+mn-lt"/>
          <a:ea typeface="+mn-ea"/>
          <a:cs typeface="+mn-cs"/>
        </a:defRPr>
      </a:lvl3pPr>
      <a:lvl4pPr marL="1508634" algn="l" defTabSz="1005755" rtl="0" eaLnBrk="1" latinLnBrk="0" hangingPunct="1">
        <a:defRPr sz="1980" kern="1200">
          <a:solidFill>
            <a:schemeClr val="tx1"/>
          </a:solidFill>
          <a:latin typeface="+mn-lt"/>
          <a:ea typeface="+mn-ea"/>
          <a:cs typeface="+mn-cs"/>
        </a:defRPr>
      </a:lvl4pPr>
      <a:lvl5pPr marL="2011512" algn="l" defTabSz="1005755" rtl="0" eaLnBrk="1" latinLnBrk="0" hangingPunct="1">
        <a:defRPr sz="1980" kern="1200">
          <a:solidFill>
            <a:schemeClr val="tx1"/>
          </a:solidFill>
          <a:latin typeface="+mn-lt"/>
          <a:ea typeface="+mn-ea"/>
          <a:cs typeface="+mn-cs"/>
        </a:defRPr>
      </a:lvl5pPr>
      <a:lvl6pPr marL="2514389" algn="l" defTabSz="1005755" rtl="0" eaLnBrk="1" latinLnBrk="0" hangingPunct="1">
        <a:defRPr sz="1980" kern="1200">
          <a:solidFill>
            <a:schemeClr val="tx1"/>
          </a:solidFill>
          <a:latin typeface="+mn-lt"/>
          <a:ea typeface="+mn-ea"/>
          <a:cs typeface="+mn-cs"/>
        </a:defRPr>
      </a:lvl6pPr>
      <a:lvl7pPr marL="3017267" algn="l" defTabSz="1005755" rtl="0" eaLnBrk="1" latinLnBrk="0" hangingPunct="1">
        <a:defRPr sz="1980" kern="1200">
          <a:solidFill>
            <a:schemeClr val="tx1"/>
          </a:solidFill>
          <a:latin typeface="+mn-lt"/>
          <a:ea typeface="+mn-ea"/>
          <a:cs typeface="+mn-cs"/>
        </a:defRPr>
      </a:lvl7pPr>
      <a:lvl8pPr marL="3520145" algn="l" defTabSz="1005755" rtl="0" eaLnBrk="1" latinLnBrk="0" hangingPunct="1">
        <a:defRPr sz="1980" kern="1200">
          <a:solidFill>
            <a:schemeClr val="tx1"/>
          </a:solidFill>
          <a:latin typeface="+mn-lt"/>
          <a:ea typeface="+mn-ea"/>
          <a:cs typeface="+mn-cs"/>
        </a:defRPr>
      </a:lvl8pPr>
      <a:lvl9pPr marL="4023023" algn="l" defTabSz="1005755" rtl="0" eaLnBrk="1" latinLnBrk="0" hangingPunct="1">
        <a:defRPr sz="198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2B3F"/>
        </a:solidFill>
        <a:effectLst/>
      </p:bgPr>
    </p:bg>
    <p:spTree>
      <p:nvGrpSpPr>
        <p:cNvPr id="1" name=""/>
        <p:cNvGrpSpPr/>
        <p:nvPr/>
      </p:nvGrpSpPr>
      <p:grpSpPr>
        <a:xfrm>
          <a:off x="0" y="0"/>
          <a:ext cx="0" cy="0"/>
          <a:chOff x="0" y="0"/>
          <a:chExt cx="0" cy="0"/>
        </a:xfrm>
      </p:grpSpPr>
      <p:sp>
        <p:nvSpPr>
          <p:cNvPr id="189" name="TextBox 188">
            <a:extLst>
              <a:ext uri="{FF2B5EF4-FFF2-40B4-BE49-F238E27FC236}">
                <a16:creationId xmlns:a16="http://schemas.microsoft.com/office/drawing/2014/main" id="{4A1CC9E5-C555-4A42-BD2F-52D83986D1E1}"/>
              </a:ext>
            </a:extLst>
          </p:cNvPr>
          <p:cNvSpPr txBox="1"/>
          <p:nvPr/>
        </p:nvSpPr>
        <p:spPr>
          <a:xfrm>
            <a:off x="3411163" y="615950"/>
            <a:ext cx="3933898" cy="246221"/>
          </a:xfrm>
          <a:prstGeom prst="rect">
            <a:avLst/>
          </a:prstGeom>
          <a:noFill/>
        </p:spPr>
        <p:txBody>
          <a:bodyPr wrap="none" lIns="0" tIns="0" rIns="0" bIns="0" rtlCol="0">
            <a:spAutoFit/>
          </a:bodyPr>
          <a:lstStyle/>
          <a:p>
            <a:pPr algn="ctr"/>
            <a:r>
              <a:rPr lang="en-US" sz="1600" b="1" spc="388" dirty="0">
                <a:solidFill>
                  <a:schemeClr val="bg1"/>
                </a:solidFill>
                <a:latin typeface="Roboto" panose="02000000000000000000" pitchFamily="2" charset="0"/>
                <a:ea typeface="Roboto" panose="02000000000000000000" pitchFamily="2" charset="0"/>
              </a:rPr>
              <a:t>Selected Project Experience</a:t>
            </a:r>
          </a:p>
        </p:txBody>
      </p:sp>
      <p:cxnSp>
        <p:nvCxnSpPr>
          <p:cNvPr id="190" name="Straight Connector 189">
            <a:extLst>
              <a:ext uri="{FF2B5EF4-FFF2-40B4-BE49-F238E27FC236}">
                <a16:creationId xmlns:a16="http://schemas.microsoft.com/office/drawing/2014/main" id="{31DCAD75-9302-C642-9C74-B164C43329B0}"/>
              </a:ext>
            </a:extLst>
          </p:cNvPr>
          <p:cNvCxnSpPr>
            <a:cxnSpLocks/>
          </p:cNvCxnSpPr>
          <p:nvPr/>
        </p:nvCxnSpPr>
        <p:spPr>
          <a:xfrm>
            <a:off x="3414648" y="973546"/>
            <a:ext cx="4285563" cy="0"/>
          </a:xfrm>
          <a:prstGeom prst="line">
            <a:avLst/>
          </a:prstGeom>
          <a:ln w="19050">
            <a:solidFill>
              <a:srgbClr val="00AB80"/>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6B2F289A-52B4-2A27-52EA-B05DE2DA93CE}"/>
              </a:ext>
            </a:extLst>
          </p:cNvPr>
          <p:cNvSpPr/>
          <p:nvPr/>
        </p:nvSpPr>
        <p:spPr>
          <a:xfrm>
            <a:off x="0" y="0"/>
            <a:ext cx="3261728" cy="77800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29">
              <a:solidFill>
                <a:schemeClr val="accent1">
                  <a:lumMod val="20000"/>
                  <a:lumOff val="80000"/>
                </a:schemeClr>
              </a:solidFill>
            </a:endParaRPr>
          </a:p>
        </p:txBody>
      </p:sp>
      <p:pic>
        <p:nvPicPr>
          <p:cNvPr id="11" name="Picture 10" descr="A picture containing text, clipart, vector graphics&#10;&#10;Description automatically generated">
            <a:extLst>
              <a:ext uri="{FF2B5EF4-FFF2-40B4-BE49-F238E27FC236}">
                <a16:creationId xmlns:a16="http://schemas.microsoft.com/office/drawing/2014/main" id="{450DD9D7-80A5-A592-F4F7-7A26F0024BEF}"/>
              </a:ext>
            </a:extLst>
          </p:cNvPr>
          <p:cNvPicPr>
            <a:picLocks noChangeAspect="1"/>
          </p:cNvPicPr>
          <p:nvPr/>
        </p:nvPicPr>
        <p:blipFill>
          <a:blip r:embed="rId2"/>
          <a:stretch>
            <a:fillRect/>
          </a:stretch>
        </p:blipFill>
        <p:spPr>
          <a:xfrm>
            <a:off x="8513126" y="209337"/>
            <a:ext cx="1319645" cy="306021"/>
          </a:xfrm>
          <a:prstGeom prst="rect">
            <a:avLst/>
          </a:prstGeom>
        </p:spPr>
      </p:pic>
      <p:sp>
        <p:nvSpPr>
          <p:cNvPr id="13" name="TextBox 12">
            <a:extLst>
              <a:ext uri="{FF2B5EF4-FFF2-40B4-BE49-F238E27FC236}">
                <a16:creationId xmlns:a16="http://schemas.microsoft.com/office/drawing/2014/main" id="{FD2720C9-A79F-BD7F-E179-674AD67D7892}"/>
              </a:ext>
            </a:extLst>
          </p:cNvPr>
          <p:cNvSpPr txBox="1"/>
          <p:nvPr/>
        </p:nvSpPr>
        <p:spPr>
          <a:xfrm>
            <a:off x="225629" y="120831"/>
            <a:ext cx="2168863" cy="861774"/>
          </a:xfrm>
          <a:prstGeom prst="rect">
            <a:avLst/>
          </a:prstGeom>
          <a:noFill/>
        </p:spPr>
        <p:txBody>
          <a:bodyPr wrap="square" lIns="0" tIns="0" rIns="0" bIns="0" rtlCol="0">
            <a:spAutoFit/>
          </a:bodyPr>
          <a:lstStyle/>
          <a:p>
            <a:r>
              <a:rPr lang="en-US" sz="2800" b="1" dirty="0">
                <a:solidFill>
                  <a:srgbClr val="00AB80"/>
                </a:solidFill>
                <a:latin typeface="Roboto" panose="02000000000000000000" pitchFamily="2" charset="0"/>
                <a:ea typeface="Roboto" panose="02000000000000000000" pitchFamily="2" charset="0"/>
              </a:rPr>
              <a:t>Shannon </a:t>
            </a:r>
            <a:r>
              <a:rPr lang="en-US" sz="2800" b="1" dirty="0" err="1">
                <a:solidFill>
                  <a:srgbClr val="00AB80"/>
                </a:solidFill>
                <a:latin typeface="Roboto" panose="02000000000000000000" pitchFamily="2" charset="0"/>
                <a:ea typeface="Roboto" panose="02000000000000000000" pitchFamily="2" charset="0"/>
              </a:rPr>
              <a:t>Straubinger</a:t>
            </a:r>
            <a:endParaRPr lang="en-US" sz="2800" b="1" dirty="0">
              <a:solidFill>
                <a:srgbClr val="00AB80"/>
              </a:solidFill>
              <a:latin typeface="Roboto" panose="02000000000000000000" pitchFamily="2" charset="0"/>
              <a:ea typeface="Roboto" panose="02000000000000000000" pitchFamily="2" charset="0"/>
            </a:endParaRPr>
          </a:p>
        </p:txBody>
      </p:sp>
      <p:sp>
        <p:nvSpPr>
          <p:cNvPr id="17" name="TextBox 16">
            <a:extLst>
              <a:ext uri="{FF2B5EF4-FFF2-40B4-BE49-F238E27FC236}">
                <a16:creationId xmlns:a16="http://schemas.microsoft.com/office/drawing/2014/main" id="{1BDE5051-9F34-F139-742D-4450E5D6591E}"/>
              </a:ext>
            </a:extLst>
          </p:cNvPr>
          <p:cNvSpPr txBox="1"/>
          <p:nvPr/>
        </p:nvSpPr>
        <p:spPr>
          <a:xfrm>
            <a:off x="244603" y="1550519"/>
            <a:ext cx="2794374" cy="1522853"/>
          </a:xfrm>
          <a:prstGeom prst="rect">
            <a:avLst/>
          </a:prstGeom>
          <a:noFill/>
        </p:spPr>
        <p:txBody>
          <a:bodyPr wrap="square" lIns="0" tIns="0" rIns="0" bIns="0" rtlCol="0" anchor="t">
            <a:spAutoFit/>
          </a:bodyPr>
          <a:lstStyle/>
          <a:p>
            <a:pPr>
              <a:lnSpc>
                <a:spcPts val="1500"/>
              </a:lnSpc>
            </a:pPr>
            <a:r>
              <a:rPr lang="en-US" sz="1000" spc="13" dirty="0">
                <a:latin typeface="Roboto Light" panose="02000000000000000000" pitchFamily="2" charset="0"/>
                <a:ea typeface="Roboto Light" panose="02000000000000000000" pitchFamily="2" charset="0"/>
                <a:cs typeface="Lato" panose="020F0502020204030203" pitchFamily="34" charset="0"/>
              </a:rPr>
              <a:t>Shannon is </a:t>
            </a:r>
            <a:r>
              <a:rPr lang="en-AU" sz="1000" spc="13" dirty="0">
                <a:latin typeface="Roboto Light" panose="02000000000000000000" pitchFamily="2" charset="0"/>
                <a:ea typeface="Roboto Light" panose="02000000000000000000" pitchFamily="2" charset="0"/>
                <a:cs typeface="Lato" panose="020F0502020204030203" pitchFamily="34" charset="0"/>
              </a:rPr>
              <a:t>a Senior IT professional that has extensive experience working as a Manager, Consultant, Project Manager, Scrum Master, Business Analyst and Data Analyst leading programs of work and projects that align to business strategies and deliver value for organisations. </a:t>
            </a:r>
          </a:p>
          <a:p>
            <a:pPr>
              <a:lnSpc>
                <a:spcPts val="1500"/>
              </a:lnSpc>
            </a:pPr>
            <a:endParaRPr lang="en-AU" sz="1000" spc="13" dirty="0">
              <a:latin typeface="Roboto Light" panose="02000000000000000000" pitchFamily="2" charset="0"/>
              <a:ea typeface="Roboto Light" panose="02000000000000000000" pitchFamily="2" charset="0"/>
              <a:cs typeface="Lato" panose="020F0502020204030203" pitchFamily="34" charset="0"/>
            </a:endParaRPr>
          </a:p>
        </p:txBody>
      </p:sp>
      <p:sp>
        <p:nvSpPr>
          <p:cNvPr id="20" name="TextBox 19">
            <a:extLst>
              <a:ext uri="{FF2B5EF4-FFF2-40B4-BE49-F238E27FC236}">
                <a16:creationId xmlns:a16="http://schemas.microsoft.com/office/drawing/2014/main" id="{716A87E2-F657-C1C6-3715-B7C8A7F1E050}"/>
              </a:ext>
            </a:extLst>
          </p:cNvPr>
          <p:cNvSpPr txBox="1"/>
          <p:nvPr/>
        </p:nvSpPr>
        <p:spPr>
          <a:xfrm>
            <a:off x="152027" y="1239722"/>
            <a:ext cx="5029200" cy="310341"/>
          </a:xfrm>
          <a:prstGeom prst="rect">
            <a:avLst/>
          </a:prstGeom>
          <a:noFill/>
        </p:spPr>
        <p:txBody>
          <a:bodyPr wrap="square">
            <a:spAutoFit/>
          </a:bodyPr>
          <a:lstStyle/>
          <a:p>
            <a:pPr>
              <a:lnSpc>
                <a:spcPts val="1812"/>
              </a:lnSpc>
            </a:pPr>
            <a:r>
              <a:rPr lang="en-US" sz="1400" b="1" spc="13" dirty="0">
                <a:solidFill>
                  <a:srgbClr val="00AB80"/>
                </a:solidFill>
                <a:latin typeface="Roboto Light" panose="02000000000000000000" pitchFamily="2" charset="0"/>
                <a:ea typeface="Roboto Light" panose="02000000000000000000" pitchFamily="2" charset="0"/>
                <a:cs typeface="Lato" panose="020F0502020204030203" pitchFamily="34" charset="0"/>
              </a:rPr>
              <a:t>Profile</a:t>
            </a:r>
            <a:endParaRPr lang="en-US" sz="400" b="1" spc="13" dirty="0">
              <a:solidFill>
                <a:srgbClr val="00AB80"/>
              </a:solidFill>
              <a:latin typeface="Roboto Light" panose="02000000000000000000" pitchFamily="2" charset="0"/>
              <a:ea typeface="Roboto Light" panose="02000000000000000000" pitchFamily="2" charset="0"/>
              <a:cs typeface="Lato" panose="020F0502020204030203" pitchFamily="34" charset="0"/>
            </a:endParaRPr>
          </a:p>
        </p:txBody>
      </p:sp>
      <p:sp>
        <p:nvSpPr>
          <p:cNvPr id="22" name="TextBox 21">
            <a:extLst>
              <a:ext uri="{FF2B5EF4-FFF2-40B4-BE49-F238E27FC236}">
                <a16:creationId xmlns:a16="http://schemas.microsoft.com/office/drawing/2014/main" id="{9D4E289E-1D52-CBDD-E381-40963429D7F1}"/>
              </a:ext>
            </a:extLst>
          </p:cNvPr>
          <p:cNvSpPr txBox="1"/>
          <p:nvPr/>
        </p:nvSpPr>
        <p:spPr>
          <a:xfrm>
            <a:off x="250509" y="959224"/>
            <a:ext cx="2489720" cy="218008"/>
          </a:xfrm>
          <a:prstGeom prst="rect">
            <a:avLst/>
          </a:prstGeom>
          <a:noFill/>
        </p:spPr>
        <p:txBody>
          <a:bodyPr wrap="square" lIns="0" tIns="0" rIns="0" bIns="0" rtlCol="0" anchor="t">
            <a:spAutoFit/>
          </a:bodyPr>
          <a:lstStyle/>
          <a:p>
            <a:pPr>
              <a:lnSpc>
                <a:spcPts val="1812"/>
              </a:lnSpc>
            </a:pPr>
            <a:r>
              <a:rPr lang="en-US" sz="1400" spc="13" dirty="0">
                <a:solidFill>
                  <a:schemeClr val="bg1">
                    <a:lumMod val="50000"/>
                  </a:schemeClr>
                </a:solidFill>
                <a:latin typeface="Roboto Light" panose="02000000000000000000" pitchFamily="2" charset="0"/>
                <a:ea typeface="Roboto Light" panose="02000000000000000000" pitchFamily="2" charset="0"/>
                <a:cs typeface="Lato" panose="020F0502020204030203" pitchFamily="34" charset="0"/>
              </a:rPr>
              <a:t>Principal Consultant</a:t>
            </a:r>
          </a:p>
        </p:txBody>
      </p:sp>
      <p:sp>
        <p:nvSpPr>
          <p:cNvPr id="23" name="Rectangle 22">
            <a:extLst>
              <a:ext uri="{FF2B5EF4-FFF2-40B4-BE49-F238E27FC236}">
                <a16:creationId xmlns:a16="http://schemas.microsoft.com/office/drawing/2014/main" id="{5D7A612B-9DC7-1D9B-3085-CDB0F937FDB8}"/>
              </a:ext>
            </a:extLst>
          </p:cNvPr>
          <p:cNvSpPr/>
          <p:nvPr/>
        </p:nvSpPr>
        <p:spPr>
          <a:xfrm>
            <a:off x="132977" y="5491700"/>
            <a:ext cx="2991223" cy="2159869"/>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6" name="TextBox 25">
            <a:extLst>
              <a:ext uri="{FF2B5EF4-FFF2-40B4-BE49-F238E27FC236}">
                <a16:creationId xmlns:a16="http://schemas.microsoft.com/office/drawing/2014/main" id="{1A3D666D-00C8-D106-73C3-9FF300F8618C}"/>
              </a:ext>
            </a:extLst>
          </p:cNvPr>
          <p:cNvSpPr txBox="1"/>
          <p:nvPr/>
        </p:nvSpPr>
        <p:spPr>
          <a:xfrm>
            <a:off x="1642327" y="5864531"/>
            <a:ext cx="1510046" cy="2031325"/>
          </a:xfrm>
          <a:prstGeom prst="rect">
            <a:avLst/>
          </a:prstGeom>
          <a:noFill/>
        </p:spPr>
        <p:txBody>
          <a:bodyPr wrap="square" numCol="1" rtlCol="0">
            <a:spAutoFit/>
          </a:bodyPr>
          <a:lstStyle/>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Google Cloud Platform</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Oracle BI</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SQL</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ETL</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SDLC</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Change Management</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PRINCE2</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Requirements Analysis</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Requirements Gathering</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Risk Management</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Agile Methodologies</a:t>
            </a:r>
          </a:p>
          <a:p>
            <a:pPr marL="171450" indent="-171450">
              <a:buClr>
                <a:srgbClr val="00AB80"/>
              </a:buClr>
              <a:buFont typeface="Arial" panose="020B0604020202020204" pitchFamily="34" charset="0"/>
              <a:buChar char="•"/>
            </a:pPr>
            <a:endParaRPr lang="en-US" sz="900" dirty="0">
              <a:latin typeface="Roboto Light" panose="02000000000000000000" pitchFamily="2" charset="0"/>
              <a:ea typeface="Roboto Light" panose="02000000000000000000" pitchFamily="2" charset="0"/>
            </a:endParaRPr>
          </a:p>
          <a:p>
            <a:pPr marL="171450" indent="-171450">
              <a:buClr>
                <a:srgbClr val="00AB80"/>
              </a:buClr>
              <a:buFont typeface="Arial" panose="020B0604020202020204" pitchFamily="34" charset="0"/>
              <a:buChar char="•"/>
            </a:pPr>
            <a:endParaRPr lang="en-US" sz="900" dirty="0">
              <a:latin typeface="Roboto Light" panose="02000000000000000000" pitchFamily="2" charset="0"/>
              <a:ea typeface="Roboto Light" panose="02000000000000000000" pitchFamily="2" charset="0"/>
            </a:endParaRPr>
          </a:p>
        </p:txBody>
      </p:sp>
      <p:cxnSp>
        <p:nvCxnSpPr>
          <p:cNvPr id="27" name="Straight Connector 26">
            <a:extLst>
              <a:ext uri="{FF2B5EF4-FFF2-40B4-BE49-F238E27FC236}">
                <a16:creationId xmlns:a16="http://schemas.microsoft.com/office/drawing/2014/main" id="{FA56C067-11D9-4FE3-B97E-743BDA13E1DD}"/>
              </a:ext>
            </a:extLst>
          </p:cNvPr>
          <p:cNvCxnSpPr>
            <a:cxnSpLocks/>
          </p:cNvCxnSpPr>
          <p:nvPr/>
        </p:nvCxnSpPr>
        <p:spPr>
          <a:xfrm flipV="1">
            <a:off x="1617502" y="5929481"/>
            <a:ext cx="0" cy="1588312"/>
          </a:xfrm>
          <a:prstGeom prst="line">
            <a:avLst/>
          </a:prstGeom>
          <a:ln w="12700">
            <a:solidFill>
              <a:srgbClr val="00AB80"/>
            </a:solidFill>
          </a:ln>
        </p:spPr>
        <p:style>
          <a:lnRef idx="1">
            <a:schemeClr val="accent1"/>
          </a:lnRef>
          <a:fillRef idx="0">
            <a:schemeClr val="accent1"/>
          </a:fillRef>
          <a:effectRef idx="0">
            <a:schemeClr val="accent1"/>
          </a:effectRef>
          <a:fontRef idx="minor">
            <a:schemeClr val="tx1"/>
          </a:fontRef>
        </p:style>
      </p:cxnSp>
      <p:cxnSp>
        <p:nvCxnSpPr>
          <p:cNvPr id="3" name="Straight Connector 2">
            <a:extLst>
              <a:ext uri="{FF2B5EF4-FFF2-40B4-BE49-F238E27FC236}">
                <a16:creationId xmlns:a16="http://schemas.microsoft.com/office/drawing/2014/main" id="{67C34E10-2CF8-9BCA-1CC6-D78A3FF9CA80}"/>
              </a:ext>
            </a:extLst>
          </p:cNvPr>
          <p:cNvCxnSpPr>
            <a:cxnSpLocks/>
          </p:cNvCxnSpPr>
          <p:nvPr/>
        </p:nvCxnSpPr>
        <p:spPr>
          <a:xfrm>
            <a:off x="3428143" y="1311613"/>
            <a:ext cx="0" cy="2117387"/>
          </a:xfrm>
          <a:prstGeom prst="line">
            <a:avLst/>
          </a:prstGeom>
          <a:ln w="19050">
            <a:solidFill>
              <a:srgbClr val="0059FF"/>
            </a:solidFill>
          </a:ln>
        </p:spPr>
        <p:style>
          <a:lnRef idx="1">
            <a:schemeClr val="accent1"/>
          </a:lnRef>
          <a:fillRef idx="0">
            <a:schemeClr val="accent1"/>
          </a:fillRef>
          <a:effectRef idx="0">
            <a:schemeClr val="accent1"/>
          </a:effectRef>
          <a:fontRef idx="minor">
            <a:schemeClr val="tx1"/>
          </a:fontRef>
        </p:style>
      </p:cxnSp>
      <p:grpSp>
        <p:nvGrpSpPr>
          <p:cNvPr id="163" name="Group 162">
            <a:extLst>
              <a:ext uri="{FF2B5EF4-FFF2-40B4-BE49-F238E27FC236}">
                <a16:creationId xmlns:a16="http://schemas.microsoft.com/office/drawing/2014/main" id="{E52FDF9F-B084-9074-7DB9-539AD5456487}"/>
              </a:ext>
            </a:extLst>
          </p:cNvPr>
          <p:cNvGrpSpPr/>
          <p:nvPr/>
        </p:nvGrpSpPr>
        <p:grpSpPr>
          <a:xfrm>
            <a:off x="3428144" y="3710565"/>
            <a:ext cx="4549884" cy="2400657"/>
            <a:chOff x="5030740" y="2287088"/>
            <a:chExt cx="4859979" cy="2400657"/>
          </a:xfrm>
        </p:grpSpPr>
        <p:sp>
          <p:nvSpPr>
            <p:cNvPr id="10" name="TextBox 9">
              <a:extLst>
                <a:ext uri="{FF2B5EF4-FFF2-40B4-BE49-F238E27FC236}">
                  <a16:creationId xmlns:a16="http://schemas.microsoft.com/office/drawing/2014/main" id="{06312B81-BCF1-2796-C112-3DBE0E02F483}"/>
                </a:ext>
              </a:extLst>
            </p:cNvPr>
            <p:cNvSpPr txBox="1"/>
            <p:nvPr/>
          </p:nvSpPr>
          <p:spPr>
            <a:xfrm>
              <a:off x="5059474" y="2287088"/>
              <a:ext cx="4831245" cy="2400657"/>
            </a:xfrm>
            <a:prstGeom prst="rect">
              <a:avLst/>
            </a:prstGeom>
            <a:noFill/>
          </p:spPr>
          <p:txBody>
            <a:bodyPr wrap="square" numCol="1" rtlCol="0">
              <a:spAutoFit/>
            </a:bodyPr>
            <a:lstStyle>
              <a:defPPr>
                <a:defRPr lang="en-US"/>
              </a:defPPr>
              <a:lvl1pPr marL="171450" indent="-171450">
                <a:buClr>
                  <a:srgbClr val="00AB80"/>
                </a:buClr>
                <a:buFont typeface="Arial" panose="020B0604020202020204" pitchFamily="34" charset="0"/>
                <a:buChar char="•"/>
                <a:defRPr sz="900">
                  <a:solidFill>
                    <a:schemeClr val="bg1"/>
                  </a:solidFill>
                  <a:latin typeface="Roboto Light" panose="02000000000000000000" pitchFamily="2" charset="0"/>
                  <a:ea typeface="Roboto Light" panose="02000000000000000000" pitchFamily="2" charset="0"/>
                </a:defRPr>
              </a:lvl1pPr>
            </a:lstStyle>
            <a:p>
              <a:r>
                <a:rPr lang="en-AU" sz="1000" dirty="0"/>
                <a:t>Internal and external stakeholder management</a:t>
              </a:r>
            </a:p>
            <a:p>
              <a:r>
                <a:rPr lang="en-AU" sz="1000" dirty="0"/>
                <a:t>Conduct evaluation/selection of 3rd party solutions for organisations digital landscape</a:t>
              </a:r>
            </a:p>
            <a:p>
              <a:r>
                <a:rPr lang="en-AU" sz="1000" dirty="0"/>
                <a:t>Conduct commercial negotiations with software vendors, partners and systems integrators for development and support of software solutions </a:t>
              </a:r>
            </a:p>
            <a:p>
              <a:r>
                <a:rPr lang="en-AU" sz="1000" dirty="0"/>
                <a:t>Prepare business cases / budgets, obtain approval and monitor spend against approved budgets</a:t>
              </a:r>
            </a:p>
            <a:p>
              <a:r>
                <a:rPr lang="en-AU" sz="1000" dirty="0"/>
                <a:t>Provide sound &amp; practical advice to the business with respect to programs of work and potential initiatives.</a:t>
              </a:r>
            </a:p>
            <a:p>
              <a:r>
                <a:rPr lang="en-AU" sz="1000" dirty="0"/>
                <a:t>Project leadership – ensure smooth introduction of new systems, enhancements and compliance with the agreed project methodology</a:t>
              </a:r>
            </a:p>
            <a:p>
              <a:r>
                <a:rPr lang="en-AU" sz="1000" dirty="0"/>
                <a:t>Facilitate workshops, deliver training &amp; support live systems when required.</a:t>
              </a:r>
            </a:p>
            <a:p>
              <a:r>
                <a:rPr lang="en-AU" sz="1000" dirty="0"/>
                <a:t>Actively contribute to organisational IT strategy and effective operation</a:t>
              </a:r>
            </a:p>
            <a:p>
              <a:r>
                <a:rPr lang="en-AU" sz="1000" dirty="0"/>
                <a:t>Meet commitments of project spend, timeframes/quality – circa 2M capex budget</a:t>
              </a:r>
              <a:endParaRPr lang="en-US" sz="1000" dirty="0"/>
            </a:p>
          </p:txBody>
        </p:sp>
        <p:cxnSp>
          <p:nvCxnSpPr>
            <p:cNvPr id="15" name="Straight Connector 14">
              <a:extLst>
                <a:ext uri="{FF2B5EF4-FFF2-40B4-BE49-F238E27FC236}">
                  <a16:creationId xmlns:a16="http://schemas.microsoft.com/office/drawing/2014/main" id="{F87F05F2-DA4C-4F55-A5D0-1887110DF155}"/>
                </a:ext>
              </a:extLst>
            </p:cNvPr>
            <p:cNvCxnSpPr>
              <a:cxnSpLocks/>
            </p:cNvCxnSpPr>
            <p:nvPr/>
          </p:nvCxnSpPr>
          <p:spPr>
            <a:xfrm>
              <a:off x="5030740" y="2370082"/>
              <a:ext cx="0" cy="2043984"/>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grpSp>
      <p:pic>
        <p:nvPicPr>
          <p:cNvPr id="33" name="Picture 32" descr="A picture containing icon&#10;&#10;Description automatically generated">
            <a:extLst>
              <a:ext uri="{FF2B5EF4-FFF2-40B4-BE49-F238E27FC236}">
                <a16:creationId xmlns:a16="http://schemas.microsoft.com/office/drawing/2014/main" id="{20B94328-DB79-FB55-B636-C97F5174B4C4}"/>
              </a:ext>
            </a:extLst>
          </p:cNvPr>
          <p:cNvPicPr>
            <a:picLocks noChangeAspect="1"/>
          </p:cNvPicPr>
          <p:nvPr/>
        </p:nvPicPr>
        <p:blipFill>
          <a:blip r:embed="rId3"/>
          <a:stretch>
            <a:fillRect/>
          </a:stretch>
        </p:blipFill>
        <p:spPr>
          <a:xfrm>
            <a:off x="8743252" y="7221015"/>
            <a:ext cx="1187809" cy="479883"/>
          </a:xfrm>
          <a:prstGeom prst="rect">
            <a:avLst/>
          </a:prstGeom>
        </p:spPr>
      </p:pic>
      <p:sp>
        <p:nvSpPr>
          <p:cNvPr id="39" name="TextBox 38">
            <a:extLst>
              <a:ext uri="{FF2B5EF4-FFF2-40B4-BE49-F238E27FC236}">
                <a16:creationId xmlns:a16="http://schemas.microsoft.com/office/drawing/2014/main" id="{3EA81938-6A76-B850-B0E8-A5F905AEBA98}"/>
              </a:ext>
            </a:extLst>
          </p:cNvPr>
          <p:cNvSpPr txBox="1"/>
          <p:nvPr/>
        </p:nvSpPr>
        <p:spPr>
          <a:xfrm>
            <a:off x="8192705" y="2745893"/>
            <a:ext cx="1648720" cy="215444"/>
          </a:xfrm>
          <a:prstGeom prst="rect">
            <a:avLst/>
          </a:prstGeom>
          <a:noFill/>
        </p:spPr>
        <p:txBody>
          <a:bodyPr wrap="none" lIns="0" tIns="0" rIns="0" bIns="0" rtlCol="0">
            <a:spAutoFit/>
          </a:bodyPr>
          <a:lstStyle/>
          <a:p>
            <a:pPr algn="ctr"/>
            <a:r>
              <a:rPr lang="en-US" sz="1400" b="1" spc="388" dirty="0">
                <a:solidFill>
                  <a:schemeClr val="bg1"/>
                </a:solidFill>
                <a:latin typeface="Roboto" panose="02000000000000000000" pitchFamily="2" charset="0"/>
                <a:ea typeface="Roboto" panose="02000000000000000000" pitchFamily="2" charset="0"/>
              </a:rPr>
              <a:t>Certification</a:t>
            </a:r>
          </a:p>
        </p:txBody>
      </p:sp>
      <p:sp>
        <p:nvSpPr>
          <p:cNvPr id="169" name="TextBox 168">
            <a:extLst>
              <a:ext uri="{FF2B5EF4-FFF2-40B4-BE49-F238E27FC236}">
                <a16:creationId xmlns:a16="http://schemas.microsoft.com/office/drawing/2014/main" id="{96EB3CB7-14B5-2B9E-400D-049800DFED74}"/>
              </a:ext>
            </a:extLst>
          </p:cNvPr>
          <p:cNvSpPr txBox="1"/>
          <p:nvPr/>
        </p:nvSpPr>
        <p:spPr>
          <a:xfrm>
            <a:off x="3414648" y="116660"/>
            <a:ext cx="5463194" cy="430887"/>
          </a:xfrm>
          <a:prstGeom prst="rect">
            <a:avLst/>
          </a:prstGeom>
          <a:noFill/>
        </p:spPr>
        <p:txBody>
          <a:bodyPr wrap="square" lIns="0" tIns="0" rIns="0" bIns="0" rtlCol="0">
            <a:spAutoFit/>
          </a:bodyPr>
          <a:lstStyle/>
          <a:p>
            <a:r>
              <a:rPr lang="en-US" sz="2800" b="1" dirty="0">
                <a:solidFill>
                  <a:srgbClr val="00AB80"/>
                </a:solidFill>
                <a:latin typeface="Roboto" panose="02000000000000000000" pitchFamily="2" charset="0"/>
                <a:ea typeface="Roboto" panose="02000000000000000000" pitchFamily="2" charset="0"/>
              </a:rPr>
              <a:t>Consultant Profile</a:t>
            </a:r>
          </a:p>
        </p:txBody>
      </p:sp>
      <p:cxnSp>
        <p:nvCxnSpPr>
          <p:cNvPr id="170" name="Straight Connector 169">
            <a:extLst>
              <a:ext uri="{FF2B5EF4-FFF2-40B4-BE49-F238E27FC236}">
                <a16:creationId xmlns:a16="http://schemas.microsoft.com/office/drawing/2014/main" id="{0D51728F-48BB-14BB-256E-5F0C0284BCDF}"/>
              </a:ext>
            </a:extLst>
          </p:cNvPr>
          <p:cNvCxnSpPr>
            <a:cxnSpLocks/>
          </p:cNvCxnSpPr>
          <p:nvPr/>
        </p:nvCxnSpPr>
        <p:spPr>
          <a:xfrm flipV="1">
            <a:off x="8035461" y="957777"/>
            <a:ext cx="0" cy="5453656"/>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173" name="TextBox 172">
            <a:extLst>
              <a:ext uri="{FF2B5EF4-FFF2-40B4-BE49-F238E27FC236}">
                <a16:creationId xmlns:a16="http://schemas.microsoft.com/office/drawing/2014/main" id="{994303C8-DFEA-5175-3E9D-3727861435B6}"/>
              </a:ext>
            </a:extLst>
          </p:cNvPr>
          <p:cNvSpPr txBox="1"/>
          <p:nvPr/>
        </p:nvSpPr>
        <p:spPr>
          <a:xfrm>
            <a:off x="8216224" y="880726"/>
            <a:ext cx="1392048" cy="430887"/>
          </a:xfrm>
          <a:prstGeom prst="rect">
            <a:avLst/>
          </a:prstGeom>
          <a:noFill/>
        </p:spPr>
        <p:txBody>
          <a:bodyPr wrap="none" lIns="0" tIns="0" rIns="0" bIns="0" rtlCol="0">
            <a:spAutoFit/>
          </a:bodyPr>
          <a:lstStyle/>
          <a:p>
            <a:r>
              <a:rPr lang="en-US" sz="1400" b="1" spc="388" dirty="0">
                <a:solidFill>
                  <a:schemeClr val="bg1"/>
                </a:solidFill>
                <a:latin typeface="Roboto" panose="02000000000000000000" pitchFamily="2" charset="0"/>
                <a:ea typeface="Roboto" panose="02000000000000000000" pitchFamily="2" charset="0"/>
              </a:rPr>
              <a:t>Industry</a:t>
            </a:r>
          </a:p>
          <a:p>
            <a:r>
              <a:rPr lang="en-US" sz="1400" b="1" spc="388" dirty="0">
                <a:solidFill>
                  <a:schemeClr val="bg1"/>
                </a:solidFill>
                <a:latin typeface="Roboto" panose="02000000000000000000" pitchFamily="2" charset="0"/>
                <a:ea typeface="Roboto" panose="02000000000000000000" pitchFamily="2" charset="0"/>
              </a:rPr>
              <a:t>Experience</a:t>
            </a:r>
          </a:p>
        </p:txBody>
      </p:sp>
      <p:cxnSp>
        <p:nvCxnSpPr>
          <p:cNvPr id="25" name="Straight Connector 24">
            <a:extLst>
              <a:ext uri="{FF2B5EF4-FFF2-40B4-BE49-F238E27FC236}">
                <a16:creationId xmlns:a16="http://schemas.microsoft.com/office/drawing/2014/main" id="{F7D64658-1F62-2EE9-AB01-2FD4F7E2D84D}"/>
              </a:ext>
            </a:extLst>
          </p:cNvPr>
          <p:cNvCxnSpPr>
            <a:cxnSpLocks/>
          </p:cNvCxnSpPr>
          <p:nvPr/>
        </p:nvCxnSpPr>
        <p:spPr>
          <a:xfrm>
            <a:off x="8216224" y="1453698"/>
            <a:ext cx="1558988" cy="0"/>
          </a:xfrm>
          <a:prstGeom prst="line">
            <a:avLst/>
          </a:prstGeom>
          <a:ln w="19050">
            <a:solidFill>
              <a:srgbClr val="00AB80"/>
            </a:solidFill>
          </a:ln>
        </p:spPr>
        <p:style>
          <a:lnRef idx="1">
            <a:schemeClr val="accent1"/>
          </a:lnRef>
          <a:fillRef idx="0">
            <a:schemeClr val="accent1"/>
          </a:fillRef>
          <a:effectRef idx="0">
            <a:schemeClr val="accent1"/>
          </a:effectRef>
          <a:fontRef idx="minor">
            <a:schemeClr val="tx1"/>
          </a:fontRef>
        </p:style>
      </p:cxnSp>
      <p:grpSp>
        <p:nvGrpSpPr>
          <p:cNvPr id="5" name="Group 4">
            <a:extLst>
              <a:ext uri="{FF2B5EF4-FFF2-40B4-BE49-F238E27FC236}">
                <a16:creationId xmlns:a16="http://schemas.microsoft.com/office/drawing/2014/main" id="{980A06B1-0A2F-7DF6-91DB-0F6DFA896A23}"/>
              </a:ext>
            </a:extLst>
          </p:cNvPr>
          <p:cNvGrpSpPr/>
          <p:nvPr/>
        </p:nvGrpSpPr>
        <p:grpSpPr>
          <a:xfrm>
            <a:off x="8106458" y="2961337"/>
            <a:ext cx="1951941" cy="3416320"/>
            <a:chOff x="8106458" y="2681447"/>
            <a:chExt cx="1951941" cy="3416320"/>
          </a:xfrm>
        </p:grpSpPr>
        <p:cxnSp>
          <p:nvCxnSpPr>
            <p:cNvPr id="40" name="Straight Connector 39">
              <a:extLst>
                <a:ext uri="{FF2B5EF4-FFF2-40B4-BE49-F238E27FC236}">
                  <a16:creationId xmlns:a16="http://schemas.microsoft.com/office/drawing/2014/main" id="{872A9DC1-BA60-5A54-0907-130AE22B314D}"/>
                </a:ext>
              </a:extLst>
            </p:cNvPr>
            <p:cNvCxnSpPr>
              <a:cxnSpLocks/>
            </p:cNvCxnSpPr>
            <p:nvPr/>
          </p:nvCxnSpPr>
          <p:spPr>
            <a:xfrm>
              <a:off x="8192160" y="2773308"/>
              <a:ext cx="1734788" cy="0"/>
            </a:xfrm>
            <a:prstGeom prst="line">
              <a:avLst/>
            </a:prstGeom>
            <a:ln w="19050">
              <a:solidFill>
                <a:srgbClr val="00AB80"/>
              </a:solidFill>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AB47A2EE-BF0B-DB05-8B7C-DB6594B2B3D5}"/>
                </a:ext>
              </a:extLst>
            </p:cNvPr>
            <p:cNvSpPr txBox="1"/>
            <p:nvPr/>
          </p:nvSpPr>
          <p:spPr>
            <a:xfrm>
              <a:off x="8106458" y="2681447"/>
              <a:ext cx="1951941" cy="3416320"/>
            </a:xfrm>
            <a:prstGeom prst="rect">
              <a:avLst/>
            </a:prstGeom>
            <a:noFill/>
          </p:spPr>
          <p:txBody>
            <a:bodyPr wrap="square">
              <a:spAutoFit/>
            </a:bodyPr>
            <a:lstStyle/>
            <a:p>
              <a:pPr>
                <a:tabLst>
                  <a:tab pos="3819525" algn="l"/>
                  <a:tab pos="3895725" algn="l"/>
                </a:tabLst>
              </a:pPr>
              <a:endParaRPr lang="en-AU" sz="1200" dirty="0">
                <a:solidFill>
                  <a:srgbClr val="00AB80"/>
                </a:solidFill>
                <a:effectLst/>
                <a:latin typeface="Times New Roman" panose="02020603050405020304" pitchFamily="18" charset="0"/>
                <a:ea typeface="Calibri" panose="020F0502020204030204" pitchFamily="34" charset="0"/>
              </a:endParaRPr>
            </a:p>
            <a:p>
              <a:pPr>
                <a:tabLst>
                  <a:tab pos="3819525" algn="l"/>
                  <a:tab pos="3895725" algn="l"/>
                </a:tabLst>
              </a:pPr>
              <a:r>
                <a:rPr lang="en-GB" sz="1200" dirty="0">
                  <a:solidFill>
                    <a:srgbClr val="00AB80"/>
                  </a:solidFill>
                  <a:latin typeface="Roboto Light" panose="02000000000000000000" pitchFamily="2" charset="0"/>
                  <a:ea typeface="Calibri" panose="020F0502020204030204" pitchFamily="34" charset="0"/>
                </a:rPr>
                <a:t>Google Cloud Platform – Big Data &amp; Machine Learning Fundamentals</a:t>
              </a:r>
            </a:p>
            <a:p>
              <a:pPr>
                <a:tabLst>
                  <a:tab pos="3819525" algn="l"/>
                  <a:tab pos="3895725" algn="l"/>
                </a:tabLst>
              </a:pPr>
              <a:endParaRPr lang="en-GB" sz="1200" dirty="0">
                <a:solidFill>
                  <a:srgbClr val="00AB80"/>
                </a:solidFill>
                <a:latin typeface="Roboto Light" panose="02000000000000000000" pitchFamily="2" charset="0"/>
                <a:ea typeface="Calibri" panose="020F0502020204030204" pitchFamily="34" charset="0"/>
              </a:endParaRPr>
            </a:p>
            <a:p>
              <a:pPr>
                <a:tabLst>
                  <a:tab pos="3819525" algn="l"/>
                  <a:tab pos="3895725" algn="l"/>
                </a:tabLst>
              </a:pPr>
              <a:r>
                <a:rPr lang="en-GB" sz="1200" dirty="0">
                  <a:solidFill>
                    <a:srgbClr val="00AB80"/>
                  </a:solidFill>
                  <a:latin typeface="Roboto Light" panose="02000000000000000000" pitchFamily="2" charset="0"/>
                  <a:ea typeface="Calibri" panose="020F0502020204030204" pitchFamily="34" charset="0"/>
                </a:rPr>
                <a:t>Microsoft – Security, Compliance and Identity Fundamentals</a:t>
              </a:r>
            </a:p>
            <a:p>
              <a:pPr>
                <a:tabLst>
                  <a:tab pos="3819525" algn="l"/>
                  <a:tab pos="3895725" algn="l"/>
                </a:tabLst>
              </a:pPr>
              <a:endParaRPr lang="en-GB" sz="1200" dirty="0">
                <a:solidFill>
                  <a:srgbClr val="00AB80"/>
                </a:solidFill>
                <a:latin typeface="Roboto Light" panose="02000000000000000000" pitchFamily="2" charset="0"/>
                <a:ea typeface="Calibri" panose="020F0502020204030204" pitchFamily="34" charset="0"/>
              </a:endParaRPr>
            </a:p>
            <a:p>
              <a:pPr>
                <a:tabLst>
                  <a:tab pos="3819525" algn="l"/>
                  <a:tab pos="3895725" algn="l"/>
                </a:tabLst>
              </a:pPr>
              <a:r>
                <a:rPr lang="en-GB" sz="1200" dirty="0">
                  <a:solidFill>
                    <a:srgbClr val="00AB80"/>
                  </a:solidFill>
                  <a:latin typeface="Roboto Light" panose="02000000000000000000" pitchFamily="2" charset="0"/>
                  <a:ea typeface="Calibri" panose="020F0502020204030204" pitchFamily="34" charset="0"/>
                </a:rPr>
                <a:t>IIBA – Certified Business Analyst Practitioner</a:t>
              </a:r>
            </a:p>
            <a:p>
              <a:pPr>
                <a:tabLst>
                  <a:tab pos="3819525" algn="l"/>
                  <a:tab pos="3895725" algn="l"/>
                </a:tabLst>
              </a:pPr>
              <a:endParaRPr lang="en-GB" sz="1200" dirty="0">
                <a:solidFill>
                  <a:srgbClr val="00AB80"/>
                </a:solidFill>
                <a:latin typeface="Roboto Light" panose="02000000000000000000" pitchFamily="2" charset="0"/>
                <a:ea typeface="Calibri" panose="020F0502020204030204" pitchFamily="34" charset="0"/>
              </a:endParaRPr>
            </a:p>
            <a:p>
              <a:pPr>
                <a:tabLst>
                  <a:tab pos="3819525" algn="l"/>
                  <a:tab pos="3895725" algn="l"/>
                </a:tabLst>
              </a:pPr>
              <a:r>
                <a:rPr lang="en-GB" sz="1200" dirty="0">
                  <a:solidFill>
                    <a:srgbClr val="00AB80"/>
                  </a:solidFill>
                  <a:latin typeface="Roboto Light" panose="02000000000000000000" pitchFamily="2" charset="0"/>
                  <a:ea typeface="Calibri" panose="020F0502020204030204" pitchFamily="34" charset="0"/>
                </a:rPr>
                <a:t>Certified – SCRUM Master</a:t>
              </a:r>
            </a:p>
            <a:p>
              <a:pPr>
                <a:tabLst>
                  <a:tab pos="3819525" algn="l"/>
                  <a:tab pos="3895725" algn="l"/>
                </a:tabLst>
              </a:pPr>
              <a:endParaRPr lang="en-GB" sz="1200" dirty="0">
                <a:solidFill>
                  <a:srgbClr val="00AB80"/>
                </a:solidFill>
                <a:latin typeface="Roboto Light" panose="02000000000000000000" pitchFamily="2" charset="0"/>
                <a:ea typeface="Calibri" panose="020F0502020204030204" pitchFamily="34" charset="0"/>
              </a:endParaRPr>
            </a:p>
            <a:p>
              <a:pPr>
                <a:tabLst>
                  <a:tab pos="3819525" algn="l"/>
                  <a:tab pos="3895725" algn="l"/>
                </a:tabLst>
              </a:pPr>
              <a:r>
                <a:rPr lang="en-GB" sz="1200" dirty="0">
                  <a:solidFill>
                    <a:srgbClr val="00AB80"/>
                  </a:solidFill>
                  <a:latin typeface="Roboto Light" panose="02000000000000000000" pitchFamily="2" charset="0"/>
                  <a:ea typeface="Calibri" panose="020F0502020204030204" pitchFamily="34" charset="0"/>
                </a:rPr>
                <a:t>Master –  Business Information Technology</a:t>
              </a:r>
            </a:p>
            <a:p>
              <a:pPr>
                <a:tabLst>
                  <a:tab pos="3819525" algn="l"/>
                  <a:tab pos="3895725" algn="l"/>
                </a:tabLst>
              </a:pPr>
              <a:r>
                <a:rPr lang="en-GB" sz="1200" dirty="0">
                  <a:solidFill>
                    <a:srgbClr val="00AB80"/>
                  </a:solidFill>
                  <a:latin typeface="Roboto Light" panose="02000000000000000000" pitchFamily="2" charset="0"/>
                  <a:ea typeface="Calibri" panose="020F0502020204030204" pitchFamily="34" charset="0"/>
                </a:rPr>
                <a:t>RMIT University</a:t>
              </a:r>
            </a:p>
            <a:p>
              <a:pPr>
                <a:tabLst>
                  <a:tab pos="3819525" algn="l"/>
                  <a:tab pos="3895725" algn="l"/>
                </a:tabLst>
              </a:pPr>
              <a:endParaRPr lang="en-AU" sz="1200" dirty="0">
                <a:solidFill>
                  <a:srgbClr val="00AB80"/>
                </a:solidFill>
                <a:effectLst/>
                <a:latin typeface="Times New Roman" panose="02020603050405020304" pitchFamily="18" charset="0"/>
                <a:ea typeface="Calibri" panose="020F0502020204030204" pitchFamily="34" charset="0"/>
              </a:endParaRPr>
            </a:p>
          </p:txBody>
        </p:sp>
      </p:grpSp>
      <p:sp>
        <p:nvSpPr>
          <p:cNvPr id="2" name="TextBox 1">
            <a:extLst>
              <a:ext uri="{FF2B5EF4-FFF2-40B4-BE49-F238E27FC236}">
                <a16:creationId xmlns:a16="http://schemas.microsoft.com/office/drawing/2014/main" id="{2FA774CA-3857-9308-4D38-9414B0CC2B95}"/>
              </a:ext>
            </a:extLst>
          </p:cNvPr>
          <p:cNvSpPr txBox="1"/>
          <p:nvPr/>
        </p:nvSpPr>
        <p:spPr>
          <a:xfrm>
            <a:off x="3335753" y="3491505"/>
            <a:ext cx="3526969" cy="276999"/>
          </a:xfrm>
          <a:prstGeom prst="rect">
            <a:avLst/>
          </a:prstGeom>
          <a:noFill/>
        </p:spPr>
        <p:txBody>
          <a:bodyPr wrap="square" rtlCol="0">
            <a:spAutoFit/>
          </a:bodyPr>
          <a:lstStyle/>
          <a:p>
            <a:r>
              <a:rPr lang="en-US" sz="1200" b="1" dirty="0">
                <a:solidFill>
                  <a:srgbClr val="ED7D31"/>
                </a:solidFill>
                <a:latin typeface="Roboto" panose="02000000000000000000" pitchFamily="2" charset="0"/>
                <a:ea typeface="Roboto" panose="02000000000000000000" pitchFamily="2" charset="0"/>
              </a:rPr>
              <a:t>M</a:t>
            </a:r>
            <a:r>
              <a:rPr lang="en-AU" sz="1200" b="1" dirty="0" err="1">
                <a:solidFill>
                  <a:srgbClr val="ED7D31"/>
                </a:solidFill>
                <a:latin typeface="Roboto" panose="02000000000000000000" pitchFamily="2" charset="0"/>
                <a:ea typeface="Roboto" panose="02000000000000000000" pitchFamily="2" charset="0"/>
              </a:rPr>
              <a:t>ajor</a:t>
            </a:r>
            <a:r>
              <a:rPr lang="en-AU" sz="1200" b="1" dirty="0">
                <a:solidFill>
                  <a:srgbClr val="ED7D31"/>
                </a:solidFill>
                <a:latin typeface="Roboto" panose="02000000000000000000" pitchFamily="2" charset="0"/>
                <a:ea typeface="Roboto" panose="02000000000000000000" pitchFamily="2" charset="0"/>
              </a:rPr>
              <a:t> Hardware Wholesaler – Team Leader</a:t>
            </a:r>
          </a:p>
        </p:txBody>
      </p:sp>
      <p:sp>
        <p:nvSpPr>
          <p:cNvPr id="14" name="TextBox 13">
            <a:extLst>
              <a:ext uri="{FF2B5EF4-FFF2-40B4-BE49-F238E27FC236}">
                <a16:creationId xmlns:a16="http://schemas.microsoft.com/office/drawing/2014/main" id="{476A2B4B-DF73-B449-C876-B221F898C872}"/>
              </a:ext>
            </a:extLst>
          </p:cNvPr>
          <p:cNvSpPr txBox="1"/>
          <p:nvPr/>
        </p:nvSpPr>
        <p:spPr>
          <a:xfrm>
            <a:off x="-19943" y="5539907"/>
            <a:ext cx="2552013" cy="307777"/>
          </a:xfrm>
          <a:prstGeom prst="rect">
            <a:avLst/>
          </a:prstGeom>
          <a:noFill/>
        </p:spPr>
        <p:txBody>
          <a:bodyPr wrap="square" rtlCol="0">
            <a:spAutoFit/>
          </a:bodyPr>
          <a:lstStyle/>
          <a:p>
            <a:pPr algn="ctr"/>
            <a:r>
              <a:rPr lang="en-AU" sz="1400" dirty="0">
                <a:solidFill>
                  <a:srgbClr val="00AB80"/>
                </a:solidFill>
                <a:latin typeface="Roboto" panose="02000000000000000000" pitchFamily="2" charset="0"/>
                <a:ea typeface="Roboto" panose="02000000000000000000" pitchFamily="2" charset="0"/>
              </a:rPr>
              <a:t>Key Skills &amp; Technologies</a:t>
            </a:r>
          </a:p>
        </p:txBody>
      </p:sp>
      <p:sp>
        <p:nvSpPr>
          <p:cNvPr id="6" name="TextBox 5">
            <a:extLst>
              <a:ext uri="{FF2B5EF4-FFF2-40B4-BE49-F238E27FC236}">
                <a16:creationId xmlns:a16="http://schemas.microsoft.com/office/drawing/2014/main" id="{701E125D-B356-8A2A-B86B-AB6567CEABE1}"/>
              </a:ext>
            </a:extLst>
          </p:cNvPr>
          <p:cNvSpPr txBox="1"/>
          <p:nvPr/>
        </p:nvSpPr>
        <p:spPr>
          <a:xfrm>
            <a:off x="3321267" y="1023734"/>
            <a:ext cx="3526969" cy="276999"/>
          </a:xfrm>
          <a:prstGeom prst="rect">
            <a:avLst/>
          </a:prstGeom>
          <a:noFill/>
        </p:spPr>
        <p:txBody>
          <a:bodyPr wrap="square" rtlCol="0">
            <a:spAutoFit/>
          </a:bodyPr>
          <a:lstStyle/>
          <a:p>
            <a:r>
              <a:rPr lang="en-US" sz="1200" b="1" dirty="0">
                <a:solidFill>
                  <a:srgbClr val="0059FF"/>
                </a:solidFill>
                <a:latin typeface="Roboto" panose="02000000000000000000" pitchFamily="2" charset="0"/>
                <a:ea typeface="Roboto" panose="02000000000000000000" pitchFamily="2" charset="0"/>
              </a:rPr>
              <a:t>B</a:t>
            </a:r>
            <a:r>
              <a:rPr lang="en-AU" sz="1200" b="1" dirty="0" err="1">
                <a:solidFill>
                  <a:srgbClr val="0059FF"/>
                </a:solidFill>
                <a:latin typeface="Roboto" panose="02000000000000000000" pitchFamily="2" charset="0"/>
                <a:ea typeface="Roboto" panose="02000000000000000000" pitchFamily="2" charset="0"/>
              </a:rPr>
              <a:t>ig</a:t>
            </a:r>
            <a:r>
              <a:rPr lang="en-AU" sz="1200" b="1" dirty="0">
                <a:solidFill>
                  <a:srgbClr val="0059FF"/>
                </a:solidFill>
                <a:latin typeface="Roboto" panose="02000000000000000000" pitchFamily="2" charset="0"/>
                <a:ea typeface="Roboto" panose="02000000000000000000" pitchFamily="2" charset="0"/>
              </a:rPr>
              <a:t> 4 Bank – Project Lead / Business Analyst</a:t>
            </a:r>
          </a:p>
        </p:txBody>
      </p:sp>
      <p:sp>
        <p:nvSpPr>
          <p:cNvPr id="8" name="TextBox 7">
            <a:extLst>
              <a:ext uri="{FF2B5EF4-FFF2-40B4-BE49-F238E27FC236}">
                <a16:creationId xmlns:a16="http://schemas.microsoft.com/office/drawing/2014/main" id="{59FEB941-5146-6B10-4E4D-8A4ADE918AEF}"/>
              </a:ext>
            </a:extLst>
          </p:cNvPr>
          <p:cNvSpPr txBox="1"/>
          <p:nvPr/>
        </p:nvSpPr>
        <p:spPr>
          <a:xfrm>
            <a:off x="3463961" y="1253170"/>
            <a:ext cx="4549073" cy="2277547"/>
          </a:xfrm>
          <a:prstGeom prst="rect">
            <a:avLst/>
          </a:prstGeom>
          <a:noFill/>
        </p:spPr>
        <p:txBody>
          <a:bodyPr wrap="square" numCol="1" rtlCol="0">
            <a:spAutoFit/>
          </a:bodyPr>
          <a:lstStyle>
            <a:defPPr>
              <a:defRPr lang="en-US"/>
            </a:defPPr>
            <a:lvl1pPr marL="171450" indent="-171450">
              <a:buClr>
                <a:srgbClr val="00AB80"/>
              </a:buClr>
              <a:buFont typeface="Arial" panose="020B0604020202020204" pitchFamily="34" charset="0"/>
              <a:buChar char="•"/>
              <a:defRPr sz="900">
                <a:latin typeface="Roboto Light" panose="02000000000000000000" pitchFamily="2" charset="0"/>
                <a:ea typeface="Roboto Light" panose="02000000000000000000" pitchFamily="2" charset="0"/>
              </a:defRPr>
            </a:lvl1pPr>
          </a:lstStyle>
          <a:p>
            <a:pPr marL="0" indent="0">
              <a:buNone/>
            </a:pPr>
            <a:r>
              <a:rPr lang="en-US" sz="1000" dirty="0">
                <a:solidFill>
                  <a:schemeClr val="bg1"/>
                </a:solidFill>
              </a:rPr>
              <a:t>W</a:t>
            </a:r>
            <a:r>
              <a:rPr lang="en-AU" sz="1000" dirty="0" err="1">
                <a:solidFill>
                  <a:schemeClr val="bg1"/>
                </a:solidFill>
              </a:rPr>
              <a:t>orked</a:t>
            </a:r>
            <a:r>
              <a:rPr lang="en-AU" sz="1000" dirty="0">
                <a:solidFill>
                  <a:schemeClr val="bg1"/>
                </a:solidFill>
              </a:rPr>
              <a:t> closely with senior leadership including the General Manager, Head</a:t>
            </a:r>
          </a:p>
          <a:p>
            <a:pPr marL="0" indent="0">
              <a:buNone/>
            </a:pPr>
            <a:r>
              <a:rPr lang="en-AU" sz="1000" dirty="0">
                <a:solidFill>
                  <a:schemeClr val="bg1"/>
                </a:solidFill>
              </a:rPr>
              <a:t>of Sales, Head of Finance and other senior stakeholders to ensure the solution design, project governance and delivery met agreed scope and quality expectations</a:t>
            </a:r>
            <a:r>
              <a:rPr lang="en-US" sz="1000" dirty="0">
                <a:solidFill>
                  <a:schemeClr val="bg1"/>
                </a:solidFill>
              </a:rPr>
              <a:t>. Responsibilities of this role included:</a:t>
            </a:r>
          </a:p>
          <a:p>
            <a:pPr marL="0" indent="0">
              <a:buNone/>
            </a:pPr>
            <a:endParaRPr lang="en-US" sz="200" dirty="0">
              <a:solidFill>
                <a:schemeClr val="bg1"/>
              </a:solidFill>
            </a:endParaRPr>
          </a:p>
          <a:p>
            <a:r>
              <a:rPr lang="en-AU" sz="1000" dirty="0">
                <a:solidFill>
                  <a:schemeClr val="bg1"/>
                </a:solidFill>
              </a:rPr>
              <a:t>Implemented Agile ways of working for the project team</a:t>
            </a:r>
          </a:p>
          <a:p>
            <a:r>
              <a:rPr lang="en-AU" sz="1000" dirty="0">
                <a:solidFill>
                  <a:schemeClr val="bg1"/>
                </a:solidFill>
              </a:rPr>
              <a:t>Stakeholder engagement and management</a:t>
            </a:r>
          </a:p>
          <a:p>
            <a:r>
              <a:rPr lang="en-AU" sz="1000" dirty="0">
                <a:solidFill>
                  <a:schemeClr val="bg1"/>
                </a:solidFill>
              </a:rPr>
              <a:t>Prepared and conducted business and data analysis activities</a:t>
            </a:r>
          </a:p>
          <a:p>
            <a:r>
              <a:rPr lang="en-AU" sz="1000" dirty="0">
                <a:solidFill>
                  <a:schemeClr val="bg1"/>
                </a:solidFill>
              </a:rPr>
              <a:t>Documented high-level business information requirements</a:t>
            </a:r>
          </a:p>
          <a:p>
            <a:r>
              <a:rPr lang="en-AU" sz="1000" dirty="0">
                <a:solidFill>
                  <a:schemeClr val="bg1"/>
                </a:solidFill>
              </a:rPr>
              <a:t>Facilitated design workshops</a:t>
            </a:r>
          </a:p>
          <a:p>
            <a:r>
              <a:rPr lang="en-AU" sz="1000" dirty="0">
                <a:solidFill>
                  <a:schemeClr val="bg1"/>
                </a:solidFill>
              </a:rPr>
              <a:t>Designed data models, fact and dimension tables</a:t>
            </a:r>
          </a:p>
          <a:p>
            <a:r>
              <a:rPr lang="en-AU" sz="1000" dirty="0">
                <a:solidFill>
                  <a:schemeClr val="bg1"/>
                </a:solidFill>
              </a:rPr>
              <a:t>Designed presentation layer reports</a:t>
            </a:r>
          </a:p>
          <a:p>
            <a:r>
              <a:rPr lang="en-AU" sz="1000" dirty="0">
                <a:solidFill>
                  <a:schemeClr val="bg1"/>
                </a:solidFill>
              </a:rPr>
              <a:t>Provided weekly progress updates with Senior Stakeholders</a:t>
            </a:r>
          </a:p>
          <a:p>
            <a:r>
              <a:rPr lang="en-AU" sz="1000" dirty="0">
                <a:solidFill>
                  <a:schemeClr val="bg1"/>
                </a:solidFill>
              </a:rPr>
              <a:t>Influenced decisions and negotiating project scope</a:t>
            </a:r>
          </a:p>
          <a:p>
            <a:r>
              <a:rPr lang="en-AU" sz="1000" dirty="0">
                <a:solidFill>
                  <a:schemeClr val="bg1"/>
                </a:solidFill>
              </a:rPr>
              <a:t>Provided training to end users</a:t>
            </a:r>
            <a:endParaRPr lang="en-US" sz="1000" dirty="0">
              <a:solidFill>
                <a:schemeClr val="bg1"/>
              </a:solidFill>
            </a:endParaRPr>
          </a:p>
        </p:txBody>
      </p:sp>
      <p:grpSp>
        <p:nvGrpSpPr>
          <p:cNvPr id="18" name="Group 17">
            <a:extLst>
              <a:ext uri="{FF2B5EF4-FFF2-40B4-BE49-F238E27FC236}">
                <a16:creationId xmlns:a16="http://schemas.microsoft.com/office/drawing/2014/main" id="{E0B3FDFC-4A78-346F-E1D4-E183BEB90A60}"/>
              </a:ext>
            </a:extLst>
          </p:cNvPr>
          <p:cNvGrpSpPr/>
          <p:nvPr/>
        </p:nvGrpSpPr>
        <p:grpSpPr>
          <a:xfrm>
            <a:off x="3428144" y="6111222"/>
            <a:ext cx="4584890" cy="1619022"/>
            <a:chOff x="5023753" y="4729132"/>
            <a:chExt cx="4757437" cy="1619022"/>
          </a:xfrm>
        </p:grpSpPr>
        <p:sp>
          <p:nvSpPr>
            <p:cNvPr id="19" name="TextBox 18">
              <a:extLst>
                <a:ext uri="{FF2B5EF4-FFF2-40B4-BE49-F238E27FC236}">
                  <a16:creationId xmlns:a16="http://schemas.microsoft.com/office/drawing/2014/main" id="{7513C49A-2DF2-8111-FED4-FC07A8EAD258}"/>
                </a:ext>
              </a:extLst>
            </p:cNvPr>
            <p:cNvSpPr txBox="1"/>
            <p:nvPr/>
          </p:nvSpPr>
          <p:spPr>
            <a:xfrm>
              <a:off x="5059474" y="4870826"/>
              <a:ext cx="4721716" cy="1477328"/>
            </a:xfrm>
            <a:prstGeom prst="rect">
              <a:avLst/>
            </a:prstGeom>
            <a:noFill/>
          </p:spPr>
          <p:txBody>
            <a:bodyPr wrap="square" numCol="1" rtlCol="0">
              <a:spAutoFit/>
            </a:bodyPr>
            <a:lstStyle>
              <a:defPPr>
                <a:defRPr lang="en-US"/>
              </a:defPPr>
              <a:lvl1pPr marL="171450" indent="-171450">
                <a:buClr>
                  <a:srgbClr val="00AB80"/>
                </a:buClr>
                <a:buFont typeface="Arial" panose="020B0604020202020204" pitchFamily="34" charset="0"/>
                <a:buChar char="•"/>
                <a:defRPr sz="900">
                  <a:solidFill>
                    <a:schemeClr val="bg1"/>
                  </a:solidFill>
                  <a:latin typeface="Roboto Light" panose="02000000000000000000" pitchFamily="2" charset="0"/>
                  <a:ea typeface="Roboto Light" panose="02000000000000000000" pitchFamily="2" charset="0"/>
                </a:defRPr>
              </a:lvl1pPr>
            </a:lstStyle>
            <a:p>
              <a:r>
                <a:rPr lang="en-AU" sz="1000" dirty="0"/>
                <a:t>Developed an in-depth understanding of current &amp; proposed business processes</a:t>
              </a:r>
            </a:p>
            <a:p>
              <a:r>
                <a:rPr lang="en-AU" sz="1000" dirty="0"/>
                <a:t>Provides sound &amp; practical advice to the business to introduce efficiencies through the implementation of systems and/or streamlined processes</a:t>
              </a:r>
            </a:p>
            <a:p>
              <a:r>
                <a:rPr lang="en-AU" sz="1000" dirty="0"/>
                <a:t>Work collaboratively with business and IT team members to deliver practical systems solutions that meet agreed business objectives</a:t>
              </a:r>
            </a:p>
            <a:p>
              <a:r>
                <a:rPr lang="en-AU" sz="1000" dirty="0"/>
                <a:t>Stakeholder engagement and management</a:t>
              </a:r>
            </a:p>
            <a:p>
              <a:r>
                <a:rPr lang="en-AU" sz="1000" dirty="0"/>
                <a:t>Prepare and conduct business and data analysis activities</a:t>
              </a:r>
            </a:p>
            <a:p>
              <a:r>
                <a:rPr lang="en-AU" sz="1000" dirty="0"/>
                <a:t>Facilitate design workshops</a:t>
              </a:r>
              <a:endParaRPr lang="en-GB" sz="1000" dirty="0"/>
            </a:p>
          </p:txBody>
        </p:sp>
        <p:cxnSp>
          <p:nvCxnSpPr>
            <p:cNvPr id="21" name="Straight Connector 20">
              <a:extLst>
                <a:ext uri="{FF2B5EF4-FFF2-40B4-BE49-F238E27FC236}">
                  <a16:creationId xmlns:a16="http://schemas.microsoft.com/office/drawing/2014/main" id="{B0913DE4-461D-CE43-AABC-C4B3D7D22F45}"/>
                </a:ext>
              </a:extLst>
            </p:cNvPr>
            <p:cNvCxnSpPr>
              <a:cxnSpLocks/>
            </p:cNvCxnSpPr>
            <p:nvPr/>
          </p:nvCxnSpPr>
          <p:spPr>
            <a:xfrm>
              <a:off x="5023753" y="4729132"/>
              <a:ext cx="0" cy="1540347"/>
            </a:xfrm>
            <a:prstGeom prst="line">
              <a:avLst/>
            </a:prstGeom>
            <a:ln w="19050">
              <a:solidFill>
                <a:srgbClr val="A93584"/>
              </a:solidFill>
            </a:ln>
          </p:spPr>
          <p:style>
            <a:lnRef idx="1">
              <a:schemeClr val="accent1"/>
            </a:lnRef>
            <a:fillRef idx="0">
              <a:schemeClr val="accent1"/>
            </a:fillRef>
            <a:effectRef idx="0">
              <a:schemeClr val="accent1"/>
            </a:effectRef>
            <a:fontRef idx="minor">
              <a:schemeClr val="tx1"/>
            </a:fontRef>
          </p:style>
        </p:cxnSp>
      </p:grpSp>
      <p:sp>
        <p:nvSpPr>
          <p:cNvPr id="28" name="TextBox 27">
            <a:extLst>
              <a:ext uri="{FF2B5EF4-FFF2-40B4-BE49-F238E27FC236}">
                <a16:creationId xmlns:a16="http://schemas.microsoft.com/office/drawing/2014/main" id="{6059F888-3BDF-A1C0-65E5-CB6FDD43D97C}"/>
              </a:ext>
            </a:extLst>
          </p:cNvPr>
          <p:cNvSpPr txBox="1"/>
          <p:nvPr/>
        </p:nvSpPr>
        <p:spPr>
          <a:xfrm>
            <a:off x="3459450" y="6051911"/>
            <a:ext cx="3526969" cy="276999"/>
          </a:xfrm>
          <a:prstGeom prst="rect">
            <a:avLst/>
          </a:prstGeom>
          <a:noFill/>
        </p:spPr>
        <p:txBody>
          <a:bodyPr wrap="square" rtlCol="0">
            <a:spAutoFit/>
          </a:bodyPr>
          <a:lstStyle/>
          <a:p>
            <a:r>
              <a:rPr lang="en-US" sz="1200" b="1" dirty="0">
                <a:solidFill>
                  <a:srgbClr val="A93584"/>
                </a:solidFill>
                <a:latin typeface="Roboto" panose="02000000000000000000" pitchFamily="2" charset="0"/>
                <a:ea typeface="Roboto" panose="02000000000000000000" pitchFamily="2" charset="0"/>
              </a:rPr>
              <a:t>P</a:t>
            </a:r>
            <a:r>
              <a:rPr lang="en-AU" sz="1200" b="1" dirty="0" err="1">
                <a:solidFill>
                  <a:srgbClr val="A93584"/>
                </a:solidFill>
                <a:latin typeface="Roboto" panose="02000000000000000000" pitchFamily="2" charset="0"/>
                <a:ea typeface="Roboto" panose="02000000000000000000" pitchFamily="2" charset="0"/>
              </a:rPr>
              <a:t>ublicly</a:t>
            </a:r>
            <a:r>
              <a:rPr lang="en-AU" sz="1200" b="1" dirty="0">
                <a:solidFill>
                  <a:srgbClr val="A93584"/>
                </a:solidFill>
                <a:latin typeface="Roboto" panose="02000000000000000000" pitchFamily="2" charset="0"/>
                <a:ea typeface="Roboto" panose="02000000000000000000" pitchFamily="2" charset="0"/>
              </a:rPr>
              <a:t> Listed Consulting </a:t>
            </a:r>
            <a:r>
              <a:rPr lang="en-AU" sz="1200" b="1">
                <a:solidFill>
                  <a:srgbClr val="A93584"/>
                </a:solidFill>
                <a:latin typeface="Roboto" panose="02000000000000000000" pitchFamily="2" charset="0"/>
                <a:ea typeface="Roboto" panose="02000000000000000000" pitchFamily="2" charset="0"/>
              </a:rPr>
              <a:t>Firm – Project Lead</a:t>
            </a:r>
            <a:endParaRPr lang="en-AU" sz="1200" b="1" dirty="0">
              <a:solidFill>
                <a:srgbClr val="A93584"/>
              </a:solidFill>
              <a:latin typeface="Roboto" panose="02000000000000000000" pitchFamily="2" charset="0"/>
              <a:ea typeface="Roboto" panose="02000000000000000000" pitchFamily="2" charset="0"/>
            </a:endParaRPr>
          </a:p>
        </p:txBody>
      </p:sp>
      <p:sp>
        <p:nvSpPr>
          <p:cNvPr id="32" name="TextBox 31">
            <a:extLst>
              <a:ext uri="{FF2B5EF4-FFF2-40B4-BE49-F238E27FC236}">
                <a16:creationId xmlns:a16="http://schemas.microsoft.com/office/drawing/2014/main" id="{2BB131CB-F34C-0D89-4684-BD31B041F534}"/>
              </a:ext>
            </a:extLst>
          </p:cNvPr>
          <p:cNvSpPr txBox="1"/>
          <p:nvPr/>
        </p:nvSpPr>
        <p:spPr>
          <a:xfrm>
            <a:off x="8118489" y="1456630"/>
            <a:ext cx="1951941" cy="1169551"/>
          </a:xfrm>
          <a:prstGeom prst="rect">
            <a:avLst/>
          </a:prstGeom>
          <a:noFill/>
        </p:spPr>
        <p:txBody>
          <a:bodyPr wrap="square" numCol="1" rtlCol="0">
            <a:spAutoFit/>
          </a:bodyPr>
          <a:lstStyle>
            <a:defPPr>
              <a:defRPr lang="en-US"/>
            </a:defPPr>
            <a:lvl1pPr marL="171450" indent="-171450">
              <a:buClr>
                <a:srgbClr val="00AB80"/>
              </a:buClr>
              <a:buFont typeface="Arial" panose="020B0604020202020204" pitchFamily="34" charset="0"/>
              <a:buChar char="•"/>
              <a:defRPr sz="900">
                <a:latin typeface="Roboto Light" panose="02000000000000000000" pitchFamily="2" charset="0"/>
                <a:ea typeface="Roboto Light" panose="02000000000000000000" pitchFamily="2" charset="0"/>
              </a:defRPr>
            </a:lvl1pPr>
          </a:lstStyle>
          <a:p>
            <a:pPr marL="0" indent="0">
              <a:lnSpc>
                <a:spcPct val="150000"/>
              </a:lnSpc>
              <a:buNone/>
            </a:pPr>
            <a:r>
              <a:rPr lang="en-GB" sz="1200" dirty="0">
                <a:solidFill>
                  <a:srgbClr val="00AB80"/>
                </a:solidFill>
              </a:rPr>
              <a:t>Big 4 Bank</a:t>
            </a:r>
          </a:p>
          <a:p>
            <a:pPr marL="0" indent="0">
              <a:lnSpc>
                <a:spcPct val="150000"/>
              </a:lnSpc>
              <a:buNone/>
            </a:pPr>
            <a:r>
              <a:rPr lang="en-GB" sz="1200" dirty="0">
                <a:solidFill>
                  <a:srgbClr val="00AB80"/>
                </a:solidFill>
              </a:rPr>
              <a:t>Financial Services</a:t>
            </a:r>
          </a:p>
          <a:p>
            <a:pPr marL="0" indent="0">
              <a:lnSpc>
                <a:spcPct val="150000"/>
              </a:lnSpc>
              <a:buNone/>
            </a:pPr>
            <a:r>
              <a:rPr lang="en-GB" sz="1200" dirty="0">
                <a:solidFill>
                  <a:srgbClr val="00AB80"/>
                </a:solidFill>
              </a:rPr>
              <a:t>Wholesale &amp; Retail</a:t>
            </a:r>
          </a:p>
          <a:p>
            <a:pPr marL="0" indent="0">
              <a:lnSpc>
                <a:spcPct val="150000"/>
              </a:lnSpc>
              <a:buNone/>
            </a:pPr>
            <a:r>
              <a:rPr lang="en-GB" sz="1200" dirty="0">
                <a:solidFill>
                  <a:srgbClr val="00AB80"/>
                </a:solidFill>
              </a:rPr>
              <a:t>Government Services</a:t>
            </a:r>
          </a:p>
        </p:txBody>
      </p:sp>
      <p:sp>
        <p:nvSpPr>
          <p:cNvPr id="31" name="TextBox 30">
            <a:extLst>
              <a:ext uri="{FF2B5EF4-FFF2-40B4-BE49-F238E27FC236}">
                <a16:creationId xmlns:a16="http://schemas.microsoft.com/office/drawing/2014/main" id="{10454B81-4CBC-39FA-103A-34106F538FB0}"/>
              </a:ext>
            </a:extLst>
          </p:cNvPr>
          <p:cNvSpPr txBox="1"/>
          <p:nvPr/>
        </p:nvSpPr>
        <p:spPr>
          <a:xfrm>
            <a:off x="244679" y="2961337"/>
            <a:ext cx="2794374" cy="2677015"/>
          </a:xfrm>
          <a:prstGeom prst="rect">
            <a:avLst/>
          </a:prstGeom>
          <a:noFill/>
        </p:spPr>
        <p:txBody>
          <a:bodyPr wrap="square" lIns="0" tIns="0" rIns="0" bIns="0" rtlCol="0" anchor="t">
            <a:spAutoFit/>
          </a:bodyPr>
          <a:lstStyle>
            <a:defPPr>
              <a:defRPr lang="en-US"/>
            </a:defPPr>
            <a:lvl1pPr>
              <a:lnSpc>
                <a:spcPts val="1500"/>
              </a:lnSpc>
              <a:defRPr sz="1000" spc="13">
                <a:latin typeface="Roboto Light" panose="02000000000000000000" pitchFamily="2" charset="0"/>
                <a:ea typeface="Roboto Light" panose="02000000000000000000" pitchFamily="2" charset="0"/>
                <a:cs typeface="Lato" panose="020F0502020204030203" pitchFamily="34" charset="0"/>
              </a:defRPr>
            </a:lvl1pPr>
          </a:lstStyle>
          <a:p>
            <a:r>
              <a:rPr lang="en-AU" dirty="0"/>
              <a:t>Motivated, energetic, and results-driven, Shannon is always looking for professional development opportunities. Working for a number of different organisations, across different industries and sectors has provided Shannon with rich and diverse experiences. In his previous Senior roles Shannon has been responsible for delivering, managing and supporting a range of software solutions. Shannon is</a:t>
            </a:r>
            <a:r>
              <a:rPr lang="en-AU" sz="1000" spc="13" dirty="0">
                <a:latin typeface="Roboto Light" panose="02000000000000000000" pitchFamily="2" charset="0"/>
                <a:ea typeface="Roboto Light" panose="02000000000000000000" pitchFamily="2" charset="0"/>
                <a:cs typeface="Lato" panose="020F0502020204030203" pitchFamily="34" charset="0"/>
              </a:rPr>
              <a:t> capable and well-practiced at working with application end users to understand business requirements and to meet those needs when managing the development of application solutions.</a:t>
            </a:r>
            <a:endParaRPr lang="en-US" sz="1000" spc="13" dirty="0">
              <a:latin typeface="Roboto Light" panose="02000000000000000000" pitchFamily="2" charset="0"/>
              <a:ea typeface="Roboto Light" panose="02000000000000000000" pitchFamily="2" charset="0"/>
              <a:cs typeface="Lato" panose="020F0502020204030203" pitchFamily="34" charset="0"/>
            </a:endParaRPr>
          </a:p>
          <a:p>
            <a:endParaRPr lang="en-AU" dirty="0"/>
          </a:p>
        </p:txBody>
      </p:sp>
      <p:sp>
        <p:nvSpPr>
          <p:cNvPr id="34" name="TextBox 33">
            <a:extLst>
              <a:ext uri="{FF2B5EF4-FFF2-40B4-BE49-F238E27FC236}">
                <a16:creationId xmlns:a16="http://schemas.microsoft.com/office/drawing/2014/main" id="{0FD83A04-ADA0-563A-4313-59214CB614F1}"/>
              </a:ext>
            </a:extLst>
          </p:cNvPr>
          <p:cNvSpPr txBox="1"/>
          <p:nvPr/>
        </p:nvSpPr>
        <p:spPr>
          <a:xfrm>
            <a:off x="146652" y="5864531"/>
            <a:ext cx="1510046" cy="1892826"/>
          </a:xfrm>
          <a:prstGeom prst="rect">
            <a:avLst/>
          </a:prstGeom>
          <a:noFill/>
        </p:spPr>
        <p:txBody>
          <a:bodyPr wrap="square" numCol="1" rtlCol="0">
            <a:spAutoFit/>
          </a:bodyPr>
          <a:lstStyle/>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Project Management </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Business Analysis</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Business Intelligence</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Project Delivery</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Scrum Master</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Data Warehousing</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Data Modeling</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Stakeholder Engagement</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Stakeholder Management</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Process Improvement</a:t>
            </a:r>
          </a:p>
          <a:p>
            <a:pPr marL="171450" indent="-171450">
              <a:buClr>
                <a:srgbClr val="00AB80"/>
              </a:buClr>
              <a:buFont typeface="Arial" panose="020B0604020202020204" pitchFamily="34" charset="0"/>
              <a:buChar char="•"/>
            </a:pPr>
            <a:endParaRPr lang="en-US" sz="900" dirty="0">
              <a:latin typeface="Roboto Light" panose="02000000000000000000" pitchFamily="2" charset="0"/>
              <a:ea typeface="Roboto Light" panose="02000000000000000000" pitchFamily="2" charset="0"/>
            </a:endParaRPr>
          </a:p>
        </p:txBody>
      </p:sp>
    </p:spTree>
    <p:extLst>
      <p:ext uri="{BB962C8B-B14F-4D97-AF65-F5344CB8AC3E}">
        <p14:creationId xmlns:p14="http://schemas.microsoft.com/office/powerpoint/2010/main" val="2009923557"/>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81F5EC79307BDF4295C10AC82BCAE190" ma:contentTypeVersion="12" ma:contentTypeDescription="Create a new document." ma:contentTypeScope="" ma:versionID="0f0308aefe13974c65752fd3353aedfb">
  <xsd:schema xmlns:xsd="http://www.w3.org/2001/XMLSchema" xmlns:xs="http://www.w3.org/2001/XMLSchema" xmlns:p="http://schemas.microsoft.com/office/2006/metadata/properties" xmlns:ns2="daf93972-1964-4522-aa34-640805a01c3a" xmlns:ns3="e52cd9e7-35e5-4bd3-9cab-ca6a63c31e52" targetNamespace="http://schemas.microsoft.com/office/2006/metadata/properties" ma:root="true" ma:fieldsID="aba3c788a807feaf6f638ceb175dbe8c" ns2:_="" ns3:_="">
    <xsd:import namespace="daf93972-1964-4522-aa34-640805a01c3a"/>
    <xsd:import namespace="e52cd9e7-35e5-4bd3-9cab-ca6a63c31e52"/>
    <xsd:element name="properties">
      <xsd:complexType>
        <xsd:sequence>
          <xsd:element name="documentManagement">
            <xsd:complexType>
              <xsd:all>
                <xsd:element ref="ns2:MediaServiceMetadata" minOccurs="0"/>
                <xsd:element ref="ns2:MediaServiceFastMetadata"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AutoTags" minOccurs="0"/>
                <xsd:element ref="ns2:MediaServiceOCR"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af93972-1964-4522-aa34-640805a01c3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EventHashCode" ma:index="10" nillable="true" ma:displayName="MediaServiceEventHashCode" ma:hidden="true" ma:internalName="MediaServiceEventHashCode"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ObjectDetectorVersions" ma:index="18" nillable="true" ma:displayName="MediaServiceObjectDetectorVersions" ma:hidden="true" ma:indexed="true" ma:internalName="MediaServiceObjectDetectorVersions" ma:readOnly="true">
      <xsd:simpleType>
        <xsd:restriction base="dms:Text"/>
      </xsd:simpleType>
    </xsd:element>
    <xsd:element name="MediaServiceSearchProperties" ma:index="19"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e52cd9e7-35e5-4bd3-9cab-ca6a63c31e52"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905D935-75B7-4B08-B895-10F3259FB2A7}">
  <ds:schemaRefs>
    <ds:schemaRef ds:uri="http://schemas.microsoft.com/office/2006/documentManagement/types"/>
    <ds:schemaRef ds:uri="http://purl.org/dc/terms/"/>
    <ds:schemaRef ds:uri="daf93972-1964-4522-aa34-640805a01c3a"/>
    <ds:schemaRef ds:uri="http://schemas.microsoft.com/office/2006/metadata/properties"/>
    <ds:schemaRef ds:uri="http://purl.org/dc/elements/1.1/"/>
    <ds:schemaRef ds:uri="e52cd9e7-35e5-4bd3-9cab-ca6a63c31e52"/>
    <ds:schemaRef ds:uri="http://schemas.microsoft.com/office/infopath/2007/PartnerControls"/>
    <ds:schemaRef ds:uri="http://schemas.openxmlformats.org/package/2006/metadata/core-properties"/>
    <ds:schemaRef ds:uri="http://www.w3.org/XML/1998/namespace"/>
    <ds:schemaRef ds:uri="http://purl.org/dc/dcmitype/"/>
  </ds:schemaRefs>
</ds:datastoreItem>
</file>

<file path=customXml/itemProps2.xml><?xml version="1.0" encoding="utf-8"?>
<ds:datastoreItem xmlns:ds="http://schemas.openxmlformats.org/officeDocument/2006/customXml" ds:itemID="{809EB321-575B-41B5-900E-4FBC92E9BCE2}">
  <ds:schemaRefs>
    <ds:schemaRef ds:uri="http://schemas.microsoft.com/sharepoint/v3/contenttype/forms"/>
  </ds:schemaRefs>
</ds:datastoreItem>
</file>

<file path=customXml/itemProps3.xml><?xml version="1.0" encoding="utf-8"?>
<ds:datastoreItem xmlns:ds="http://schemas.openxmlformats.org/officeDocument/2006/customXml" ds:itemID="{C14884E3-A99E-4587-83C9-C15EEA5E07EB}"/>
</file>

<file path=docProps/app.xml><?xml version="1.0" encoding="utf-8"?>
<Properties xmlns="http://schemas.openxmlformats.org/officeDocument/2006/extended-properties" xmlns:vt="http://schemas.openxmlformats.org/officeDocument/2006/docPropsVTypes">
  <Template>Office Theme</Template>
  <TotalTime>5208</TotalTime>
  <Words>546</Words>
  <Application>Microsoft Office PowerPoint</Application>
  <PresentationFormat>Custom</PresentationFormat>
  <Paragraphs>78</Paragraphs>
  <Slides>1</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vt:i4>
      </vt:variant>
    </vt:vector>
  </HeadingPairs>
  <TitlesOfParts>
    <vt:vector size="9" baseType="lpstr">
      <vt:lpstr>Arial</vt:lpstr>
      <vt:lpstr>Calibri</vt:lpstr>
      <vt:lpstr>Calibri Light</vt:lpstr>
      <vt:lpstr>Libre Caslon Text</vt:lpstr>
      <vt:lpstr>Roboto</vt:lpstr>
      <vt:lpstr>Roboto Light</vt:lpstr>
      <vt:lpstr>Times New Roman</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Johanna Jovel Hernández</dc:creator>
  <cp:lastModifiedBy>Darcy Roach</cp:lastModifiedBy>
  <cp:revision>92</cp:revision>
  <dcterms:created xsi:type="dcterms:W3CDTF">2019-12-03T01:50:37Z</dcterms:created>
  <dcterms:modified xsi:type="dcterms:W3CDTF">2023-02-07T03:55:09Z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0x01010081F5EC79307BDF4295C10AC82BCAE190</vt:lpwstr>
  </property>
</Properties>
</file>