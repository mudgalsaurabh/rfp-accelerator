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2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ED7D31"/>
    <a:srgbClr val="0F2B3F"/>
    <a:srgbClr val="0059F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30E8E-FC5C-4A40-BC7B-FE827E29AC20}" v="1" dt="2023-10-26T00:06:06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94" y="-132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58830E8E-FC5C-4A40-BC7B-FE827E29AC20}"/>
    <pc:docChg chg="custSel modSld">
      <pc:chgData name="Darcy Roach" userId="ba676ee9-e9b4-49e8-a515-8077106c948d" providerId="ADAL" clId="{58830E8E-FC5C-4A40-BC7B-FE827E29AC20}" dt="2023-10-26T00:25:34.077" v="1083" actId="1076"/>
      <pc:docMkLst>
        <pc:docMk/>
      </pc:docMkLst>
      <pc:sldChg chg="modSp mod">
        <pc:chgData name="Darcy Roach" userId="ba676ee9-e9b4-49e8-a515-8077106c948d" providerId="ADAL" clId="{58830E8E-FC5C-4A40-BC7B-FE827E29AC20}" dt="2023-10-26T00:25:34.077" v="1083" actId="1076"/>
        <pc:sldMkLst>
          <pc:docMk/>
          <pc:sldMk cId="2144306671" sldId="272"/>
        </pc:sldMkLst>
        <pc:spChg chg="mod">
          <ac:chgData name="Darcy Roach" userId="ba676ee9-e9b4-49e8-a515-8077106c948d" providerId="ADAL" clId="{58830E8E-FC5C-4A40-BC7B-FE827E29AC20}" dt="2023-10-26T00:25:23.098" v="1082" actId="1076"/>
          <ac:spMkLst>
            <pc:docMk/>
            <pc:sldMk cId="2144306671" sldId="272"/>
            <ac:spMk id="2" creationId="{2FA774CA-3857-9308-4D38-9414B0CC2B95}"/>
          </ac:spMkLst>
        </pc:spChg>
        <pc:spChg chg="mod">
          <ac:chgData name="Darcy Roach" userId="ba676ee9-e9b4-49e8-a515-8077106c948d" providerId="ADAL" clId="{58830E8E-FC5C-4A40-BC7B-FE827E29AC20}" dt="2023-10-25T23:52:56.640" v="559" actId="21"/>
          <ac:spMkLst>
            <pc:docMk/>
            <pc:sldMk cId="2144306671" sldId="272"/>
            <ac:spMk id="4" creationId="{80F49B2F-21D4-F9EB-049F-717A10CB7D84}"/>
          </ac:spMkLst>
        </pc:spChg>
        <pc:spChg chg="mod">
          <ac:chgData name="Darcy Roach" userId="ba676ee9-e9b4-49e8-a515-8077106c948d" providerId="ADAL" clId="{58830E8E-FC5C-4A40-BC7B-FE827E29AC20}" dt="2023-10-25T23:32:39.992" v="161" actId="20577"/>
          <ac:spMkLst>
            <pc:docMk/>
            <pc:sldMk cId="2144306671" sldId="272"/>
            <ac:spMk id="8" creationId="{59FEB941-5146-6B10-4E4D-8A4ADE918AEF}"/>
          </ac:spMkLst>
        </pc:spChg>
        <pc:spChg chg="mod">
          <ac:chgData name="Darcy Roach" userId="ba676ee9-e9b4-49e8-a515-8077106c948d" providerId="ADAL" clId="{58830E8E-FC5C-4A40-BC7B-FE827E29AC20}" dt="2023-10-26T00:00:51.157" v="747" actId="20577"/>
          <ac:spMkLst>
            <pc:docMk/>
            <pc:sldMk cId="2144306671" sldId="272"/>
            <ac:spMk id="10" creationId="{06312B81-BCF1-2796-C112-3DBE0E02F483}"/>
          </ac:spMkLst>
        </pc:spChg>
        <pc:spChg chg="mod">
          <ac:chgData name="Darcy Roach" userId="ba676ee9-e9b4-49e8-a515-8077106c948d" providerId="ADAL" clId="{58830E8E-FC5C-4A40-BC7B-FE827E29AC20}" dt="2023-10-25T23:28:00.710" v="35" actId="20577"/>
          <ac:spMkLst>
            <pc:docMk/>
            <pc:sldMk cId="2144306671" sldId="272"/>
            <ac:spMk id="13" creationId="{FD2720C9-A79F-BD7F-E179-674AD67D7892}"/>
          </ac:spMkLst>
        </pc:spChg>
        <pc:spChg chg="mod">
          <ac:chgData name="Darcy Roach" userId="ba676ee9-e9b4-49e8-a515-8077106c948d" providerId="ADAL" clId="{58830E8E-FC5C-4A40-BC7B-FE827E29AC20}" dt="2023-10-26T00:25:34.077" v="1083" actId="1076"/>
          <ac:spMkLst>
            <pc:docMk/>
            <pc:sldMk cId="2144306671" sldId="272"/>
            <ac:spMk id="17" creationId="{1BDE5051-9F34-F139-742D-4450E5D6591E}"/>
          </ac:spMkLst>
        </pc:spChg>
        <pc:spChg chg="mod">
          <ac:chgData name="Darcy Roach" userId="ba676ee9-e9b4-49e8-a515-8077106c948d" providerId="ADAL" clId="{58830E8E-FC5C-4A40-BC7B-FE827E29AC20}" dt="2023-10-26T00:22:49.039" v="1018" actId="20577"/>
          <ac:spMkLst>
            <pc:docMk/>
            <pc:sldMk cId="2144306671" sldId="272"/>
            <ac:spMk id="19" creationId="{7513C49A-2DF2-8111-FED4-FC07A8EAD258}"/>
          </ac:spMkLst>
        </pc:spChg>
        <pc:spChg chg="mod">
          <ac:chgData name="Darcy Roach" userId="ba676ee9-e9b4-49e8-a515-8077106c948d" providerId="ADAL" clId="{58830E8E-FC5C-4A40-BC7B-FE827E29AC20}" dt="2023-10-25T23:54:43.588" v="670" actId="20577"/>
          <ac:spMkLst>
            <pc:docMk/>
            <pc:sldMk cId="2144306671" sldId="272"/>
            <ac:spMk id="26" creationId="{1A3D666D-00C8-D106-73C3-9FF300F8618C}"/>
          </ac:spMkLst>
        </pc:spChg>
        <pc:spChg chg="mod">
          <ac:chgData name="Darcy Roach" userId="ba676ee9-e9b4-49e8-a515-8077106c948d" providerId="ADAL" clId="{58830E8E-FC5C-4A40-BC7B-FE827E29AC20}" dt="2023-10-26T00:25:03.478" v="1080" actId="1076"/>
          <ac:spMkLst>
            <pc:docMk/>
            <pc:sldMk cId="2144306671" sldId="272"/>
            <ac:spMk id="28" creationId="{6059F888-3BDF-A1C0-65E5-CB6FDD43D97C}"/>
          </ac:spMkLst>
        </pc:spChg>
        <pc:spChg chg="mod">
          <ac:chgData name="Darcy Roach" userId="ba676ee9-e9b4-49e8-a515-8077106c948d" providerId="ADAL" clId="{58830E8E-FC5C-4A40-BC7B-FE827E29AC20}" dt="2023-10-26T00:08:17.273" v="922" actId="20577"/>
          <ac:spMkLst>
            <pc:docMk/>
            <pc:sldMk cId="2144306671" sldId="272"/>
            <ac:spMk id="38" creationId="{AB47A2EE-BF0B-DB05-8B7C-DB6594B2B3D5}"/>
          </ac:spMkLst>
        </pc:spChg>
        <pc:grpChg chg="mod">
          <ac:chgData name="Darcy Roach" userId="ba676ee9-e9b4-49e8-a515-8077106c948d" providerId="ADAL" clId="{58830E8E-FC5C-4A40-BC7B-FE827E29AC20}" dt="2023-10-26T00:06:06.548" v="800"/>
          <ac:grpSpMkLst>
            <pc:docMk/>
            <pc:sldMk cId="2144306671" sldId="272"/>
            <ac:grpSpMk id="5" creationId="{980A06B1-0A2F-7DF6-91DB-0F6DFA896A23}"/>
          </ac:grpSpMkLst>
        </pc:grpChg>
        <pc:grpChg chg="mod">
          <ac:chgData name="Darcy Roach" userId="ba676ee9-e9b4-49e8-a515-8077106c948d" providerId="ADAL" clId="{58830E8E-FC5C-4A40-BC7B-FE827E29AC20}" dt="2023-10-26T00:25:03.478" v="1080" actId="1076"/>
          <ac:grpSpMkLst>
            <pc:docMk/>
            <pc:sldMk cId="2144306671" sldId="272"/>
            <ac:grpSpMk id="18" creationId="{E0B3FDFC-4A78-346F-E1D4-E183BEB90A60}"/>
          </ac:grpSpMkLst>
        </pc:grpChg>
        <pc:grpChg chg="mod">
          <ac:chgData name="Darcy Roach" userId="ba676ee9-e9b4-49e8-a515-8077106c948d" providerId="ADAL" clId="{58830E8E-FC5C-4A40-BC7B-FE827E29AC20}" dt="2023-10-26T00:25:23.098" v="1082" actId="1076"/>
          <ac:grpSpMkLst>
            <pc:docMk/>
            <pc:sldMk cId="2144306671" sldId="272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58830E8E-FC5C-4A40-BC7B-FE827E29AC20}" dt="2023-10-26T00:24:26.656" v="1074" actId="208"/>
          <ac:cxnSpMkLst>
            <pc:docMk/>
            <pc:sldMk cId="2144306671" sldId="272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58830E8E-FC5C-4A40-BC7B-FE827E29AC20}" dt="2023-10-26T00:24:57.506" v="1079" actId="14100"/>
          <ac:cxnSpMkLst>
            <pc:docMk/>
            <pc:sldMk cId="2144306671" sldId="272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58830E8E-FC5C-4A40-BC7B-FE827E29AC20}" dt="2023-10-26T00:06:06.548" v="800"/>
          <ac:cxnSpMkLst>
            <pc:docMk/>
            <pc:sldMk cId="2144306671" sldId="272"/>
            <ac:cxnSpMk id="40" creationId="{872A9DC1-BA60-5A54-0907-130AE22B314D}"/>
          </ac:cxnSpMkLst>
        </pc:cxnChg>
        <pc:cxnChg chg="mod">
          <ac:chgData name="Darcy Roach" userId="ba676ee9-e9b4-49e8-a515-8077106c948d" providerId="ADAL" clId="{58830E8E-FC5C-4A40-BC7B-FE827E29AC20}" dt="2023-10-26T00:08:33.868" v="923" actId="14100"/>
          <ac:cxnSpMkLst>
            <pc:docMk/>
            <pc:sldMk cId="2144306671" sldId="272"/>
            <ac:cxnSpMk id="170" creationId="{0D51728F-48BB-14BB-256E-5F0C0284BC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29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Vishal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Pattabiraman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62231" y="1668100"/>
            <a:ext cx="2862323" cy="30617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spc="13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Vishal is an e</a:t>
            </a:r>
            <a:r>
              <a:rPr kumimoji="0" lang="en-AU" sz="1000" b="0" i="0" u="none" strike="noStrike" kern="1200" cap="none" spc="1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xperienced</a:t>
            </a: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and Software Engineer with a demonstrated history of working in the Information Technology and Services industry. A Google Cloud Certified Data Engineer and Collibra Data Steward Vishal is highly skilled in statistical modelling, data science and machine learning methods.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000" spc="13" dirty="0">
              <a:solidFill>
                <a:prstClr val="black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spc="13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Vishal is a</a:t>
            </a:r>
            <a:r>
              <a:rPr kumimoji="0" lang="en-AU" sz="1000" b="0" i="0" u="none" strike="noStrike" kern="1200" cap="none" spc="1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lso</a:t>
            </a: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skilled in data visualisation and is a skilled data storyteller, he has the ability to express analytical concepts in an understandable manner. Vishal furthermore brings great energy to team </a:t>
            </a:r>
            <a:r>
              <a:rPr lang="en-AU" sz="1000" spc="13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environments and </a:t>
            </a: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displays excellent teamwork, communication, and interpersonal skills to interact with clients and support his strong technical skillset. </a:t>
            </a:r>
            <a:endParaRPr kumimoji="0" lang="en-US" sz="1000" b="0" i="0" u="none" strike="noStrike" kern="1200" cap="none" spc="13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3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kumimoji="0" lang="en-US" sz="400" b="1" i="0" u="none" strike="noStrike" kern="1200" cap="none" spc="13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58595" y="1007347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3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Google Cloud Platform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Collibra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SQL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ETL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Python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Pandas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Tableau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Apache Spark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Kafka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Unix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Dataframe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HTML CSS Django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447073"/>
            <a:ext cx="0" cy="1456901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48827" y="5693950"/>
            <a:ext cx="4558799" cy="1169551"/>
            <a:chOff x="5030740" y="2268038"/>
            <a:chExt cx="4869502" cy="11695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4" y="2268038"/>
              <a:ext cx="4840768" cy="116955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Created HTML-based customised BMC Remedy API integrated application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All phases of the application lifecycle and implementation, using best practices of software design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Conducted requirements analysis, design, installation, development, testing (unit and user acceptance) and deployment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Key player in organising knowledge transfer sessions, on trend and novel developments with subordinates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325935"/>
              <a:ext cx="0" cy="1037165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77119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44518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Industry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2986642"/>
            <a:ext cx="1951941" cy="3416320"/>
            <a:chOff x="8106458" y="2681447"/>
            <a:chExt cx="1951941" cy="34163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Collibra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 Steward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Databricks – Lakehouse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P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latform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Fundamentals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Masters – Data Science, Monash University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Bachelor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–Engineering &amp; Computer Science, Sri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Chandrasekharendra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 (India)</a:t>
              </a:r>
              <a:endPara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56436" y="5416951"/>
            <a:ext cx="4296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</a:t>
            </a:r>
            <a:r>
              <a:rPr lang="en-AU" sz="1200" b="1" dirty="0" err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ogistics</a:t>
            </a:r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Organisation – Senior Developer</a:t>
            </a:r>
            <a:endParaRPr kumimoji="0" lang="en-AU" sz="1200" b="1" i="0" u="none" strike="noStrike" kern="1200" cap="none" spc="0" normalizeH="0" baseline="0" noProof="0" dirty="0">
              <a:ln>
                <a:noFill/>
              </a:ln>
              <a:solidFill>
                <a:srgbClr val="A93584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2" y="5747849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Software Engineering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Engineering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Analytics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Modeling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Governance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Migration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Visualisation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Wrangling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Science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Business Analysis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Machine Learning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Artificial Intelligence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Agile Methodologies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96904"/>
            <a:ext cx="41647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University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– Data Engineer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1373630"/>
            <a:ext cx="4522983" cy="17851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>
              <a:defRPr/>
            </a:pPr>
            <a:r>
              <a:rPr lang="en-AU" sz="1000" dirty="0">
                <a:solidFill>
                  <a:prstClr val="white"/>
                </a:solidFill>
              </a:rPr>
              <a:t>Oversaw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the technical reconciliation component and performed end-to-end data consistency tests between environments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Developed ETL data pipeline for transforming data from source to target systems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Liaised with business stakeholders to gather and document business requirements, presented back findings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Performed </a:t>
            </a:r>
            <a:r>
              <a:rPr lang="en-AU" sz="1000" dirty="0">
                <a:solidFill>
                  <a:prstClr val="white"/>
                </a:solidFill>
              </a:rPr>
              <a:t>s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ource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and target data analysis for data modelling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Implemented </a:t>
            </a:r>
            <a:r>
              <a:rPr lang="en-AU" sz="1000" dirty="0">
                <a:solidFill>
                  <a:prstClr val="white"/>
                </a:solidFill>
              </a:rPr>
              <a:t>d</a:t>
            </a:r>
            <a:r>
              <a:rPr kumimoji="0" lang="en-AU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ata</a:t>
            </a: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quality checks using various workflows and toolkits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Recorded and managed the overall project knowledge, strategy, business requirements, data quality checks and defects</a:t>
            </a:r>
          </a:p>
          <a:p>
            <a:pPr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3493630"/>
            <a:ext cx="4585450" cy="1938992"/>
            <a:chOff x="5023753" y="4247510"/>
            <a:chExt cx="4758019" cy="193899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5" y="4247510"/>
              <a:ext cx="4722297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defRPr/>
              </a:pPr>
              <a:r>
                <a:rPr lang="en-AU" sz="1000" dirty="0">
                  <a:solidFill>
                    <a:prstClr val="white"/>
                  </a:solidFill>
                </a:rPr>
                <a:t>Developed and maintained data processing workflows, ETL (Extract, Transform, Load)/ELT processes, and data validation routines to transform raw data into a usable format for regulatory analysis, monitoring, and reporting purposes.</a:t>
              </a:r>
            </a:p>
            <a:p>
              <a:pPr>
                <a:defRPr/>
              </a:pPr>
              <a:r>
                <a:rPr lang="en-AU" sz="1000" dirty="0">
                  <a:solidFill>
                    <a:prstClr val="white"/>
                  </a:solidFill>
                </a:rPr>
                <a:t>Collaborated with business and technical stakeholders to agree upon business requirements and iterate on data processing workflows to address regulatory compliance. </a:t>
              </a:r>
            </a:p>
            <a:p>
              <a:pPr>
                <a:defRPr/>
              </a:pPr>
              <a:r>
                <a:rPr lang="en-AU" sz="1000" dirty="0">
                  <a:solidFill>
                    <a:prstClr val="white"/>
                  </a:solidFill>
                </a:rPr>
                <a:t>Oversaw onboarding and induction for new staff to understand data engineering processes and maintenance with respect to regulatory compliance.</a:t>
              </a:r>
            </a:p>
            <a:p>
              <a:pPr>
                <a:defRPr/>
              </a:pPr>
              <a:endParaRPr lang="en-AU" sz="1000" dirty="0">
                <a:solidFill>
                  <a:prstClr val="white"/>
                </a:solidFill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312460"/>
              <a:ext cx="0" cy="1524212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3216631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Financial Services Organisation – Data Engineer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1695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Education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Logistics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Financial Services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200" dirty="0">
                <a:solidFill>
                  <a:srgbClr val="00AB80"/>
                </a:solidFill>
              </a:rPr>
              <a:t>Manufacturing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30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BCFD15-CFFF-49AE-B6C5-12DE46320969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4FF16A-CB9F-45B1-916B-CB7914C9887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1401</TotalTime>
  <Words>436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3</cp:revision>
  <dcterms:created xsi:type="dcterms:W3CDTF">2019-12-03T01:50:37Z</dcterms:created>
  <dcterms:modified xsi:type="dcterms:W3CDTF">2023-10-26T00:25:42Z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