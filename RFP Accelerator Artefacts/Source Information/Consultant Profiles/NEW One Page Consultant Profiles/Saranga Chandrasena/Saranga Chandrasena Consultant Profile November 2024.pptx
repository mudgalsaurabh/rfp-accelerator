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1"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75A131-4E27-4D69-B6CF-46DC4707177E}" v="1" dt="2024-11-12T21:53:43.971"/>
    <p1510:client id="{88F4A5B1-BD42-A24F-3DFD-22D0BC9CF6E3}" v="7" dt="2024-11-12T08:10:29.038"/>
    <p1510:client id="{EE9F1A2A-631D-1924-8EBE-D17D04B232D0}" v="1" dt="2024-11-12T08:11:16.6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878" y="6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ry Stoneham" userId="S::barry.stoneham@intelia.com.au::5f69c1b5-44f9-41a7-8703-12ffd697d239" providerId="AD" clId="Web-{88F4A5B1-BD42-A24F-3DFD-22D0BC9CF6E3}"/>
    <pc:docChg chg="modSld">
      <pc:chgData name="Barry Stoneham" userId="S::barry.stoneham@intelia.com.au::5f69c1b5-44f9-41a7-8703-12ffd697d239" providerId="AD" clId="Web-{88F4A5B1-BD42-A24F-3DFD-22D0BC9CF6E3}" dt="2024-11-12T08:10:29.038" v="4" actId="14100"/>
      <pc:docMkLst>
        <pc:docMk/>
      </pc:docMkLst>
      <pc:sldChg chg="modSp">
        <pc:chgData name="Barry Stoneham" userId="S::barry.stoneham@intelia.com.au::5f69c1b5-44f9-41a7-8703-12ffd697d239" providerId="AD" clId="Web-{88F4A5B1-BD42-A24F-3DFD-22D0BC9CF6E3}" dt="2024-11-12T08:10:29.038" v="4" actId="14100"/>
        <pc:sldMkLst>
          <pc:docMk/>
          <pc:sldMk cId="3618352684" sldId="271"/>
        </pc:sldMkLst>
        <pc:spChg chg="mod">
          <ac:chgData name="Barry Stoneham" userId="S::barry.stoneham@intelia.com.au::5f69c1b5-44f9-41a7-8703-12ffd697d239" providerId="AD" clId="Web-{88F4A5B1-BD42-A24F-3DFD-22D0BC9CF6E3}" dt="2024-11-12T08:10:19.100" v="2" actId="14100"/>
          <ac:spMkLst>
            <pc:docMk/>
            <pc:sldMk cId="3618352684" sldId="271"/>
            <ac:spMk id="19" creationId="{7513C49A-2DF2-8111-FED4-FC07A8EAD258}"/>
          </ac:spMkLst>
        </pc:spChg>
        <pc:grpChg chg="mod">
          <ac:chgData name="Barry Stoneham" userId="S::barry.stoneham@intelia.com.au::5f69c1b5-44f9-41a7-8703-12ffd697d239" providerId="AD" clId="Web-{88F4A5B1-BD42-A24F-3DFD-22D0BC9CF6E3}" dt="2024-11-12T08:10:29.038" v="4" actId="14100"/>
          <ac:grpSpMkLst>
            <pc:docMk/>
            <pc:sldMk cId="3618352684" sldId="271"/>
            <ac:grpSpMk id="18" creationId="{E0B3FDFC-4A78-346F-E1D4-E183BEB90A60}"/>
          </ac:grpSpMkLst>
        </pc:grpChg>
      </pc:sldChg>
    </pc:docChg>
  </pc:docChgLst>
  <pc:docChgLst>
    <pc:chgData name="Barry Stoneham" userId="S::barry.stoneham@intelia.com.au::5f69c1b5-44f9-41a7-8703-12ffd697d239" providerId="AD" clId="Web-{EE9F1A2A-631D-1924-8EBE-D17D04B232D0}"/>
    <pc:docChg chg="modSld">
      <pc:chgData name="Barry Stoneham" userId="S::barry.stoneham@intelia.com.au::5f69c1b5-44f9-41a7-8703-12ffd697d239" providerId="AD" clId="Web-{EE9F1A2A-631D-1924-8EBE-D17D04B232D0}" dt="2024-11-12T08:11:16.753" v="1"/>
      <pc:docMkLst>
        <pc:docMk/>
      </pc:docMkLst>
      <pc:sldChg chg="addSp modSp">
        <pc:chgData name="Barry Stoneham" userId="S::barry.stoneham@intelia.com.au::5f69c1b5-44f9-41a7-8703-12ffd697d239" providerId="AD" clId="Web-{EE9F1A2A-631D-1924-8EBE-D17D04B232D0}" dt="2024-11-12T08:11:16.753" v="1"/>
        <pc:sldMkLst>
          <pc:docMk/>
          <pc:sldMk cId="3618352684" sldId="271"/>
        </pc:sldMkLst>
        <pc:spChg chg="add mod">
          <ac:chgData name="Barry Stoneham" userId="S::barry.stoneham@intelia.com.au::5f69c1b5-44f9-41a7-8703-12ffd697d239" providerId="AD" clId="Web-{EE9F1A2A-631D-1924-8EBE-D17D04B232D0}" dt="2024-11-12T08:11:16.753" v="1"/>
          <ac:spMkLst>
            <pc:docMk/>
            <pc:sldMk cId="3618352684" sldId="271"/>
            <ac:spMk id="2" creationId="{916E4E97-7CC8-B369-B279-4424C675EEFB}"/>
          </ac:spMkLst>
        </pc:spChg>
      </pc:sldChg>
    </pc:docChg>
  </pc:docChgLst>
  <pc:docChgLst>
    <pc:chgData name="Darcy Roach" userId="ba676ee9-e9b4-49e8-a515-8077106c948d" providerId="ADAL" clId="{5875A131-4E27-4D69-B6CF-46DC4707177E}"/>
    <pc:docChg chg="undo custSel delSld modSld">
      <pc:chgData name="Darcy Roach" userId="ba676ee9-e9b4-49e8-a515-8077106c948d" providerId="ADAL" clId="{5875A131-4E27-4D69-B6CF-46DC4707177E}" dt="2024-11-12T22:25:28.094" v="1044" actId="1036"/>
      <pc:docMkLst>
        <pc:docMk/>
      </pc:docMkLst>
      <pc:sldChg chg="addSp delSp modSp mod">
        <pc:chgData name="Darcy Roach" userId="ba676ee9-e9b4-49e8-a515-8077106c948d" providerId="ADAL" clId="{5875A131-4E27-4D69-B6CF-46DC4707177E}" dt="2024-11-12T22:25:28.094" v="1044" actId="1036"/>
        <pc:sldMkLst>
          <pc:docMk/>
          <pc:sldMk cId="3618352684" sldId="271"/>
        </pc:sldMkLst>
        <pc:spChg chg="del">
          <ac:chgData name="Darcy Roach" userId="ba676ee9-e9b4-49e8-a515-8077106c948d" providerId="ADAL" clId="{5875A131-4E27-4D69-B6CF-46DC4707177E}" dt="2024-11-12T21:52:03.134" v="1005" actId="478"/>
          <ac:spMkLst>
            <pc:docMk/>
            <pc:sldMk cId="3618352684" sldId="271"/>
            <ac:spMk id="2" creationId="{916E4E97-7CC8-B369-B279-4424C675EEFB}"/>
          </ac:spMkLst>
        </pc:spChg>
        <pc:spChg chg="mod">
          <ac:chgData name="Darcy Roach" userId="ba676ee9-e9b4-49e8-a515-8077106c948d" providerId="ADAL" clId="{5875A131-4E27-4D69-B6CF-46DC4707177E}" dt="2024-11-11T23:18:24.845" v="149" actId="20577"/>
          <ac:spMkLst>
            <pc:docMk/>
            <pc:sldMk cId="3618352684" sldId="271"/>
            <ac:spMk id="4" creationId="{80F49B2F-21D4-F9EB-049F-717A10CB7D84}"/>
          </ac:spMkLst>
        </pc:spChg>
        <pc:spChg chg="add mod">
          <ac:chgData name="Darcy Roach" userId="ba676ee9-e9b4-49e8-a515-8077106c948d" providerId="ADAL" clId="{5875A131-4E27-4D69-B6CF-46DC4707177E}" dt="2024-11-12T22:25:25.208" v="1042" actId="1036"/>
          <ac:spMkLst>
            <pc:docMk/>
            <pc:sldMk cId="3618352684" sldId="271"/>
            <ac:spMk id="6" creationId="{701E125D-B356-8A2A-B86B-AB6567CEABE1}"/>
          </ac:spMkLst>
        </pc:spChg>
        <pc:spChg chg="add mod">
          <ac:chgData name="Darcy Roach" userId="ba676ee9-e9b4-49e8-a515-8077106c948d" providerId="ADAL" clId="{5875A131-4E27-4D69-B6CF-46DC4707177E}" dt="2024-11-12T22:25:25.208" v="1042" actId="1036"/>
          <ac:spMkLst>
            <pc:docMk/>
            <pc:sldMk cId="3618352684" sldId="271"/>
            <ac:spMk id="8" creationId="{59FEB941-5146-6B10-4E4D-8A4ADE918AEF}"/>
          </ac:spMkLst>
        </pc:spChg>
        <pc:spChg chg="del mod">
          <ac:chgData name="Darcy Roach" userId="ba676ee9-e9b4-49e8-a515-8077106c948d" providerId="ADAL" clId="{5875A131-4E27-4D69-B6CF-46DC4707177E}" dt="2024-11-11T23:13:49.382" v="49" actId="478"/>
          <ac:spMkLst>
            <pc:docMk/>
            <pc:sldMk cId="3618352684" sldId="271"/>
            <ac:spMk id="12" creationId="{4B603A15-41C4-326D-80E1-2AE004C51B50}"/>
          </ac:spMkLst>
        </pc:spChg>
        <pc:spChg chg="mod">
          <ac:chgData name="Darcy Roach" userId="ba676ee9-e9b4-49e8-a515-8077106c948d" providerId="ADAL" clId="{5875A131-4E27-4D69-B6CF-46DC4707177E}" dt="2024-11-11T23:13:23.242" v="31" actId="20577"/>
          <ac:spMkLst>
            <pc:docMk/>
            <pc:sldMk cId="3618352684" sldId="271"/>
            <ac:spMk id="13" creationId="{FD2720C9-A79F-BD7F-E179-674AD67D7892}"/>
          </ac:spMkLst>
        </pc:spChg>
        <pc:spChg chg="mod ord">
          <ac:chgData name="Darcy Roach" userId="ba676ee9-e9b4-49e8-a515-8077106c948d" providerId="ADAL" clId="{5875A131-4E27-4D69-B6CF-46DC4707177E}" dt="2024-11-11T23:50:40.848" v="894" actId="167"/>
          <ac:spMkLst>
            <pc:docMk/>
            <pc:sldMk cId="3618352684" sldId="271"/>
            <ac:spMk id="16" creationId="{7A53ACAB-BBC9-A3AA-740D-EB947374392F}"/>
          </ac:spMkLst>
        </pc:spChg>
        <pc:spChg chg="mod">
          <ac:chgData name="Darcy Roach" userId="ba676ee9-e9b4-49e8-a515-8077106c948d" providerId="ADAL" clId="{5875A131-4E27-4D69-B6CF-46DC4707177E}" dt="2024-11-11T23:17:29.850" v="115" actId="20577"/>
          <ac:spMkLst>
            <pc:docMk/>
            <pc:sldMk cId="3618352684" sldId="271"/>
            <ac:spMk id="17" creationId="{1BDE5051-9F34-F139-742D-4450E5D6591E}"/>
          </ac:spMkLst>
        </pc:spChg>
        <pc:spChg chg="mod">
          <ac:chgData name="Darcy Roach" userId="ba676ee9-e9b4-49e8-a515-8077106c948d" providerId="ADAL" clId="{5875A131-4E27-4D69-B6CF-46DC4707177E}" dt="2024-11-12T21:54:50.565" v="1035" actId="20577"/>
          <ac:spMkLst>
            <pc:docMk/>
            <pc:sldMk cId="3618352684" sldId="271"/>
            <ac:spMk id="19" creationId="{7513C49A-2DF2-8111-FED4-FC07A8EAD258}"/>
          </ac:spMkLst>
        </pc:spChg>
        <pc:spChg chg="mod">
          <ac:chgData name="Darcy Roach" userId="ba676ee9-e9b4-49e8-a515-8077106c948d" providerId="ADAL" clId="{5875A131-4E27-4D69-B6CF-46DC4707177E}" dt="2024-11-11T23:13:30.177" v="46" actId="20577"/>
          <ac:spMkLst>
            <pc:docMk/>
            <pc:sldMk cId="3618352684" sldId="271"/>
            <ac:spMk id="22" creationId="{9D4E289E-1D52-CBDD-E381-40963429D7F1}"/>
          </ac:spMkLst>
        </pc:spChg>
        <pc:spChg chg="mod">
          <ac:chgData name="Darcy Roach" userId="ba676ee9-e9b4-49e8-a515-8077106c948d" providerId="ADAL" clId="{5875A131-4E27-4D69-B6CF-46DC4707177E}" dt="2024-11-11T23:19:07.406" v="183" actId="6549"/>
          <ac:spMkLst>
            <pc:docMk/>
            <pc:sldMk cId="3618352684" sldId="271"/>
            <ac:spMk id="26" creationId="{1A3D666D-00C8-D106-73C3-9FF300F8618C}"/>
          </ac:spMkLst>
        </pc:spChg>
        <pc:spChg chg="mod">
          <ac:chgData name="Darcy Roach" userId="ba676ee9-e9b4-49e8-a515-8077106c948d" providerId="ADAL" clId="{5875A131-4E27-4D69-B6CF-46DC4707177E}" dt="2024-11-12T21:53:56.947" v="1025" actId="1035"/>
          <ac:spMkLst>
            <pc:docMk/>
            <pc:sldMk cId="3618352684" sldId="271"/>
            <ac:spMk id="28" creationId="{6059F888-3BDF-A1C0-65E5-CB6FDD43D97C}"/>
          </ac:spMkLst>
        </pc:spChg>
        <pc:spChg chg="mod">
          <ac:chgData name="Darcy Roach" userId="ba676ee9-e9b4-49e8-a515-8077106c948d" providerId="ADAL" clId="{5875A131-4E27-4D69-B6CF-46DC4707177E}" dt="2024-11-11T23:41:56.113" v="694" actId="20577"/>
          <ac:spMkLst>
            <pc:docMk/>
            <pc:sldMk cId="3618352684" sldId="271"/>
            <ac:spMk id="30" creationId="{06312B81-BCF1-2796-C112-3DBE0E02F483}"/>
          </ac:spMkLst>
        </pc:spChg>
        <pc:spChg chg="mod">
          <ac:chgData name="Darcy Roach" userId="ba676ee9-e9b4-49e8-a515-8077106c948d" providerId="ADAL" clId="{5875A131-4E27-4D69-B6CF-46DC4707177E}" dt="2024-11-12T22:25:19.332" v="1040" actId="1036"/>
          <ac:spMkLst>
            <pc:docMk/>
            <pc:sldMk cId="3618352684" sldId="271"/>
            <ac:spMk id="32" creationId="{2FA774CA-3857-9308-4D38-9414B0CC2B95}"/>
          </ac:spMkLst>
        </pc:spChg>
        <pc:spChg chg="del mod">
          <ac:chgData name="Darcy Roach" userId="ba676ee9-e9b4-49e8-a515-8077106c948d" providerId="ADAL" clId="{5875A131-4E27-4D69-B6CF-46DC4707177E}" dt="2024-11-12T21:52:11.718" v="1006" actId="21"/>
          <ac:spMkLst>
            <pc:docMk/>
            <pc:sldMk cId="3618352684" sldId="271"/>
            <ac:spMk id="34" creationId="{701E125D-B356-8A2A-B86B-AB6567CEABE1}"/>
          </ac:spMkLst>
        </pc:spChg>
        <pc:spChg chg="del mod">
          <ac:chgData name="Darcy Roach" userId="ba676ee9-e9b4-49e8-a515-8077106c948d" providerId="ADAL" clId="{5875A131-4E27-4D69-B6CF-46DC4707177E}" dt="2024-11-12T21:52:11.718" v="1006" actId="21"/>
          <ac:spMkLst>
            <pc:docMk/>
            <pc:sldMk cId="3618352684" sldId="271"/>
            <ac:spMk id="35" creationId="{59FEB941-5146-6B10-4E4D-8A4ADE918AEF}"/>
          </ac:spMkLst>
        </pc:spChg>
        <pc:spChg chg="mod">
          <ac:chgData name="Darcy Roach" userId="ba676ee9-e9b4-49e8-a515-8077106c948d" providerId="ADAL" clId="{5875A131-4E27-4D69-B6CF-46DC4707177E}" dt="2024-11-11T23:49:51.511" v="891" actId="20577"/>
          <ac:spMkLst>
            <pc:docMk/>
            <pc:sldMk cId="3618352684" sldId="271"/>
            <ac:spMk id="38" creationId="{AB47A2EE-BF0B-DB05-8B7C-DB6594B2B3D5}"/>
          </ac:spMkLst>
        </pc:spChg>
        <pc:spChg chg="mod">
          <ac:chgData name="Darcy Roach" userId="ba676ee9-e9b4-49e8-a515-8077106c948d" providerId="ADAL" clId="{5875A131-4E27-4D69-B6CF-46DC4707177E}" dt="2024-11-11T23:50:52.550" v="895" actId="1076"/>
          <ac:spMkLst>
            <pc:docMk/>
            <pc:sldMk cId="3618352684" sldId="271"/>
            <ac:spMk id="39" creationId="{3EA81938-6A76-B850-B0E8-A5F905AEBA98}"/>
          </ac:spMkLst>
        </pc:spChg>
        <pc:grpChg chg="mod">
          <ac:chgData name="Darcy Roach" userId="ba676ee9-e9b4-49e8-a515-8077106c948d" providerId="ADAL" clId="{5875A131-4E27-4D69-B6CF-46DC4707177E}" dt="2024-11-11T23:50:52.550" v="895" actId="1076"/>
          <ac:grpSpMkLst>
            <pc:docMk/>
            <pc:sldMk cId="3618352684" sldId="271"/>
            <ac:grpSpMk id="5" creationId="{980A06B1-0A2F-7DF6-91DB-0F6DFA896A23}"/>
          </ac:grpSpMkLst>
        </pc:grpChg>
        <pc:grpChg chg="mod">
          <ac:chgData name="Darcy Roach" userId="ba676ee9-e9b4-49e8-a515-8077106c948d" providerId="ADAL" clId="{5875A131-4E27-4D69-B6CF-46DC4707177E}" dt="2024-11-12T21:53:56.947" v="1025" actId="1035"/>
          <ac:grpSpMkLst>
            <pc:docMk/>
            <pc:sldMk cId="3618352684" sldId="271"/>
            <ac:grpSpMk id="18" creationId="{E0B3FDFC-4A78-346F-E1D4-E183BEB90A60}"/>
          </ac:grpSpMkLst>
        </pc:grpChg>
        <pc:grpChg chg="mod">
          <ac:chgData name="Darcy Roach" userId="ba676ee9-e9b4-49e8-a515-8077106c948d" providerId="ADAL" clId="{5875A131-4E27-4D69-B6CF-46DC4707177E}" dt="2024-11-12T22:25:19.332" v="1040" actId="1036"/>
          <ac:grpSpMkLst>
            <pc:docMk/>
            <pc:sldMk cId="3618352684" sldId="271"/>
            <ac:grpSpMk id="29" creationId="{E52FDF9F-B084-9074-7DB9-539AD5456487}"/>
          </ac:grpSpMkLst>
        </pc:grpChg>
        <pc:cxnChg chg="add mod">
          <ac:chgData name="Darcy Roach" userId="ba676ee9-e9b4-49e8-a515-8077106c948d" providerId="ADAL" clId="{5875A131-4E27-4D69-B6CF-46DC4707177E}" dt="2024-11-12T22:25:28.094" v="1044" actId="1036"/>
          <ac:cxnSpMkLst>
            <pc:docMk/>
            <pc:sldMk cId="3618352684" sldId="271"/>
            <ac:cxnSpMk id="3" creationId="{67C34E10-2CF8-9BCA-1CC6-D78A3FF9CA80}"/>
          </ac:cxnSpMkLst>
        </pc:cxnChg>
        <pc:cxnChg chg="mod">
          <ac:chgData name="Darcy Roach" userId="ba676ee9-e9b4-49e8-a515-8077106c948d" providerId="ADAL" clId="{5875A131-4E27-4D69-B6CF-46DC4707177E}" dt="2024-11-12T21:54:18.217" v="1032" actId="14100"/>
          <ac:cxnSpMkLst>
            <pc:docMk/>
            <pc:sldMk cId="3618352684" sldId="271"/>
            <ac:cxnSpMk id="21" creationId="{B0913DE4-461D-CE43-AABC-C4B3D7D22F45}"/>
          </ac:cxnSpMkLst>
        </pc:cxnChg>
        <pc:cxnChg chg="del mod">
          <ac:chgData name="Darcy Roach" userId="ba676ee9-e9b4-49e8-a515-8077106c948d" providerId="ADAL" clId="{5875A131-4E27-4D69-B6CF-46DC4707177E}" dt="2024-11-12T21:52:11.718" v="1006" actId="21"/>
          <ac:cxnSpMkLst>
            <pc:docMk/>
            <pc:sldMk cId="3618352684" sldId="271"/>
            <ac:cxnSpMk id="24" creationId="{67C34E10-2CF8-9BCA-1CC6-D78A3FF9CA80}"/>
          </ac:cxnSpMkLst>
        </pc:cxnChg>
        <pc:cxnChg chg="mod">
          <ac:chgData name="Darcy Roach" userId="ba676ee9-e9b4-49e8-a515-8077106c948d" providerId="ADAL" clId="{5875A131-4E27-4D69-B6CF-46DC4707177E}" dt="2024-11-12T22:25:15.179" v="1036" actId="14100"/>
          <ac:cxnSpMkLst>
            <pc:docMk/>
            <pc:sldMk cId="3618352684" sldId="271"/>
            <ac:cxnSpMk id="31" creationId="{F87F05F2-DA4C-4F55-A5D0-1887110DF155}"/>
          </ac:cxnSpMkLst>
        </pc:cxnChg>
        <pc:cxnChg chg="mod">
          <ac:chgData name="Darcy Roach" userId="ba676ee9-e9b4-49e8-a515-8077106c948d" providerId="ADAL" clId="{5875A131-4E27-4D69-B6CF-46DC4707177E}" dt="2024-11-11T23:50:27.411" v="893" actId="14100"/>
          <ac:cxnSpMkLst>
            <pc:docMk/>
            <pc:sldMk cId="3618352684" sldId="271"/>
            <ac:cxnSpMk id="170" creationId="{0D51728F-48BB-14BB-256E-5F0C0284BCDF}"/>
          </ac:cxnSpMkLst>
        </pc:cxnChg>
      </pc:sldChg>
      <pc:sldChg chg="del">
        <pc:chgData name="Darcy Roach" userId="ba676ee9-e9b4-49e8-a515-8077106c948d" providerId="ADAL" clId="{5875A131-4E27-4D69-B6CF-46DC4707177E}" dt="2024-11-11T23:13:33.237" v="47" actId="47"/>
        <pc:sldMkLst>
          <pc:docMk/>
          <pc:sldMk cId="3532803105" sldId="27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11/12/2024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7A53ACAB-BBC9-A3AA-740D-EB947374392F}"/>
              </a:ext>
            </a:extLst>
          </p:cNvPr>
          <p:cNvSpPr txBox="1"/>
          <p:nvPr/>
        </p:nvSpPr>
        <p:spPr>
          <a:xfrm>
            <a:off x="8118489" y="1456630"/>
            <a:ext cx="1951941"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Manufacturing</a:t>
            </a:r>
          </a:p>
          <a:p>
            <a:pPr marL="0" indent="0">
              <a:lnSpc>
                <a:spcPct val="150000"/>
              </a:lnSpc>
              <a:buNone/>
            </a:pPr>
            <a:r>
              <a:rPr lang="en-GB" sz="1200" dirty="0">
                <a:solidFill>
                  <a:srgbClr val="00AB80"/>
                </a:solidFill>
              </a:rPr>
              <a:t>Construction</a:t>
            </a:r>
          </a:p>
          <a:p>
            <a:pPr marL="0" indent="0">
              <a:lnSpc>
                <a:spcPct val="150000"/>
              </a:lnSpc>
              <a:buNone/>
            </a:pPr>
            <a:r>
              <a:rPr lang="en-GB" sz="1200" dirty="0">
                <a:solidFill>
                  <a:srgbClr val="00AB80"/>
                </a:solidFill>
              </a:rPr>
              <a:t>Mining</a:t>
            </a:r>
          </a:p>
          <a:p>
            <a:pPr marL="0" indent="0">
              <a:lnSpc>
                <a:spcPct val="150000"/>
              </a:lnSpc>
              <a:buNone/>
            </a:pPr>
            <a:r>
              <a:rPr lang="en-GB" sz="1200" dirty="0">
                <a:solidFill>
                  <a:srgbClr val="00AB80"/>
                </a:solidFill>
              </a:rPr>
              <a:t>Health</a:t>
            </a:r>
          </a:p>
          <a:p>
            <a:pPr marL="0" indent="0">
              <a:lnSpc>
                <a:spcPct val="150000"/>
              </a:lnSpc>
              <a:buNone/>
            </a:pPr>
            <a:r>
              <a:rPr lang="en-GB" sz="1200" dirty="0">
                <a:solidFill>
                  <a:srgbClr val="00AB80"/>
                </a:solidFill>
              </a:rPr>
              <a:t>Government</a:t>
            </a:r>
          </a:p>
          <a:p>
            <a:pPr marL="0" indent="0">
              <a:lnSpc>
                <a:spcPct val="150000"/>
              </a:lnSpc>
              <a:buNone/>
            </a:pPr>
            <a:endParaRPr lang="en-GB" sz="1200" dirty="0">
              <a:solidFill>
                <a:srgbClr val="00AB80"/>
              </a:solidFill>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Saranga Chandrasena</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62231" y="1562551"/>
            <a:ext cx="2944517" cy="3061736"/>
          </a:xfrm>
          <a:prstGeom prst="rect">
            <a:avLst/>
          </a:prstGeom>
          <a:noFill/>
        </p:spPr>
        <p:txBody>
          <a:bodyPr wrap="square" lIns="0" tIns="0" rIns="0" bIns="0" rtlCol="0" anchor="t">
            <a:spAutoFit/>
          </a:bodyPr>
          <a:lstStyle/>
          <a:p>
            <a:pPr>
              <a:lnSpc>
                <a:spcPts val="1500"/>
              </a:lnSpc>
            </a:pPr>
            <a:r>
              <a:rPr lang="en-AU" sz="1000" spc="13" dirty="0">
                <a:latin typeface="Roboto Light"/>
                <a:ea typeface="Roboto Light"/>
                <a:cs typeface="Lato"/>
              </a:rPr>
              <a:t>Saranga comes equipped with over 20 years of extensive experience holding multiple positions including, Business Analyst, IT Manager, Senior IT Consultant, Project Manager, Software Engineer, coupled with managing multiple teams, IT projects/programs for high profile global clients. </a:t>
            </a:r>
          </a:p>
          <a:p>
            <a:pPr>
              <a:lnSpc>
                <a:spcPts val="1500"/>
              </a:lnSpc>
            </a:pPr>
            <a:endParaRPr lang="en-AU" sz="1000" spc="13" dirty="0">
              <a:latin typeface="Roboto Light"/>
              <a:ea typeface="Roboto Light"/>
              <a:cs typeface="Lato"/>
            </a:endParaRPr>
          </a:p>
          <a:p>
            <a:pPr>
              <a:lnSpc>
                <a:spcPts val="1500"/>
              </a:lnSpc>
            </a:pPr>
            <a:r>
              <a:rPr lang="en-AU" sz="1000" spc="13" dirty="0">
                <a:latin typeface="Roboto Light"/>
                <a:ea typeface="Roboto Light"/>
                <a:cs typeface="Lato"/>
              </a:rPr>
              <a:t>Saranga has worked in a varied array of industries comprising Supply Chain, Logistics, Manufacturing, Healthcare, Government, Construction, Industrial Electrical Engineering and Mining. Saranga also provides direction and leadership to enable business efficiency and growth through ensuring the organisation has a stable, reliable and effective IT platform to support the business and deliver the objectives of the organisation</a:t>
            </a: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186866"/>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31139" y="980490"/>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 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11766" y="5143451"/>
            <a:ext cx="3011062" cy="251983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21116" y="5570403"/>
            <a:ext cx="1510046" cy="2308324"/>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a:ea typeface="Roboto Light"/>
                <a:cs typeface="Roboto Light"/>
              </a:rPr>
              <a:t>SharePoint</a:t>
            </a:r>
          </a:p>
          <a:p>
            <a:pPr marL="171450" indent="-171450">
              <a:buClr>
                <a:srgbClr val="00AB80"/>
              </a:buClr>
              <a:buFont typeface="Arial" panose="020B0604020202020204" pitchFamily="34" charset="0"/>
              <a:buChar char="•"/>
            </a:pPr>
            <a:r>
              <a:rPr lang="en-US" sz="900" dirty="0">
                <a:latin typeface="Roboto Light"/>
                <a:ea typeface="Roboto Light"/>
                <a:cs typeface="Roboto Light"/>
              </a:rPr>
              <a:t>Microsoft BI</a:t>
            </a:r>
          </a:p>
          <a:p>
            <a:pPr marL="171450" indent="-171450">
              <a:buClr>
                <a:srgbClr val="00AB80"/>
              </a:buClr>
              <a:buFont typeface="Arial" panose="020B0604020202020204" pitchFamily="34" charset="0"/>
              <a:buChar char="•"/>
            </a:pPr>
            <a:r>
              <a:rPr lang="en-US" sz="900" dirty="0">
                <a:latin typeface="Roboto Light"/>
                <a:ea typeface="Roboto Light"/>
                <a:cs typeface="Roboto Light"/>
              </a:rPr>
              <a:t>CRM</a:t>
            </a:r>
          </a:p>
          <a:p>
            <a:pPr marL="171450" indent="-171450">
              <a:buClr>
                <a:srgbClr val="00AB80"/>
              </a:buClr>
              <a:buFont typeface="Arial" panose="020B0604020202020204" pitchFamily="34" charset="0"/>
              <a:buChar char="•"/>
            </a:pPr>
            <a:r>
              <a:rPr lang="en-US" sz="900" dirty="0">
                <a:latin typeface="Roboto Light"/>
                <a:ea typeface="Roboto Light"/>
                <a:cs typeface="Roboto Light"/>
              </a:rPr>
              <a:t>ASP.NET</a:t>
            </a:r>
          </a:p>
          <a:p>
            <a:pPr marL="171450" indent="-171450">
              <a:buClr>
                <a:srgbClr val="00AB80"/>
              </a:buClr>
              <a:buFont typeface="Arial" panose="020B0604020202020204" pitchFamily="34" charset="0"/>
              <a:buChar char="•"/>
            </a:pPr>
            <a:r>
              <a:rPr lang="en-US" sz="900" dirty="0">
                <a:latin typeface="Roboto Light"/>
                <a:ea typeface="Roboto Light"/>
                <a:cs typeface="Roboto Light"/>
              </a:rPr>
              <a:t>C#</a:t>
            </a:r>
          </a:p>
          <a:p>
            <a:pPr marL="171450" indent="-171450">
              <a:buClr>
                <a:srgbClr val="00AB80"/>
              </a:buClr>
              <a:buFont typeface="Arial" panose="020B0604020202020204" pitchFamily="34" charset="0"/>
              <a:buChar char="•"/>
            </a:pPr>
            <a:r>
              <a:rPr lang="en-US" sz="900" dirty="0">
                <a:latin typeface="Roboto Light"/>
                <a:ea typeface="Roboto Light"/>
                <a:cs typeface="Roboto Light"/>
              </a:rPr>
              <a:t>HTML</a:t>
            </a:r>
          </a:p>
          <a:p>
            <a:pPr marL="171450" indent="-171450">
              <a:buClr>
                <a:srgbClr val="00AB80"/>
              </a:buClr>
              <a:buFont typeface="Arial" panose="020B0604020202020204" pitchFamily="34" charset="0"/>
              <a:buChar char="•"/>
            </a:pPr>
            <a:r>
              <a:rPr lang="en-US" sz="900" dirty="0">
                <a:latin typeface="Roboto Light"/>
                <a:ea typeface="Roboto Light"/>
                <a:cs typeface="Roboto Light"/>
              </a:rPr>
              <a:t>JSON</a:t>
            </a:r>
          </a:p>
          <a:p>
            <a:pPr marL="171450" indent="-171450">
              <a:buClr>
                <a:srgbClr val="00AB80"/>
              </a:buClr>
              <a:buFont typeface="Arial" panose="020B0604020202020204" pitchFamily="34" charset="0"/>
              <a:buChar char="•"/>
            </a:pPr>
            <a:r>
              <a:rPr lang="en-US" sz="900" dirty="0">
                <a:latin typeface="Roboto Light"/>
                <a:ea typeface="Roboto Light"/>
                <a:cs typeface="Roboto Light"/>
              </a:rPr>
              <a:t>XML</a:t>
            </a:r>
          </a:p>
          <a:p>
            <a:pPr marL="171450" indent="-171450">
              <a:buClr>
                <a:srgbClr val="00AB80"/>
              </a:buClr>
              <a:buFont typeface="Arial" panose="020B0604020202020204" pitchFamily="34" charset="0"/>
              <a:buChar char="•"/>
            </a:pPr>
            <a:r>
              <a:rPr lang="en-US" sz="900" dirty="0">
                <a:latin typeface="Roboto Light"/>
                <a:ea typeface="Roboto Light"/>
                <a:cs typeface="Roboto Light"/>
              </a:rPr>
              <a:t>Java Script</a:t>
            </a:r>
          </a:p>
          <a:p>
            <a:pPr marL="171450" indent="-171450">
              <a:buClr>
                <a:srgbClr val="00AB80"/>
              </a:buClr>
              <a:buFont typeface="Arial" panose="020B0604020202020204" pitchFamily="34" charset="0"/>
              <a:buChar char="•"/>
            </a:pPr>
            <a:r>
              <a:rPr lang="en-US" sz="900" dirty="0">
                <a:latin typeface="Roboto Light"/>
                <a:ea typeface="Roboto Light"/>
                <a:cs typeface="Roboto Light"/>
              </a:rPr>
              <a:t>SOAP</a:t>
            </a:r>
          </a:p>
          <a:p>
            <a:pPr marL="171450" indent="-171450">
              <a:buClr>
                <a:srgbClr val="00AB80"/>
              </a:buClr>
              <a:buFont typeface="Arial" panose="020B0604020202020204" pitchFamily="34" charset="0"/>
              <a:buChar char="•"/>
            </a:pPr>
            <a:r>
              <a:rPr lang="en-US" sz="900" dirty="0">
                <a:latin typeface="Roboto Light"/>
                <a:ea typeface="Roboto Light"/>
                <a:cs typeface="Roboto Light"/>
              </a:rPr>
              <a:t>MS SQL Server</a:t>
            </a:r>
          </a:p>
          <a:p>
            <a:pPr marL="171450" indent="-171450">
              <a:buClr>
                <a:srgbClr val="00AB80"/>
              </a:buClr>
              <a:buFont typeface="Arial" panose="020B0604020202020204" pitchFamily="34" charset="0"/>
              <a:buChar char="•"/>
            </a:pPr>
            <a:r>
              <a:rPr lang="en-US" sz="900" dirty="0">
                <a:latin typeface="Roboto Light"/>
                <a:ea typeface="Roboto Light"/>
                <a:cs typeface="Roboto Light"/>
              </a:rPr>
              <a:t>Oracle</a:t>
            </a:r>
          </a:p>
          <a:p>
            <a:pPr marL="171450" indent="-171450">
              <a:buClr>
                <a:srgbClr val="00AB80"/>
              </a:buClr>
              <a:buFont typeface="Arial" panose="020B0604020202020204" pitchFamily="34" charset="0"/>
              <a:buChar char="•"/>
            </a:pPr>
            <a:r>
              <a:rPr lang="en-US" sz="900" dirty="0">
                <a:latin typeface="Roboto Light"/>
                <a:ea typeface="Roboto Light"/>
                <a:cs typeface="Roboto Light"/>
              </a:rPr>
              <a:t>DNS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cs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691585" y="6620396"/>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728371"/>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6"/>
            <a:ext cx="0" cy="626323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943815"/>
            <a:ext cx="1951941" cy="1938992"/>
            <a:chOff x="8106458" y="2681447"/>
            <a:chExt cx="1951941" cy="1938992"/>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1938992"/>
            </a:xfrm>
            <a:prstGeom prst="rect">
              <a:avLst/>
            </a:prstGeom>
            <a:noFill/>
          </p:spPr>
          <p:txBody>
            <a:bodyPr wrap="square" lIns="91440" tIns="45720" rIns="91440" bIns="45720" anchor="t">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 – Business Administration (MBA) RMIT University</a:t>
              </a:r>
            </a:p>
            <a:p>
              <a:pPr>
                <a:tabLst>
                  <a:tab pos="3819525" algn="l"/>
                  <a:tab pos="3895725" algn="l"/>
                </a:tabLst>
              </a:pP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Bachelor </a:t>
              </a:r>
              <a:r>
                <a:rPr lang="en-GB" sz="1200" dirty="0">
                  <a:solidFill>
                    <a:srgbClr val="00AB80"/>
                  </a:solidFill>
                  <a:latin typeface="Roboto Light" panose="02000000000000000000" pitchFamily="2" charset="0"/>
                  <a:ea typeface="Calibri" panose="020F0502020204030204" pitchFamily="34" charset="0"/>
                </a:rPr>
                <a:t>– Applied Science, Information Technology</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RMIT University </a:t>
              </a: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5441" y="5570403"/>
            <a:ext cx="1510046" cy="21698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 Strategy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Agile Methodologies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Scrum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Technical Leadership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Process Improvement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System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endParaRPr lang="en-US" sz="900" dirty="0">
              <a:latin typeface="Roboto Light"/>
              <a:ea typeface="Roboto Light"/>
              <a:cs typeface="Roboto Light"/>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41154" y="5208727"/>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1272276"/>
            <a:ext cx="4584890" cy="1785104"/>
            <a:chOff x="5023753" y="4247510"/>
            <a:chExt cx="4757437" cy="1785104"/>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721716"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Acted as a liaison between business units and technical teams, ensuring clear communication and understanding of project goals</a:t>
              </a:r>
            </a:p>
            <a:p>
              <a:r>
                <a:rPr lang="en-AU" sz="1000" dirty="0"/>
                <a:t>Ran </a:t>
              </a:r>
              <a:r>
                <a:rPr lang="en-AU" sz="1000" dirty="0" err="1"/>
                <a:t>workshops,with</a:t>
              </a:r>
              <a:r>
                <a:rPr lang="en-AU" sz="1000" dirty="0"/>
                <a:t> different stakeholders and worked with stakeholders to gather and document business requirements</a:t>
              </a:r>
            </a:p>
            <a:p>
              <a:r>
                <a:rPr lang="en-AU" sz="1000" dirty="0"/>
                <a:t>Analysed technical systems and processes to identify areas for improvement</a:t>
              </a:r>
            </a:p>
            <a:p>
              <a:r>
                <a:rPr lang="en-AU" sz="1000" dirty="0"/>
                <a:t>Gathered raw data from various sources and applied statistical and computational techniques to identify patterns, trends, and relationships within the data</a:t>
              </a:r>
            </a:p>
            <a:p>
              <a:r>
                <a:rPr lang="en-AU" sz="1000" dirty="0"/>
                <a:t>Evaluated how well the proposed solution meets the business requirements and stakeholder needs</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22602"/>
              <a:ext cx="0" cy="1667720"/>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995277"/>
            <a:ext cx="4699708"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Leading Australian Logistics Organisation – Business Analyst</a:t>
            </a:r>
          </a:p>
        </p:txBody>
      </p:sp>
      <p:grpSp>
        <p:nvGrpSpPr>
          <p:cNvPr id="29" name="Group 28">
            <a:extLst>
              <a:ext uri="{FF2B5EF4-FFF2-40B4-BE49-F238E27FC236}">
                <a16:creationId xmlns:a16="http://schemas.microsoft.com/office/drawing/2014/main" id="{E52FDF9F-B084-9074-7DB9-539AD5456487}"/>
              </a:ext>
            </a:extLst>
          </p:cNvPr>
          <p:cNvGrpSpPr/>
          <p:nvPr/>
        </p:nvGrpSpPr>
        <p:grpSpPr>
          <a:xfrm>
            <a:off x="3428143" y="5922986"/>
            <a:ext cx="4666283" cy="1938992"/>
            <a:chOff x="5030740" y="2285622"/>
            <a:chExt cx="4859979" cy="1938992"/>
          </a:xfrm>
        </p:grpSpPr>
        <p:sp>
          <p:nvSpPr>
            <p:cNvPr id="30" name="TextBox 29">
              <a:extLst>
                <a:ext uri="{FF2B5EF4-FFF2-40B4-BE49-F238E27FC236}">
                  <a16:creationId xmlns:a16="http://schemas.microsoft.com/office/drawing/2014/main" id="{06312B81-BCF1-2796-C112-3DBE0E02F483}"/>
                </a:ext>
              </a:extLst>
            </p:cNvPr>
            <p:cNvSpPr txBox="1"/>
            <p:nvPr/>
          </p:nvSpPr>
          <p:spPr>
            <a:xfrm>
              <a:off x="5059474" y="2285622"/>
              <a:ext cx="4831245"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Managed integration projects with external providers</a:t>
              </a:r>
            </a:p>
            <a:p>
              <a:r>
                <a:rPr lang="en-AU" sz="1000" dirty="0"/>
                <a:t>Participated in pre-sale activities, review contractual arrangements and compiled Statements of Work</a:t>
              </a:r>
            </a:p>
            <a:p>
              <a:r>
                <a:rPr lang="en-AU" sz="1000" dirty="0"/>
                <a:t>Developed project plans, communicated current/anticipated status effectively to relevant stakeholders</a:t>
              </a:r>
            </a:p>
            <a:p>
              <a:r>
                <a:rPr lang="en-AU" sz="1000" dirty="0"/>
                <a:t>Setup standard processes for provider onboarding, engagement and product certification</a:t>
              </a:r>
            </a:p>
            <a:p>
              <a:r>
                <a:rPr lang="en-AU" sz="1000" dirty="0"/>
                <a:t>Drive best practices in quality, performance, releases, and contribute to process improvements via exemplary hands-on involvement. </a:t>
              </a:r>
            </a:p>
            <a:p>
              <a:r>
                <a:rPr lang="en-AU" sz="1000" dirty="0"/>
                <a:t>Proactively identified and implemented initiatives </a:t>
              </a:r>
              <a:r>
                <a:rPr lang="en-AU" sz="1000" dirty="0" err="1"/>
                <a:t>fo</a:t>
              </a:r>
              <a:r>
                <a:rPr lang="en-AU" sz="1000" dirty="0"/>
                <a:t> improvement of processes</a:t>
              </a:r>
            </a:p>
            <a:p>
              <a:endParaRPr lang="en-US" sz="1000" dirty="0"/>
            </a:p>
          </p:txBody>
        </p:sp>
        <p:cxnSp>
          <p:nvCxnSpPr>
            <p:cNvPr id="31" name="Straight Connector 30">
              <a:extLst>
                <a:ext uri="{FF2B5EF4-FFF2-40B4-BE49-F238E27FC236}">
                  <a16:creationId xmlns:a16="http://schemas.microsoft.com/office/drawing/2014/main" id="{F87F05F2-DA4C-4F55-A5D0-1887110DF155}"/>
                </a:ext>
              </a:extLst>
            </p:cNvPr>
            <p:cNvCxnSpPr>
              <a:cxnSpLocks/>
            </p:cNvCxnSpPr>
            <p:nvPr/>
          </p:nvCxnSpPr>
          <p:spPr>
            <a:xfrm>
              <a:off x="5030740" y="2325935"/>
              <a:ext cx="0" cy="160433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2FA774CA-3857-9308-4D38-9414B0CC2B95}"/>
              </a:ext>
            </a:extLst>
          </p:cNvPr>
          <p:cNvSpPr txBox="1"/>
          <p:nvPr/>
        </p:nvSpPr>
        <p:spPr>
          <a:xfrm>
            <a:off x="3286552" y="5650897"/>
            <a:ext cx="5101530" cy="276999"/>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Leading Australian Logistics Organisation – Lead Business Analyst</a:t>
            </a:r>
          </a:p>
        </p:txBody>
      </p: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3382628"/>
            <a:ext cx="0" cy="222912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21267" y="3036354"/>
            <a:ext cx="46544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Australian Manufacturing &amp; Logistics </a:t>
            </a:r>
            <a:r>
              <a:rPr lang="en-US" sz="1200" b="1" dirty="0" err="1">
                <a:solidFill>
                  <a:srgbClr val="0059FF"/>
                </a:solidFill>
                <a:latin typeface="Roboto" panose="02000000000000000000" pitchFamily="2" charset="0"/>
                <a:ea typeface="Roboto" panose="02000000000000000000" pitchFamily="2" charset="0"/>
              </a:rPr>
              <a:t>Organisation</a:t>
            </a:r>
            <a:r>
              <a:rPr lang="en-AU" sz="1200" b="1" dirty="0">
                <a:solidFill>
                  <a:srgbClr val="0059FF"/>
                </a:solidFill>
                <a:latin typeface="Roboto" panose="02000000000000000000" pitchFamily="2" charset="0"/>
                <a:ea typeface="Roboto" panose="02000000000000000000" pitchFamily="2" charset="0"/>
              </a:rPr>
              <a:t> – IT Manager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3282712"/>
            <a:ext cx="4457043"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dirty="0">
                <a:solidFill>
                  <a:schemeClr val="bg1"/>
                </a:solidFill>
              </a:rPr>
              <a:t>Provided leadership to the IT team (onshore and offshore) and delivered complex development projects</a:t>
            </a:r>
          </a:p>
          <a:p>
            <a:r>
              <a:rPr lang="en-AU" sz="1000" dirty="0">
                <a:solidFill>
                  <a:schemeClr val="bg1"/>
                </a:solidFill>
              </a:rPr>
              <a:t>Ensured projects accuracy, timeliness and adherence to budgets</a:t>
            </a:r>
          </a:p>
          <a:p>
            <a:r>
              <a:rPr lang="en-AU" sz="1000" dirty="0">
                <a:solidFill>
                  <a:schemeClr val="bg1"/>
                </a:solidFill>
              </a:rPr>
              <a:t>Directly responsible for accuracy of data and system uptime for mission critical BAU IT services</a:t>
            </a:r>
          </a:p>
          <a:p>
            <a:r>
              <a:rPr lang="en-AU" sz="1000" dirty="0">
                <a:solidFill>
                  <a:schemeClr val="bg1"/>
                </a:solidFill>
              </a:rPr>
              <a:t>Worked with external and internal business stakeholders to meet business objectives</a:t>
            </a:r>
          </a:p>
          <a:p>
            <a:r>
              <a:rPr lang="en-AU" sz="1000" dirty="0">
                <a:solidFill>
                  <a:schemeClr val="bg1"/>
                </a:solidFill>
              </a:rPr>
              <a:t>Implemented leading-edge technology solutions facilitating business growth and efficiency</a:t>
            </a:r>
          </a:p>
          <a:p>
            <a:r>
              <a:rPr lang="en-AU" sz="1000" dirty="0">
                <a:solidFill>
                  <a:schemeClr val="bg1"/>
                </a:solidFill>
              </a:rPr>
              <a:t>Oversaw IT infrastructure, system backups and disaster recovery</a:t>
            </a:r>
          </a:p>
          <a:p>
            <a:r>
              <a:rPr lang="en-AU" sz="1000" dirty="0">
                <a:solidFill>
                  <a:schemeClr val="bg1"/>
                </a:solidFill>
              </a:rPr>
              <a:t>Lead all team-based activities (goal setting, performance management, KPI reviews, training and recruitment)</a:t>
            </a:r>
          </a:p>
          <a:p>
            <a:r>
              <a:rPr lang="en-AU" sz="1000" dirty="0">
                <a:solidFill>
                  <a:schemeClr val="bg1"/>
                </a:solidFill>
              </a:rPr>
              <a:t>Implemented IT strategies, policies, and procedures by evaluating organisation objectives; identifying problems; evaluating trends; anticipating business requirements</a:t>
            </a:r>
          </a:p>
        </p:txBody>
      </p:sp>
    </p:spTree>
    <p:extLst>
      <p:ext uri="{BB962C8B-B14F-4D97-AF65-F5344CB8AC3E}">
        <p14:creationId xmlns:p14="http://schemas.microsoft.com/office/powerpoint/2010/main" val="36183526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BEDE27A-5D3F-48EC-A4D1-3F35063BDCD3}">
  <ds:schemaRefs>
    <ds:schemaRef ds:uri="http://schemas.microsoft.com/sharepoint/v3/contenttype/forms"/>
  </ds:schemaRefs>
</ds:datastoreItem>
</file>

<file path=customXml/itemProps2.xml><?xml version="1.0" encoding="utf-8"?>
<ds:datastoreItem xmlns:ds="http://schemas.openxmlformats.org/officeDocument/2006/customXml" ds:itemID="{2CBCFD15-CFFF-49AE-B6C5-12DE46320969}">
  <ds:schemaRefs>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http://purl.org/dc/terms/"/>
    <ds:schemaRef ds:uri="e52cd9e7-35e5-4bd3-9cab-ca6a63c31e52"/>
    <ds:schemaRef ds:uri="http://schemas.microsoft.com/office/2006/metadata/properties"/>
    <ds:schemaRef ds:uri="daf93972-1964-4522-aa34-640805a01c3a"/>
    <ds:schemaRef ds:uri="http://www.w3.org/XML/1998/namespace"/>
    <ds:schemaRef ds:uri="http://purl.org/dc/elements/1.1/"/>
  </ds:schemaRefs>
</ds:datastoreItem>
</file>

<file path=customXml/itemProps3.xml><?xml version="1.0" encoding="utf-8"?>
<ds:datastoreItem xmlns:ds="http://schemas.openxmlformats.org/officeDocument/2006/customXml" ds:itemID="{C09744B2-3CC6-46BF-8EC0-720A517FB347}">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1392</TotalTime>
  <Words>483</Words>
  <Application>Microsoft Office PowerPoint</Application>
  <PresentationFormat>Custom</PresentationFormat>
  <Paragraphs>72</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3</cp:revision>
  <dcterms:created xsi:type="dcterms:W3CDTF">2019-12-03T01:50:37Z</dcterms:created>
  <dcterms:modified xsi:type="dcterms:W3CDTF">2024-11-12T22:25:34Z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