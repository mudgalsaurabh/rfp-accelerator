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ED7D31"/>
    <a:srgbClr val="0059FF"/>
    <a:srgbClr val="0F2B3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6BF033-E981-4397-B5A0-99DC5E287AD0}" v="1" dt="2023-08-01T00:30:46.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8F0058DE-AA13-47C1-B006-15F787C09887}"/>
    <pc:docChg chg="undo custSel modSld">
      <pc:chgData name="Darcy Roach" userId="ba676ee9-e9b4-49e8-a515-8077106c948d" providerId="ADAL" clId="{8F0058DE-AA13-47C1-B006-15F787C09887}" dt="2023-03-21T06:03:58.783" v="789" actId="20577"/>
      <pc:docMkLst>
        <pc:docMk/>
      </pc:docMkLst>
      <pc:sldChg chg="addSp modSp mod">
        <pc:chgData name="Darcy Roach" userId="ba676ee9-e9b4-49e8-a515-8077106c948d" providerId="ADAL" clId="{8F0058DE-AA13-47C1-B006-15F787C09887}" dt="2023-03-21T06:03:58.783" v="789" actId="20577"/>
        <pc:sldMkLst>
          <pc:docMk/>
          <pc:sldMk cId="2009923557" sldId="270"/>
        </pc:sldMkLst>
        <pc:spChg chg="mod">
          <ac:chgData name="Darcy Roach" userId="ba676ee9-e9b4-49e8-a515-8077106c948d" providerId="ADAL" clId="{8F0058DE-AA13-47C1-B006-15F787C09887}" dt="2023-03-21T06:02:15.538" v="746" actId="20577"/>
          <ac:spMkLst>
            <pc:docMk/>
            <pc:sldMk cId="2009923557" sldId="270"/>
            <ac:spMk id="2" creationId="{2FA774CA-3857-9308-4D38-9414B0CC2B95}"/>
          </ac:spMkLst>
        </pc:spChg>
        <pc:spChg chg="mod">
          <ac:chgData name="Darcy Roach" userId="ba676ee9-e9b4-49e8-a515-8077106c948d" providerId="ADAL" clId="{8F0058DE-AA13-47C1-B006-15F787C09887}" dt="2023-03-21T06:03:58.783" v="789" actId="20577"/>
          <ac:spMkLst>
            <pc:docMk/>
            <pc:sldMk cId="2009923557" sldId="270"/>
            <ac:spMk id="4" creationId="{80F49B2F-21D4-F9EB-049F-717A10CB7D84}"/>
          </ac:spMkLst>
        </pc:spChg>
        <pc:spChg chg="mod">
          <ac:chgData name="Darcy Roach" userId="ba676ee9-e9b4-49e8-a515-8077106c948d" providerId="ADAL" clId="{8F0058DE-AA13-47C1-B006-15F787C09887}" dt="2023-03-21T06:00:50.315" v="696" actId="20577"/>
          <ac:spMkLst>
            <pc:docMk/>
            <pc:sldMk cId="2009923557" sldId="270"/>
            <ac:spMk id="6" creationId="{701E125D-B356-8A2A-B86B-AB6567CEABE1}"/>
          </ac:spMkLst>
        </pc:spChg>
        <pc:spChg chg="mod">
          <ac:chgData name="Darcy Roach" userId="ba676ee9-e9b4-49e8-a515-8077106c948d" providerId="ADAL" clId="{8F0058DE-AA13-47C1-B006-15F787C09887}" dt="2023-03-21T04:50:23.370" v="206" actId="1076"/>
          <ac:spMkLst>
            <pc:docMk/>
            <pc:sldMk cId="2009923557" sldId="270"/>
            <ac:spMk id="8" creationId="{59FEB941-5146-6B10-4E4D-8A4ADE918AEF}"/>
          </ac:spMkLst>
        </pc:spChg>
        <pc:spChg chg="mod">
          <ac:chgData name="Darcy Roach" userId="ba676ee9-e9b4-49e8-a515-8077106c948d" providerId="ADAL" clId="{8F0058DE-AA13-47C1-B006-15F787C09887}" dt="2023-03-21T05:54:30.083" v="666" actId="14100"/>
          <ac:spMkLst>
            <pc:docMk/>
            <pc:sldMk cId="2009923557" sldId="270"/>
            <ac:spMk id="10" creationId="{06312B81-BCF1-2796-C112-3DBE0E02F483}"/>
          </ac:spMkLst>
        </pc:spChg>
        <pc:spChg chg="mod">
          <ac:chgData name="Darcy Roach" userId="ba676ee9-e9b4-49e8-a515-8077106c948d" providerId="ADAL" clId="{8F0058DE-AA13-47C1-B006-15F787C09887}" dt="2023-03-21T04:09:58.446" v="33" actId="20577"/>
          <ac:spMkLst>
            <pc:docMk/>
            <pc:sldMk cId="2009923557" sldId="270"/>
            <ac:spMk id="13" creationId="{FD2720C9-A79F-BD7F-E179-674AD67D7892}"/>
          </ac:spMkLst>
        </pc:spChg>
        <pc:spChg chg="mod">
          <ac:chgData name="Darcy Roach" userId="ba676ee9-e9b4-49e8-a515-8077106c948d" providerId="ADAL" clId="{8F0058DE-AA13-47C1-B006-15F787C09887}" dt="2023-03-21T05:23:52.851" v="298" actId="20577"/>
          <ac:spMkLst>
            <pc:docMk/>
            <pc:sldMk cId="2009923557" sldId="270"/>
            <ac:spMk id="17" creationId="{1BDE5051-9F34-F139-742D-4450E5D6591E}"/>
          </ac:spMkLst>
        </pc:spChg>
        <pc:spChg chg="mod">
          <ac:chgData name="Darcy Roach" userId="ba676ee9-e9b4-49e8-a515-8077106c948d" providerId="ADAL" clId="{8F0058DE-AA13-47C1-B006-15F787C09887}" dt="2023-03-21T04:49:55.379" v="203" actId="20577"/>
          <ac:spMkLst>
            <pc:docMk/>
            <pc:sldMk cId="2009923557" sldId="270"/>
            <ac:spMk id="19" creationId="{7513C49A-2DF2-8111-FED4-FC07A8EAD258}"/>
          </ac:spMkLst>
        </pc:spChg>
        <pc:spChg chg="mod">
          <ac:chgData name="Darcy Roach" userId="ba676ee9-e9b4-49e8-a515-8077106c948d" providerId="ADAL" clId="{8F0058DE-AA13-47C1-B006-15F787C09887}" dt="2023-03-21T06:03:19.101" v="765" actId="20577"/>
          <ac:spMkLst>
            <pc:docMk/>
            <pc:sldMk cId="2009923557" sldId="270"/>
            <ac:spMk id="26" creationId="{1A3D666D-00C8-D106-73C3-9FF300F8618C}"/>
          </ac:spMkLst>
        </pc:spChg>
        <pc:spChg chg="mod">
          <ac:chgData name="Darcy Roach" userId="ba676ee9-e9b4-49e8-a515-8077106c948d" providerId="ADAL" clId="{8F0058DE-AA13-47C1-B006-15F787C09887}" dt="2023-03-21T04:51:00.936" v="211" actId="207"/>
          <ac:spMkLst>
            <pc:docMk/>
            <pc:sldMk cId="2009923557" sldId="270"/>
            <ac:spMk id="28" creationId="{6059F888-3BDF-A1C0-65E5-CB6FDD43D97C}"/>
          </ac:spMkLst>
        </pc:spChg>
        <pc:spChg chg="add mod">
          <ac:chgData name="Darcy Roach" userId="ba676ee9-e9b4-49e8-a515-8077106c948d" providerId="ADAL" clId="{8F0058DE-AA13-47C1-B006-15F787C09887}" dt="2023-03-21T05:28:25.594" v="394" actId="1076"/>
          <ac:spMkLst>
            <pc:docMk/>
            <pc:sldMk cId="2009923557" sldId="270"/>
            <ac:spMk id="37" creationId="{FD455699-2218-9DB9-D907-E04C8F8833F1}"/>
          </ac:spMkLst>
        </pc:spChg>
        <pc:spChg chg="mod">
          <ac:chgData name="Darcy Roach" userId="ba676ee9-e9b4-49e8-a515-8077106c948d" providerId="ADAL" clId="{8F0058DE-AA13-47C1-B006-15F787C09887}" dt="2023-03-21T05:33:59.277" v="574" actId="20577"/>
          <ac:spMkLst>
            <pc:docMk/>
            <pc:sldMk cId="2009923557" sldId="270"/>
            <ac:spMk id="38" creationId="{AB47A2EE-BF0B-DB05-8B7C-DB6594B2B3D5}"/>
          </ac:spMkLst>
        </pc:spChg>
        <pc:spChg chg="mod">
          <ac:chgData name="Darcy Roach" userId="ba676ee9-e9b4-49e8-a515-8077106c948d" providerId="ADAL" clId="{8F0058DE-AA13-47C1-B006-15F787C09887}" dt="2023-03-21T06:01:43.231" v="714" actId="20577"/>
          <ac:spMkLst>
            <pc:docMk/>
            <pc:sldMk cId="2009923557" sldId="270"/>
            <ac:spMk id="175" creationId="{B9775FC7-7124-8CCA-9B1C-7CCD7D3DF384}"/>
          </ac:spMkLst>
        </pc:spChg>
        <pc:grpChg chg="mod">
          <ac:chgData name="Darcy Roach" userId="ba676ee9-e9b4-49e8-a515-8077106c948d" providerId="ADAL" clId="{8F0058DE-AA13-47C1-B006-15F787C09887}" dt="2023-03-21T06:02:42.849" v="748" actId="1076"/>
          <ac:grpSpMkLst>
            <pc:docMk/>
            <pc:sldMk cId="2009923557" sldId="270"/>
            <ac:grpSpMk id="9" creationId="{E7DD910D-15D0-5CBC-B70B-D2480ECA3DCA}"/>
          </ac:grpSpMkLst>
        </pc:grpChg>
        <pc:grpChg chg="mod">
          <ac:chgData name="Darcy Roach" userId="ba676ee9-e9b4-49e8-a515-8077106c948d" providerId="ADAL" clId="{8F0058DE-AA13-47C1-B006-15F787C09887}" dt="2023-03-21T06:02:53.720" v="749" actId="1076"/>
          <ac:grpSpMkLst>
            <pc:docMk/>
            <pc:sldMk cId="2009923557" sldId="270"/>
            <ac:grpSpMk id="12" creationId="{C465E181-1D5D-D878-8A71-F5848AAF858F}"/>
          </ac:grpSpMkLst>
        </pc:grpChg>
        <pc:grpChg chg="add mod">
          <ac:chgData name="Darcy Roach" userId="ba676ee9-e9b4-49e8-a515-8077106c948d" providerId="ADAL" clId="{8F0058DE-AA13-47C1-B006-15F787C09887}" dt="2023-03-21T06:02:29.926" v="747" actId="1076"/>
          <ac:grpSpMkLst>
            <pc:docMk/>
            <pc:sldMk cId="2009923557" sldId="270"/>
            <ac:grpSpMk id="34" creationId="{0BBEF8AB-50F3-A0AA-9946-9CFF5A8CFABB}"/>
          </ac:grpSpMkLst>
        </pc:grpChg>
        <pc:cxnChg chg="mod">
          <ac:chgData name="Darcy Roach" userId="ba676ee9-e9b4-49e8-a515-8077106c948d" providerId="ADAL" clId="{8F0058DE-AA13-47C1-B006-15F787C09887}" dt="2023-03-21T05:37:01.560" v="576" actId="208"/>
          <ac:cxnSpMkLst>
            <pc:docMk/>
            <pc:sldMk cId="2009923557" sldId="270"/>
            <ac:cxnSpMk id="3" creationId="{67C34E10-2CF8-9BCA-1CC6-D78A3FF9CA80}"/>
          </ac:cxnSpMkLst>
        </pc:cxnChg>
        <pc:cxnChg chg="mod">
          <ac:chgData name="Darcy Roach" userId="ba676ee9-e9b4-49e8-a515-8077106c948d" providerId="ADAL" clId="{8F0058DE-AA13-47C1-B006-15F787C09887}" dt="2023-03-21T04:51:09.639" v="212" actId="208"/>
          <ac:cxnSpMkLst>
            <pc:docMk/>
            <pc:sldMk cId="2009923557" sldId="270"/>
            <ac:cxnSpMk id="21" creationId="{B0913DE4-461D-CE43-AABC-C4B3D7D22F45}"/>
          </ac:cxnSpMkLst>
        </pc:cxnChg>
        <pc:cxnChg chg="mod">
          <ac:chgData name="Darcy Roach" userId="ba676ee9-e9b4-49e8-a515-8077106c948d" providerId="ADAL" clId="{8F0058DE-AA13-47C1-B006-15F787C09887}" dt="2023-03-21T05:53:06.829" v="629" actId="14100"/>
          <ac:cxnSpMkLst>
            <pc:docMk/>
            <pc:sldMk cId="2009923557" sldId="270"/>
            <ac:cxnSpMk id="170" creationId="{0D51728F-48BB-14BB-256E-5F0C0284BCDF}"/>
          </ac:cxnSpMkLst>
        </pc:cxnChg>
      </pc:sldChg>
    </pc:docChg>
  </pc:docChgLst>
  <pc:docChgLst>
    <pc:chgData name="Darcy Roach" userId="ba676ee9-e9b4-49e8-a515-8077106c948d" providerId="ADAL" clId="{906BF033-E981-4397-B5A0-99DC5E287AD0}"/>
    <pc:docChg chg="custSel modSld">
      <pc:chgData name="Darcy Roach" userId="ba676ee9-e9b4-49e8-a515-8077106c948d" providerId="ADAL" clId="{906BF033-E981-4397-B5A0-99DC5E287AD0}" dt="2023-08-01T00:34:11.408" v="182" actId="1076"/>
      <pc:docMkLst>
        <pc:docMk/>
      </pc:docMkLst>
      <pc:sldChg chg="addSp delSp modSp mod">
        <pc:chgData name="Darcy Roach" userId="ba676ee9-e9b4-49e8-a515-8077106c948d" providerId="ADAL" clId="{906BF033-E981-4397-B5A0-99DC5E287AD0}" dt="2023-08-01T00:34:11.408" v="182" actId="1076"/>
        <pc:sldMkLst>
          <pc:docMk/>
          <pc:sldMk cId="2009923557" sldId="270"/>
        </pc:sldMkLst>
        <pc:spChg chg="mod">
          <ac:chgData name="Darcy Roach" userId="ba676ee9-e9b4-49e8-a515-8077106c948d" providerId="ADAL" clId="{906BF033-E981-4397-B5A0-99DC5E287AD0}" dt="2023-08-01T00:32:18.356" v="109" actId="14100"/>
          <ac:spMkLst>
            <pc:docMk/>
            <pc:sldMk cId="2009923557" sldId="270"/>
            <ac:spMk id="6" creationId="{701E125D-B356-8A2A-B86B-AB6567CEABE1}"/>
          </ac:spMkLst>
        </pc:spChg>
        <pc:spChg chg="mod">
          <ac:chgData name="Darcy Roach" userId="ba676ee9-e9b4-49e8-a515-8077106c948d" providerId="ADAL" clId="{906BF033-E981-4397-B5A0-99DC5E287AD0}" dt="2023-08-01T00:33:53.697" v="180" actId="20577"/>
          <ac:spMkLst>
            <pc:docMk/>
            <pc:sldMk cId="2009923557" sldId="270"/>
            <ac:spMk id="19" creationId="{7513C49A-2DF2-8111-FED4-FC07A8EAD258}"/>
          </ac:spMkLst>
        </pc:spChg>
        <pc:spChg chg="mod">
          <ac:chgData name="Darcy Roach" userId="ba676ee9-e9b4-49e8-a515-8077106c948d" providerId="ADAL" clId="{906BF033-E981-4397-B5A0-99DC5E287AD0}" dt="2023-08-01T00:32:06.846" v="91" actId="14100"/>
          <ac:spMkLst>
            <pc:docMk/>
            <pc:sldMk cId="2009923557" sldId="270"/>
            <ac:spMk id="28" creationId="{6059F888-3BDF-A1C0-65E5-CB6FDD43D97C}"/>
          </ac:spMkLst>
        </pc:spChg>
        <pc:spChg chg="mod">
          <ac:chgData name="Darcy Roach" userId="ba676ee9-e9b4-49e8-a515-8077106c948d" providerId="ADAL" clId="{906BF033-E981-4397-B5A0-99DC5E287AD0}" dt="2023-08-01T00:32:36.809" v="133" actId="14100"/>
          <ac:spMkLst>
            <pc:docMk/>
            <pc:sldMk cId="2009923557" sldId="270"/>
            <ac:spMk id="29" creationId="{29C763A0-36F5-7EEC-80B3-A13AC332CE2D}"/>
          </ac:spMkLst>
        </pc:spChg>
        <pc:spChg chg="mod">
          <ac:chgData name="Darcy Roach" userId="ba676ee9-e9b4-49e8-a515-8077106c948d" providerId="ADAL" clId="{906BF033-E981-4397-B5A0-99DC5E287AD0}" dt="2023-08-01T00:30:46.251" v="3"/>
          <ac:spMkLst>
            <pc:docMk/>
            <pc:sldMk cId="2009923557" sldId="270"/>
            <ac:spMk id="30" creationId="{FE8A1434-DC97-369C-040D-3129883A5D52}"/>
          </ac:spMkLst>
        </pc:spChg>
        <pc:grpChg chg="del">
          <ac:chgData name="Darcy Roach" userId="ba676ee9-e9b4-49e8-a515-8077106c948d" providerId="ADAL" clId="{906BF033-E981-4397-B5A0-99DC5E287AD0}" dt="2023-08-01T00:30:43.135" v="2" actId="478"/>
          <ac:grpSpMkLst>
            <pc:docMk/>
            <pc:sldMk cId="2009923557" sldId="270"/>
            <ac:grpSpMk id="12" creationId="{C465E181-1D5D-D878-8A71-F5848AAF858F}"/>
          </ac:grpSpMkLst>
        </pc:grpChg>
        <pc:grpChg chg="add mod">
          <ac:chgData name="Darcy Roach" userId="ba676ee9-e9b4-49e8-a515-8077106c948d" providerId="ADAL" clId="{906BF033-E981-4397-B5A0-99DC5E287AD0}" dt="2023-08-01T00:34:11.408" v="182" actId="1076"/>
          <ac:grpSpMkLst>
            <pc:docMk/>
            <pc:sldMk cId="2009923557" sldId="270"/>
            <ac:grpSpMk id="16" creationId="{EE6E62F3-C53C-7BD6-4A2D-C76BD4985264}"/>
          </ac:grpSpMkLst>
        </pc:grpChg>
        <pc:grpChg chg="mod">
          <ac:chgData name="Darcy Roach" userId="ba676ee9-e9b4-49e8-a515-8077106c948d" providerId="ADAL" clId="{906BF033-E981-4397-B5A0-99DC5E287AD0}" dt="2023-08-01T00:30:46.251" v="3"/>
          <ac:grpSpMkLst>
            <pc:docMk/>
            <pc:sldMk cId="2009923557" sldId="270"/>
            <ac:grpSpMk id="24" creationId="{6690AFD0-73BA-8244-AF9A-23AF695D7D18}"/>
          </ac:grpSpMkLst>
        </pc:grpChg>
        <pc:grpChg chg="mod">
          <ac:chgData name="Darcy Roach" userId="ba676ee9-e9b4-49e8-a515-8077106c948d" providerId="ADAL" clId="{906BF033-E981-4397-B5A0-99DC5E287AD0}" dt="2023-08-01T00:34:04.872" v="181" actId="1076"/>
          <ac:grpSpMkLst>
            <pc:docMk/>
            <pc:sldMk cId="2009923557" sldId="270"/>
            <ac:grpSpMk id="34" creationId="{0BBEF8AB-50F3-A0AA-9946-9CFF5A8CFABB}"/>
          </ac:grpSpMkLst>
        </pc:grpChg>
        <pc:cxnChg chg="mod">
          <ac:chgData name="Darcy Roach" userId="ba676ee9-e9b4-49e8-a515-8077106c948d" providerId="ADAL" clId="{906BF033-E981-4397-B5A0-99DC5E287AD0}" dt="2023-08-01T00:30:35.545" v="1" actId="208"/>
          <ac:cxnSpMkLst>
            <pc:docMk/>
            <pc:sldMk cId="2009923557" sldId="270"/>
            <ac:cxnSpMk id="3" creationId="{67C34E10-2CF8-9BCA-1CC6-D78A3FF9CA80}"/>
          </ac:cxnSpMkLst>
        </pc:cxnChg>
        <pc:cxnChg chg="mod">
          <ac:chgData name="Darcy Roach" userId="ba676ee9-e9b4-49e8-a515-8077106c948d" providerId="ADAL" clId="{906BF033-E981-4397-B5A0-99DC5E287AD0}" dt="2023-08-01T00:31:00.077" v="6" actId="208"/>
          <ac:cxnSpMkLst>
            <pc:docMk/>
            <pc:sldMk cId="2009923557" sldId="270"/>
            <ac:cxnSpMk id="31" creationId="{F570D2AD-C214-2E5F-A06B-922080C78CDD}"/>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8/1/2023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8/1/2023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8/1/2023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8/1/2023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Rohan </a:t>
            </a:r>
            <a:r>
              <a:rPr lang="en-US" sz="2800" b="1" dirty="0" err="1">
                <a:solidFill>
                  <a:srgbClr val="00AB80"/>
                </a:solidFill>
                <a:latin typeface="Roboto" panose="02000000000000000000" pitchFamily="2" charset="0"/>
                <a:ea typeface="Roboto" panose="02000000000000000000" pitchFamily="2" charset="0"/>
              </a:rPr>
              <a:t>Paithankur</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6" y="1560956"/>
            <a:ext cx="2916523" cy="1138132"/>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Rohan is a skilled GCP Certified Data Engineer and holds a Master of Data Science from Monash University. Rohan has a real passion and keen interest for building responsive data pipelines and analytical solutions using Big Data and Cloud technologies.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iOS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Node JS</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Tensorflow</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CDK</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Redshift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647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23347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Mining</a:t>
            </a:r>
          </a:p>
          <a:p>
            <a:pPr marL="0" indent="0">
              <a:lnSpc>
                <a:spcPct val="150000"/>
              </a:lnSpc>
              <a:buNone/>
            </a:pPr>
            <a:r>
              <a:rPr lang="en-GB" sz="1200" dirty="0">
                <a:solidFill>
                  <a:srgbClr val="00AB80"/>
                </a:solidFill>
              </a:rPr>
              <a:t>Pharmaceuticals </a:t>
            </a:r>
          </a:p>
          <a:p>
            <a:pPr marL="0" indent="0">
              <a:lnSpc>
                <a:spcPct val="150000"/>
              </a:lnSpc>
              <a:buNone/>
            </a:pPr>
            <a:r>
              <a:rPr lang="en-GB" sz="1200" dirty="0">
                <a:solidFill>
                  <a:srgbClr val="00AB80"/>
                </a:solidFill>
              </a:rPr>
              <a:t>Software</a:t>
            </a:r>
          </a:p>
          <a:p>
            <a:pPr marL="0" indent="0">
              <a:lnSpc>
                <a:spcPct val="150000"/>
              </a:lnSpc>
              <a:buNone/>
            </a:pPr>
            <a:endParaRPr lang="en-GB" sz="1200" dirty="0">
              <a:solidFill>
                <a:srgbClr val="00AB80"/>
              </a:solidFill>
            </a:endParaRP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80179"/>
            <a:ext cx="1963972" cy="3416320"/>
            <a:chOff x="8106458" y="2681447"/>
            <a:chExt cx="1963972" cy="341632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341632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Microsoft Certified | Azure Data Fundamentals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Data Science,</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Monash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Computer Communication &amp; Engineering</a:t>
              </a:r>
              <a:r>
                <a:rPr lang="en-GB" sz="1200" dirty="0">
                  <a:solidFill>
                    <a:srgbClr val="00AB80"/>
                  </a:solidFill>
                  <a:effectLst/>
                  <a:latin typeface="Roboto Light" panose="02000000000000000000" pitchFamily="2" charset="0"/>
                  <a:ea typeface="Calibri" panose="020F0502020204030204" pitchFamily="34" charset="0"/>
                </a:rPr>
                <a:t>, Manipal Academy of Higher Education, India</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747849"/>
            <a:ext cx="1528457"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Statistical Methods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Artificial Intelligence</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grpSp>
        <p:nvGrpSpPr>
          <p:cNvPr id="34" name="Group 33">
            <a:extLst>
              <a:ext uri="{FF2B5EF4-FFF2-40B4-BE49-F238E27FC236}">
                <a16:creationId xmlns:a16="http://schemas.microsoft.com/office/drawing/2014/main" id="{0BBEF8AB-50F3-A0AA-9946-9CFF5A8CFABB}"/>
              </a:ext>
            </a:extLst>
          </p:cNvPr>
          <p:cNvGrpSpPr/>
          <p:nvPr/>
        </p:nvGrpSpPr>
        <p:grpSpPr>
          <a:xfrm>
            <a:off x="3321267" y="3313893"/>
            <a:ext cx="4691767" cy="1600165"/>
            <a:chOff x="3321267" y="1028696"/>
            <a:chExt cx="4691767" cy="1600165"/>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81125"/>
              <a:ext cx="0" cy="1038225"/>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028696"/>
              <a:ext cx="4487299"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L</a:t>
              </a:r>
              <a:r>
                <a:rPr lang="en-AU" sz="1200" b="1" dirty="0" err="1">
                  <a:solidFill>
                    <a:srgbClr val="ED7D31"/>
                  </a:solidFill>
                  <a:latin typeface="Roboto" panose="02000000000000000000" pitchFamily="2" charset="0"/>
                  <a:ea typeface="Roboto" panose="02000000000000000000" pitchFamily="2" charset="0"/>
                </a:rPr>
                <a:t>eading</a:t>
              </a:r>
              <a:r>
                <a:rPr lang="en-AU" sz="1200" b="1" dirty="0">
                  <a:solidFill>
                    <a:srgbClr val="ED7D31"/>
                  </a:solidFill>
                  <a:latin typeface="Roboto" panose="02000000000000000000" pitchFamily="2" charset="0"/>
                  <a:ea typeface="Roboto" panose="02000000000000000000" pitchFamily="2" charset="0"/>
                </a:rPr>
                <a:t> Payroll Compliance Organisation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5422"/>
              <a:ext cx="4549073"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342900" lvl="0" indent="-342900">
                <a:buSzPts val="1000"/>
                <a:buFont typeface="Symbol" panose="05050102010706020507" pitchFamily="18" charset="2"/>
                <a:buChar char=""/>
                <a:tabLst>
                  <a:tab pos="457200" algn="l"/>
                </a:tabLst>
              </a:pPr>
              <a:r>
                <a:rPr lang="en-AU" sz="1000" dirty="0">
                  <a:solidFill>
                    <a:schemeClr val="bg1"/>
                  </a:solidFill>
                </a:rPr>
                <a:t>Built data pipelines in Python orchestrated by Prefect to load extracted csv files from source payroll systems to </a:t>
              </a:r>
              <a:r>
                <a:rPr lang="en-AU" sz="1000" dirty="0" err="1">
                  <a:solidFill>
                    <a:schemeClr val="bg1"/>
                  </a:solidFill>
                </a:rPr>
                <a:t>BigQuery</a:t>
              </a:r>
              <a:r>
                <a:rPr lang="en-AU" sz="1000" dirty="0">
                  <a:solidFill>
                    <a:schemeClr val="bg1"/>
                  </a:solidFill>
                </a:rPr>
                <a:t>.</a:t>
              </a:r>
            </a:p>
            <a:p>
              <a:pPr marL="342900" lvl="0" indent="-342900">
                <a:buSzPts val="1000"/>
                <a:buFont typeface="Symbol" panose="05050102010706020507" pitchFamily="18" charset="2"/>
                <a:buChar char=""/>
                <a:tabLst>
                  <a:tab pos="457200" algn="l"/>
                </a:tabLst>
              </a:pPr>
              <a:r>
                <a:rPr lang="en-AU" sz="1000" dirty="0">
                  <a:solidFill>
                    <a:schemeClr val="bg1"/>
                  </a:solidFill>
                </a:rPr>
                <a:t>Designed conformed and presentation layers in </a:t>
              </a:r>
              <a:r>
                <a:rPr lang="en-AU" sz="1000" dirty="0" err="1">
                  <a:solidFill>
                    <a:schemeClr val="bg1"/>
                  </a:solidFill>
                </a:rPr>
                <a:t>BigQuery</a:t>
              </a:r>
              <a:r>
                <a:rPr lang="en-AU" sz="1000" dirty="0">
                  <a:solidFill>
                    <a:schemeClr val="bg1"/>
                  </a:solidFill>
                </a:rPr>
                <a:t> by applying business rules to process payroll data.</a:t>
              </a:r>
            </a:p>
            <a:p>
              <a:pPr marL="342900" lvl="0" indent="-342900">
                <a:buSzPts val="1000"/>
                <a:buFont typeface="Symbol" panose="05050102010706020507" pitchFamily="18" charset="2"/>
                <a:buChar char=""/>
                <a:tabLst>
                  <a:tab pos="457200" algn="l"/>
                </a:tabLst>
              </a:pPr>
              <a:r>
                <a:rPr lang="en-AU" sz="1000" dirty="0">
                  <a:solidFill>
                    <a:schemeClr val="bg1"/>
                  </a:solidFill>
                </a:rPr>
                <a:t>Refined existing SQL scripts to enhance query execution and efficiency.</a:t>
              </a:r>
            </a:p>
            <a:p>
              <a:pPr marL="342900" lvl="0" indent="-342900">
                <a:buSzPts val="1000"/>
                <a:buFont typeface="Symbol" panose="05050102010706020507" pitchFamily="18" charset="2"/>
                <a:buChar char=""/>
                <a:tabLst>
                  <a:tab pos="457200" algn="l"/>
                </a:tabLst>
              </a:pPr>
              <a:r>
                <a:rPr lang="en-AU" sz="1000" dirty="0">
                  <a:solidFill>
                    <a:schemeClr val="bg1"/>
                  </a:solidFill>
                </a:rPr>
                <a:t>Used GCP Cloud Foundation Toolkit to setup foundation using Terraform.</a:t>
              </a:r>
            </a:p>
            <a:p>
              <a:pPr marL="0" indent="0">
                <a:buNone/>
              </a:pPr>
              <a:endParaRPr lang="en-AU" sz="1000" dirty="0">
                <a:solidFill>
                  <a:schemeClr val="bg1"/>
                </a:solidFill>
              </a:endParaRPr>
            </a:p>
          </p:txBody>
        </p:sp>
      </p:grpSp>
      <p:grpSp>
        <p:nvGrpSpPr>
          <p:cNvPr id="9" name="Group 8">
            <a:extLst>
              <a:ext uri="{FF2B5EF4-FFF2-40B4-BE49-F238E27FC236}">
                <a16:creationId xmlns:a16="http://schemas.microsoft.com/office/drawing/2014/main" id="{E7DD910D-15D0-5CBC-B70B-D2480ECA3DCA}"/>
              </a:ext>
            </a:extLst>
          </p:cNvPr>
          <p:cNvGrpSpPr/>
          <p:nvPr/>
        </p:nvGrpSpPr>
        <p:grpSpPr>
          <a:xfrm>
            <a:off x="3329099" y="1142207"/>
            <a:ext cx="4709988" cy="2171686"/>
            <a:chOff x="3303046" y="6194352"/>
            <a:chExt cx="4709988" cy="2305838"/>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584890" cy="2058770"/>
              <a:chOff x="5023753" y="4494578"/>
              <a:chExt cx="4757437" cy="2058770"/>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21716" cy="205877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Implemented </a:t>
                </a:r>
                <a:r>
                  <a:rPr lang="en-AU" sz="1000" dirty="0" err="1"/>
                  <a:t>IaC</a:t>
                </a:r>
                <a:r>
                  <a:rPr lang="en-AU" sz="1000" dirty="0"/>
                  <a:t> (Infrastructure as Code) using Terraform to deploy and managed data platform resources such as Cloud Storage, </a:t>
                </a:r>
                <a:r>
                  <a:rPr lang="en-AU" sz="1000" dirty="0" err="1"/>
                  <a:t>BigQuery</a:t>
                </a:r>
                <a:r>
                  <a:rPr lang="en-AU" sz="1000" dirty="0"/>
                  <a:t> Datasets &amp; Tables, Artifact Registry etc. by creating reusable modules</a:t>
                </a:r>
              </a:p>
              <a:p>
                <a:r>
                  <a:rPr lang="en-AU" sz="1000" dirty="0"/>
                  <a:t>Implemented </a:t>
                </a:r>
                <a:r>
                  <a:rPr lang="en-AU" sz="1000" dirty="0" err="1"/>
                  <a:t>DataOps</a:t>
                </a:r>
                <a:r>
                  <a:rPr lang="en-AU" sz="1000" dirty="0"/>
                  <a:t> best practices for data pipelines and </a:t>
                </a:r>
                <a:r>
                  <a:rPr lang="en-AU" sz="1000" dirty="0" err="1"/>
                  <a:t>IaC</a:t>
                </a:r>
                <a:endParaRPr lang="en-AU" sz="1000" dirty="0"/>
              </a:p>
              <a:p>
                <a:r>
                  <a:rPr lang="en-AU" sz="1000" dirty="0"/>
                  <a:t>Worked closely with the data modelling team to implement data warehouse automation using </a:t>
                </a:r>
                <a:r>
                  <a:rPr lang="en-AU" sz="1000" dirty="0" err="1"/>
                  <a:t>VaultSpeed</a:t>
                </a:r>
                <a:endParaRPr lang="en-AU" sz="1000" dirty="0"/>
              </a:p>
              <a:p>
                <a:r>
                  <a:rPr lang="en-AU" sz="1000" dirty="0"/>
                  <a:t>Set up workflow orchestration using Composer(Airflow) and container management using Docker &amp; Artifact Registry</a:t>
                </a:r>
              </a:p>
              <a:p>
                <a:r>
                  <a:rPr lang="en-AU" sz="1000" dirty="0"/>
                  <a:t>Implemented branching strategies and code promotion across environments to ensure code is built and tested before production deployments</a:t>
                </a:r>
              </a:p>
              <a:p>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78030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015962" cy="294110"/>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 GCP Data Engineer </a:t>
              </a:r>
              <a:endParaRPr lang="en-AU" sz="1200" b="1" dirty="0">
                <a:solidFill>
                  <a:srgbClr val="0059FF"/>
                </a:solidFill>
                <a:latin typeface="Roboto" panose="02000000000000000000" pitchFamily="2" charset="0"/>
                <a:ea typeface="Roboto" panose="02000000000000000000" pitchFamily="2" charset="0"/>
              </a:endParaRPr>
            </a:p>
          </p:txBody>
        </p:sp>
      </p:grpSp>
      <p:sp>
        <p:nvSpPr>
          <p:cNvPr id="37" name="TextBox 36">
            <a:extLst>
              <a:ext uri="{FF2B5EF4-FFF2-40B4-BE49-F238E27FC236}">
                <a16:creationId xmlns:a16="http://schemas.microsoft.com/office/drawing/2014/main" id="{FD455699-2218-9DB9-D907-E04C8F8833F1}"/>
              </a:ext>
            </a:extLst>
          </p:cNvPr>
          <p:cNvSpPr txBox="1"/>
          <p:nvPr/>
        </p:nvSpPr>
        <p:spPr>
          <a:xfrm>
            <a:off x="234577" y="2836233"/>
            <a:ext cx="2857686" cy="2099934"/>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Rohan has experience working with data in the Finance, Retail and Mining industries, he is a strong believer that data drives performance. Rohan is skilled in building data pipelines for transactional and analytical workloads using Google Cloud, AWS and Azure technologies such as GCP, Data Factory and Databricks. Rohan has a great passion for helping businesses reap the benefits of data-driven decision making and collaborating with organisations to use data for the betterment of society. </a:t>
            </a:r>
          </a:p>
        </p:txBody>
      </p:sp>
      <p:grpSp>
        <p:nvGrpSpPr>
          <p:cNvPr id="16" name="Group 15">
            <a:extLst>
              <a:ext uri="{FF2B5EF4-FFF2-40B4-BE49-F238E27FC236}">
                <a16:creationId xmlns:a16="http://schemas.microsoft.com/office/drawing/2014/main" id="{EE6E62F3-C53C-7BD6-4A2D-C76BD4985264}"/>
              </a:ext>
            </a:extLst>
          </p:cNvPr>
          <p:cNvGrpSpPr/>
          <p:nvPr/>
        </p:nvGrpSpPr>
        <p:grpSpPr>
          <a:xfrm>
            <a:off x="3329099" y="4888339"/>
            <a:ext cx="4709988" cy="2203812"/>
            <a:chOff x="3303046" y="6194352"/>
            <a:chExt cx="4709988" cy="2339949"/>
          </a:xfrm>
        </p:grpSpPr>
        <p:grpSp>
          <p:nvGrpSpPr>
            <p:cNvPr id="24" name="Group 23">
              <a:extLst>
                <a:ext uri="{FF2B5EF4-FFF2-40B4-BE49-F238E27FC236}">
                  <a16:creationId xmlns:a16="http://schemas.microsoft.com/office/drawing/2014/main" id="{6690AFD0-73BA-8244-AF9A-23AF695D7D18}"/>
                </a:ext>
              </a:extLst>
            </p:cNvPr>
            <p:cNvGrpSpPr/>
            <p:nvPr/>
          </p:nvGrpSpPr>
          <p:grpSpPr>
            <a:xfrm>
              <a:off x="3428144" y="6441420"/>
              <a:ext cx="4584890" cy="2092881"/>
              <a:chOff x="5023753" y="4494578"/>
              <a:chExt cx="4757437" cy="2092881"/>
            </a:xfrm>
          </p:grpSpPr>
          <p:sp>
            <p:nvSpPr>
              <p:cNvPr id="30" name="TextBox 29">
                <a:extLst>
                  <a:ext uri="{FF2B5EF4-FFF2-40B4-BE49-F238E27FC236}">
                    <a16:creationId xmlns:a16="http://schemas.microsoft.com/office/drawing/2014/main" id="{FE8A1434-DC97-369C-040D-3129883A5D52}"/>
                  </a:ext>
                </a:extLst>
              </p:cNvPr>
              <p:cNvSpPr txBox="1"/>
              <p:nvPr/>
            </p:nvSpPr>
            <p:spPr>
              <a:xfrm>
                <a:off x="5059474" y="4494578"/>
                <a:ext cx="4721716"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Assisted in building change-data-capture pipeline using Pub/Sub, Dataflow &amp; Cloud Functions to move data from AWS Redshift to </a:t>
                </a:r>
                <a:r>
                  <a:rPr lang="en-AU" sz="1000" dirty="0" err="1"/>
                  <a:t>BigQuery</a:t>
                </a:r>
                <a:r>
                  <a:rPr lang="en-AU" sz="1000" dirty="0"/>
                  <a:t>.</a:t>
                </a:r>
              </a:p>
              <a:p>
                <a:r>
                  <a:rPr lang="en-AU" sz="1000" dirty="0"/>
                  <a:t>Implemented CICD pipelines following Google Cloud and Git best practices to deploy data pipelines and infrastructure.</a:t>
                </a:r>
              </a:p>
              <a:p>
                <a:r>
                  <a:rPr lang="en-AU" sz="1000" dirty="0"/>
                  <a:t>Worked closely with the Data teams to set up Exchanges and listings for data sharing as a part of the Data Mesh initiative.</a:t>
                </a:r>
              </a:p>
              <a:p>
                <a:r>
                  <a:rPr lang="en-AU" sz="1000" dirty="0"/>
                  <a:t>Implemented changes to GCP folders, project and resource layout using Terraform to mirror organizational structure and data mesh design. </a:t>
                </a:r>
              </a:p>
              <a:p>
                <a:r>
                  <a:rPr lang="en-AU" sz="1000" dirty="0"/>
                  <a:t>Assisted stakeholders in setting up GCP organization and project level policies via Terraform.</a:t>
                </a:r>
              </a:p>
              <a:p>
                <a:r>
                  <a:rPr lang="en-AU" sz="1000" dirty="0"/>
                  <a:t>Imported existing resources into Terraform to setup </a:t>
                </a:r>
                <a:r>
                  <a:rPr lang="en-AU" sz="1000" dirty="0" err="1"/>
                  <a:t>IaC</a:t>
                </a:r>
                <a:r>
                  <a:rPr lang="en-AU" sz="1000" dirty="0"/>
                  <a:t> for all resources that were created manually.</a:t>
                </a:r>
              </a:p>
              <a:p>
                <a:endParaRPr lang="en-AU" sz="1000" dirty="0"/>
              </a:p>
            </p:txBody>
          </p:sp>
          <p:cxnSp>
            <p:nvCxnSpPr>
              <p:cNvPr id="31" name="Straight Connector 30">
                <a:extLst>
                  <a:ext uri="{FF2B5EF4-FFF2-40B4-BE49-F238E27FC236}">
                    <a16:creationId xmlns:a16="http://schemas.microsoft.com/office/drawing/2014/main" id="{F570D2AD-C214-2E5F-A06B-922080C78CDD}"/>
                  </a:ext>
                </a:extLst>
              </p:cNvPr>
              <p:cNvCxnSpPr>
                <a:cxnSpLocks/>
              </p:cNvCxnSpPr>
              <p:nvPr/>
            </p:nvCxnSpPr>
            <p:spPr>
              <a:xfrm>
                <a:off x="5023753" y="4579160"/>
                <a:ext cx="0" cy="1780301"/>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29C763A0-36F5-7EEC-80B3-A13AC332CE2D}"/>
                </a:ext>
              </a:extLst>
            </p:cNvPr>
            <p:cNvSpPr txBox="1"/>
            <p:nvPr/>
          </p:nvSpPr>
          <p:spPr>
            <a:xfrm>
              <a:off x="3303046" y="6194352"/>
              <a:ext cx="4214700" cy="294110"/>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Large Australian Online Retailer – GCP Data Engineer </a:t>
              </a:r>
              <a:endParaRPr lang="en-AU" sz="1200" b="1" dirty="0">
                <a:solidFill>
                  <a:srgbClr val="A93584"/>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2.xml><?xml version="1.0" encoding="utf-8"?>
<ds:datastoreItem xmlns:ds="http://schemas.openxmlformats.org/officeDocument/2006/customXml" ds:itemID="{E502F403-84A9-4669-B951-7421C251C18B}"/>
</file>

<file path=customXml/itemProps3.xml><?xml version="1.0" encoding="utf-8"?>
<ds:datastoreItem xmlns:ds="http://schemas.openxmlformats.org/officeDocument/2006/customXml" ds:itemID="{5DED3751-8046-450E-BBF0-0C652FE3CD2B}">
  <ds:schemaRefs>
    <ds:schemaRef ds:uri="http://purl.org/dc/elements/1.1/"/>
    <ds:schemaRef ds:uri="http://purl.org/dc/terms/"/>
    <ds:schemaRef ds:uri="6b920ebc-3252-4293-abd7-b10e8ed2381a"/>
    <ds:schemaRef ds:uri="http://schemas.microsoft.com/office/infopath/2007/PartnerControls"/>
    <ds:schemaRef ds:uri="http://purl.org/dc/dcmitype/"/>
    <ds:schemaRef ds:uri="http://www.w3.org/XML/1998/namespace"/>
    <ds:schemaRef ds:uri="6230feca-9d7b-41a9-b53d-d6f1bbda9326"/>
    <ds:schemaRef ds:uri="http://schemas.microsoft.com/office/2006/documentManagement/type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3848</TotalTime>
  <Words>510</Words>
  <Application>Microsoft Office PowerPoint</Application>
  <PresentationFormat>Custom</PresentationFormat>
  <Paragraphs>70</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Calibri Light</vt:lpstr>
      <vt:lpstr>Libre Caslon Text</vt:lpstr>
      <vt:lpstr>Roboto</vt:lpstr>
      <vt:lpstr>Roboto Light</vt:lpstr>
      <vt:lpstr>Symbol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93</cp:revision>
  <dcterms:created xsi:type="dcterms:W3CDTF">2019-12-03T01:50:37Z</dcterms:created>
  <dcterms:modified xsi:type="dcterms:W3CDTF">2023-08-01T00:34:21Z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