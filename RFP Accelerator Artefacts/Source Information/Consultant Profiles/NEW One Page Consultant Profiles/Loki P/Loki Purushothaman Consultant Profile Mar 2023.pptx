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A7A93B-5223-4BE6-B3EA-42DE2F0AE0D2}" v="2" dt="2023-03-20T22:55:24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5595"/>
  </p:normalViewPr>
  <p:slideViewPr>
    <p:cSldViewPr snapToGrid="0" snapToObjects="1">
      <p:cViewPr varScale="1">
        <p:scale>
          <a:sx n="101" d="100"/>
          <a:sy n="101" d="100"/>
        </p:scale>
        <p:origin x="2148" y="-12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Loki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Purushothaman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34577" y="1560956"/>
            <a:ext cx="2794374" cy="36388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Loki is a skilled Data, Analytics and Insights engineer with expertise in building Data Science/Data Engineered products and deploying them to production. 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Having completed a Masters of Science, Data &amp; Innovation Loki has proven excellence in proposing data-driven solutions to business problems at various levels of leadership, simplifying report complexity, decluttering visualisations, and mining hidden gems in datasets. His recent certification as a Google Cloud Certified Professional Data Engineer has enabled him to advance is skills in cloud across all three clouds, AWS, Azure and GCP. 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Loki is a great communicator and demonstrates high level interpersonal skills and excellence to solve complex problems.</a:t>
            </a: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Java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Windows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iOS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Git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Node JS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CDK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Redshift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81125"/>
            <a:ext cx="0" cy="1799054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964735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48397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Entertainment &amp; Gaming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 Sector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 dirty="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180179"/>
            <a:ext cx="1951941" cy="3046988"/>
            <a:chOff x="8106458" y="2681447"/>
            <a:chExt cx="1951941" cy="304698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Master - Science, Data &amp; Innovation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University of Technology, Sydney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- Engineering, Electronics &amp; Communications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Anna University, India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61806" y="5183498"/>
            <a:ext cx="4642275" cy="2523768"/>
            <a:chOff x="3335753" y="5049650"/>
            <a:chExt cx="4642275" cy="2523768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28144" y="5326649"/>
              <a:ext cx="4549884" cy="2246769"/>
              <a:chOff x="5030740" y="2225627"/>
              <a:chExt cx="4859979" cy="224676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225627"/>
                <a:ext cx="4831245" cy="2246769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Migrated Talend workloads to Azure Data Factory, to help decommission the existing on-prem systems and move into Azure cloud.</a:t>
                </a:r>
              </a:p>
              <a:p>
                <a:r>
                  <a:rPr lang="en-AU" sz="1000" dirty="0"/>
                  <a:t>Extensively utilised Azure Data Bricks for data munging. Used the medallion architecture solution to develop a centralised </a:t>
                </a:r>
                <a:r>
                  <a:rPr lang="en-AU" sz="1000" dirty="0" err="1"/>
                  <a:t>DataLake</a:t>
                </a:r>
                <a:r>
                  <a:rPr lang="en-AU" sz="1000" dirty="0"/>
                  <a:t>.</a:t>
                </a:r>
              </a:p>
              <a:p>
                <a:r>
                  <a:rPr lang="en-AU" sz="1000" dirty="0"/>
                  <a:t>Architected data platform using Azure Blob and Azure Databricks Build data pipeline to communicate with external APIs using TypeScript and NodeJS in AWS </a:t>
                </a:r>
              </a:p>
              <a:p>
                <a:r>
                  <a:rPr lang="en-AU" sz="1000" dirty="0"/>
                  <a:t>Used CDK to manage infrastructure as code and enable, deploy personal stacks for test and development before deploying to production using GitHub Actions for CI/CD </a:t>
                </a:r>
              </a:p>
              <a:p>
                <a:r>
                  <a:rPr lang="en-AU" sz="1000" dirty="0"/>
                  <a:t>Polled data from external API using AWS Lambda, push it to MQTT, Kinesis and load into </a:t>
                </a:r>
                <a:r>
                  <a:rPr lang="en-AU" sz="1000" dirty="0" err="1"/>
                  <a:t>Influxdb</a:t>
                </a:r>
                <a:r>
                  <a:rPr lang="en-AU" sz="1000" dirty="0"/>
                  <a:t> for visualizing in Grafana in real-time</a:t>
                </a:r>
              </a:p>
              <a:p>
                <a:r>
                  <a:rPr lang="en-AU" sz="1000" dirty="0"/>
                  <a:t>Created internal APIs for project team to be able to communicate with external APIs securely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294036"/>
                <a:ext cx="0" cy="2094088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5049650"/>
              <a:ext cx="3526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Energy Sector Organisation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5" y="5747849"/>
            <a:ext cx="1528457" cy="24468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Amazon Web Services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Science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Deep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Statistical Methods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Structures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Network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28696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Entertainment &amp; Gaming Organisation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1" y="1305422"/>
            <a:ext cx="4549073" cy="193899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en-AU" sz="1000" dirty="0">
                <a:solidFill>
                  <a:schemeClr val="bg1"/>
                </a:solidFill>
              </a:rPr>
              <a:t>Established and managed Corporate Data Warehouse migration from an on-premise Sybase IQ database to the Google Cloud Platform. </a:t>
            </a:r>
          </a:p>
          <a:p>
            <a:r>
              <a:rPr lang="en-US" sz="1000" dirty="0">
                <a:solidFill>
                  <a:schemeClr val="bg1"/>
                </a:solidFill>
              </a:rPr>
              <a:t>Architect, solution design and build a robust daily data ingestion pipeline from Crown source system data repositories to GCP</a:t>
            </a:r>
            <a:endParaRPr lang="en-AU" sz="1000" dirty="0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</a:rPr>
              <a:t>Project involved migration of over 1000 tables, and 700 stored procedures in Sybase to Google </a:t>
            </a:r>
            <a:r>
              <a:rPr lang="en-AU" sz="1000" dirty="0" err="1">
                <a:solidFill>
                  <a:schemeClr val="bg1"/>
                </a:solidFill>
              </a:rPr>
              <a:t>BigQuery</a:t>
            </a:r>
            <a:r>
              <a:rPr lang="en-AU" sz="1000" dirty="0">
                <a:solidFill>
                  <a:schemeClr val="bg1"/>
                </a:solidFill>
              </a:rPr>
              <a:t>. </a:t>
            </a:r>
          </a:p>
          <a:p>
            <a:r>
              <a:rPr lang="en-AU" sz="1000" dirty="0">
                <a:solidFill>
                  <a:schemeClr val="bg1"/>
                </a:solidFill>
              </a:rPr>
              <a:t>Extracted the data object relationships of the tables, views, stored procedures, and Informatica workflows. Set up an easy-to-use graph analysis system to track the data lineage and their clustering relationship. </a:t>
            </a:r>
          </a:p>
          <a:p>
            <a:r>
              <a:rPr lang="en-AU" sz="1000" dirty="0">
                <a:solidFill>
                  <a:schemeClr val="bg1"/>
                </a:solidFill>
              </a:rPr>
              <a:t>Reduced the technical risk and paved the way for smooth project delivery. </a:t>
            </a:r>
          </a:p>
          <a:p>
            <a:r>
              <a:rPr lang="en-AU" sz="1000" dirty="0">
                <a:solidFill>
                  <a:schemeClr val="bg1"/>
                </a:solidFill>
              </a:rPr>
              <a:t>As a GCP data specialized partner, this project was one of the very first implementations of a solution using Google Cloud </a:t>
            </a:r>
            <a:r>
              <a:rPr lang="en-AU" sz="1000" dirty="0" err="1">
                <a:solidFill>
                  <a:schemeClr val="bg1"/>
                </a:solidFill>
              </a:rPr>
              <a:t>Eventarc</a:t>
            </a:r>
            <a:r>
              <a:rPr lang="en-AU" sz="1000" dirty="0">
                <a:solidFill>
                  <a:schemeClr val="bg1"/>
                </a:solidFill>
              </a:rPr>
              <a:t> in Australia.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29099" y="3206314"/>
            <a:ext cx="4709988" cy="2032172"/>
            <a:chOff x="3303046" y="6194352"/>
            <a:chExt cx="4709988" cy="203217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1785104"/>
              <a:chOff x="5023753" y="4494578"/>
              <a:chExt cx="4757437" cy="1785104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1785104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Gathered data from internal sources by quickly assimilating business and subject expertise, and useful external data to complement the features for machine learning models.</a:t>
                </a:r>
              </a:p>
              <a:p>
                <a:r>
                  <a:rPr lang="en-AU" sz="1000" dirty="0"/>
                  <a:t>Enhanced the performance of queries used by the Data Science team, yielding ~70% improvement in processing time over 10+ TB data, while reducing memory usage by two-thirds, by implementing CTEs and SQL windowing functionality in place of sub-query-based structures</a:t>
                </a:r>
              </a:p>
              <a:p>
                <a:r>
                  <a:rPr lang="en-AU" sz="1000" dirty="0"/>
                  <a:t>Implemented and structured branching and merging strategies on version control and facilitated CICD of pipelines.</a:t>
                </a:r>
              </a:p>
              <a:p>
                <a:r>
                  <a:rPr lang="en-AU" sz="1000" dirty="0"/>
                  <a:t>Reverse-engineered a complex and manually maintained business artefact from parcel movement transactional data, revealing unseen insights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1569113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3526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Major Australian Logistics </a:t>
              </a:r>
              <a:r>
                <a:rPr lang="en-US" sz="1200" b="1" dirty="0" err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478DA3-8619-44AC-B7A5-22463220EFEA}"/>
</file>

<file path=customXml/itemProps2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ED3751-8046-450E-BBF0-0C652FE3CD2B}">
  <ds:schemaRefs>
    <ds:schemaRef ds:uri="http://purl.org/dc/elements/1.1/"/>
    <ds:schemaRef ds:uri="http://purl.org/dc/terms/"/>
    <ds:schemaRef ds:uri="6b920ebc-3252-4293-abd7-b10e8ed2381a"/>
    <ds:schemaRef ds:uri="http://schemas.microsoft.com/office/infopath/2007/PartnerControls"/>
    <ds:schemaRef ds:uri="http://purl.org/dc/dcmitype/"/>
    <ds:schemaRef ds:uri="http://www.w3.org/XML/1998/namespace"/>
    <ds:schemaRef ds:uri="6230feca-9d7b-41a9-b53d-d6f1bbda9326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3504</TotalTime>
  <Words>590</Words>
  <Application>Microsoft Office PowerPoint</Application>
  <PresentationFormat>Custom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92</cp:revision>
  <dcterms:created xsi:type="dcterms:W3CDTF">2019-12-03T01:50:37Z</dcterms:created>
  <dcterms:modified xsi:type="dcterms:W3CDTF">2023-03-21T00:24:28Z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