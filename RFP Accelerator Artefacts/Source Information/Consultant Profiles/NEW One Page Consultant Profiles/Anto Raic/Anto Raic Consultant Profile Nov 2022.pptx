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9" r:id="rId4"/>
  </p:sldMasterIdLst>
  <p:sldIdLst>
    <p:sldId id="270" r:id="rId5"/>
  </p:sldIdLst>
  <p:sldSz cx="10058400" cy="7772400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48" userDrawn="1">
          <p15:clr>
            <a:srgbClr val="A4A3A4"/>
          </p15:clr>
        </p15:guide>
        <p15:guide id="2" pos="3168" userDrawn="1">
          <p15:clr>
            <a:srgbClr val="A4A3A4"/>
          </p15:clr>
        </p15:guide>
        <p15:guide id="3" pos="311" userDrawn="1">
          <p15:clr>
            <a:srgbClr val="A4A3A4"/>
          </p15:clr>
        </p15:guide>
        <p15:guide id="4" pos="5994" userDrawn="1">
          <p15:clr>
            <a:srgbClr val="A4A3A4"/>
          </p15:clr>
        </p15:guide>
        <p15:guide id="5" orient="horz" pos="148" userDrawn="1">
          <p15:clr>
            <a:srgbClr val="A4A3A4"/>
          </p15:clr>
        </p15:guide>
        <p15:guide id="6" orient="horz" pos="474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7D31"/>
    <a:srgbClr val="A93584"/>
    <a:srgbClr val="0F2B3F"/>
    <a:srgbClr val="0059FF"/>
    <a:srgbClr val="00AB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D47BD3C-A518-406A-9325-B545D64A47FD}" v="3" dt="2022-11-21T23:06:20.57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602"/>
    <p:restoredTop sz="96240" autoAdjust="0"/>
  </p:normalViewPr>
  <p:slideViewPr>
    <p:cSldViewPr snapToGrid="0">
      <p:cViewPr varScale="1">
        <p:scale>
          <a:sx n="98" d="100"/>
          <a:sy n="98" d="100"/>
        </p:scale>
        <p:origin x="1674" y="72"/>
      </p:cViewPr>
      <p:guideLst>
        <p:guide orient="horz" pos="2448"/>
        <p:guide pos="3168"/>
        <p:guide pos="311"/>
        <p:guide pos="5994"/>
        <p:guide orient="horz" pos="148"/>
        <p:guide orient="horz" pos="474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1.xml"/><Relationship Id="rId10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rcy Roach" userId="ba676ee9-e9b4-49e8-a515-8077106c948d" providerId="ADAL" clId="{D3A298CB-B0BE-4541-8EF6-3D237E9E8C2A}"/>
    <pc:docChg chg="undo custSel modSld">
      <pc:chgData name="Darcy Roach" userId="ba676ee9-e9b4-49e8-a515-8077106c948d" providerId="ADAL" clId="{D3A298CB-B0BE-4541-8EF6-3D237E9E8C2A}" dt="2022-11-15T04:39:56.468" v="1180" actId="20577"/>
      <pc:docMkLst>
        <pc:docMk/>
      </pc:docMkLst>
      <pc:sldChg chg="addSp delSp modSp mod">
        <pc:chgData name="Darcy Roach" userId="ba676ee9-e9b4-49e8-a515-8077106c948d" providerId="ADAL" clId="{D3A298CB-B0BE-4541-8EF6-3D237E9E8C2A}" dt="2022-11-15T04:39:56.468" v="1180" actId="20577"/>
        <pc:sldMkLst>
          <pc:docMk/>
          <pc:sldMk cId="2009923557" sldId="270"/>
        </pc:sldMkLst>
        <pc:spChg chg="del">
          <ac:chgData name="Darcy Roach" userId="ba676ee9-e9b4-49e8-a515-8077106c948d" providerId="ADAL" clId="{D3A298CB-B0BE-4541-8EF6-3D237E9E8C2A}" dt="2022-11-15T04:11:06.533" v="648" actId="478"/>
          <ac:spMkLst>
            <pc:docMk/>
            <pc:sldMk cId="2009923557" sldId="270"/>
            <ac:spMk id="2" creationId="{2FA774CA-3857-9308-4D38-9414B0CC2B95}"/>
          </ac:spMkLst>
        </pc:spChg>
        <pc:spChg chg="mod">
          <ac:chgData name="Darcy Roach" userId="ba676ee9-e9b4-49e8-a515-8077106c948d" providerId="ADAL" clId="{D3A298CB-B0BE-4541-8EF6-3D237E9E8C2A}" dt="2022-11-15T03:49:34.535" v="369" actId="20577"/>
          <ac:spMkLst>
            <pc:docMk/>
            <pc:sldMk cId="2009923557" sldId="270"/>
            <ac:spMk id="4" creationId="{80F49B2F-21D4-F9EB-049F-717A10CB7D84}"/>
          </ac:spMkLst>
        </pc:spChg>
        <pc:spChg chg="mod">
          <ac:chgData name="Darcy Roach" userId="ba676ee9-e9b4-49e8-a515-8077106c948d" providerId="ADAL" clId="{D3A298CB-B0BE-4541-8EF6-3D237E9E8C2A}" dt="2022-11-15T04:31:16.523" v="904" actId="1076"/>
          <ac:spMkLst>
            <pc:docMk/>
            <pc:sldMk cId="2009923557" sldId="270"/>
            <ac:spMk id="6" creationId="{701E125D-B356-8A2A-B86B-AB6567CEABE1}"/>
          </ac:spMkLst>
        </pc:spChg>
        <pc:spChg chg="mod">
          <ac:chgData name="Darcy Roach" userId="ba676ee9-e9b4-49e8-a515-8077106c948d" providerId="ADAL" clId="{D3A298CB-B0BE-4541-8EF6-3D237E9E8C2A}" dt="2022-11-15T04:31:16.523" v="904" actId="1076"/>
          <ac:spMkLst>
            <pc:docMk/>
            <pc:sldMk cId="2009923557" sldId="270"/>
            <ac:spMk id="8" creationId="{59FEB941-5146-6B10-4E4D-8A4ADE918AEF}"/>
          </ac:spMkLst>
        </pc:spChg>
        <pc:spChg chg="del topLvl">
          <ac:chgData name="Darcy Roach" userId="ba676ee9-e9b4-49e8-a515-8077106c948d" providerId="ADAL" clId="{D3A298CB-B0BE-4541-8EF6-3D237E9E8C2A}" dt="2022-11-15T04:10:59.979" v="646" actId="478"/>
          <ac:spMkLst>
            <pc:docMk/>
            <pc:sldMk cId="2009923557" sldId="270"/>
            <ac:spMk id="10" creationId="{06312B81-BCF1-2796-C112-3DBE0E02F483}"/>
          </ac:spMkLst>
        </pc:spChg>
        <pc:spChg chg="del">
          <ac:chgData name="Darcy Roach" userId="ba676ee9-e9b4-49e8-a515-8077106c948d" providerId="ADAL" clId="{D3A298CB-B0BE-4541-8EF6-3D237E9E8C2A}" dt="2022-11-15T03:05:05.449" v="79" actId="478"/>
          <ac:spMkLst>
            <pc:docMk/>
            <pc:sldMk cId="2009923557" sldId="270"/>
            <ac:spMk id="12" creationId="{05BEA2A7-F2F4-D7C4-273B-94784BBDC7E2}"/>
          </ac:spMkLst>
        </pc:spChg>
        <pc:spChg chg="mod">
          <ac:chgData name="Darcy Roach" userId="ba676ee9-e9b4-49e8-a515-8077106c948d" providerId="ADAL" clId="{D3A298CB-B0BE-4541-8EF6-3D237E9E8C2A}" dt="2022-11-15T02:34:11.086" v="22" actId="20577"/>
          <ac:spMkLst>
            <pc:docMk/>
            <pc:sldMk cId="2009923557" sldId="270"/>
            <ac:spMk id="13" creationId="{FD2720C9-A79F-BD7F-E179-674AD67D7892}"/>
          </ac:spMkLst>
        </pc:spChg>
        <pc:spChg chg="del mod">
          <ac:chgData name="Darcy Roach" userId="ba676ee9-e9b4-49e8-a515-8077106c948d" providerId="ADAL" clId="{D3A298CB-B0BE-4541-8EF6-3D237E9E8C2A}" dt="2022-11-15T03:05:03.645" v="78" actId="21"/>
          <ac:spMkLst>
            <pc:docMk/>
            <pc:sldMk cId="2009923557" sldId="270"/>
            <ac:spMk id="17" creationId="{1BDE5051-9F34-F139-742D-4450E5D6591E}"/>
          </ac:spMkLst>
        </pc:spChg>
        <pc:spChg chg="mod">
          <ac:chgData name="Darcy Roach" userId="ba676ee9-e9b4-49e8-a515-8077106c948d" providerId="ADAL" clId="{D3A298CB-B0BE-4541-8EF6-3D237E9E8C2A}" dt="2022-11-15T04:39:56.468" v="1180" actId="20577"/>
          <ac:spMkLst>
            <pc:docMk/>
            <pc:sldMk cId="2009923557" sldId="270"/>
            <ac:spMk id="19" creationId="{7513C49A-2DF2-8111-FED4-FC07A8EAD258}"/>
          </ac:spMkLst>
        </pc:spChg>
        <pc:spChg chg="mod">
          <ac:chgData name="Darcy Roach" userId="ba676ee9-e9b4-49e8-a515-8077106c948d" providerId="ADAL" clId="{D3A298CB-B0BE-4541-8EF6-3D237E9E8C2A}" dt="2022-11-15T02:43:51.863" v="29" actId="20577"/>
          <ac:spMkLst>
            <pc:docMk/>
            <pc:sldMk cId="2009923557" sldId="270"/>
            <ac:spMk id="22" creationId="{9D4E289E-1D52-CBDD-E381-40963429D7F1}"/>
          </ac:spMkLst>
        </pc:spChg>
        <pc:spChg chg="mod">
          <ac:chgData name="Darcy Roach" userId="ba676ee9-e9b4-49e8-a515-8077106c948d" providerId="ADAL" clId="{D3A298CB-B0BE-4541-8EF6-3D237E9E8C2A}" dt="2022-11-15T04:05:02.778" v="446" actId="20577"/>
          <ac:spMkLst>
            <pc:docMk/>
            <pc:sldMk cId="2009923557" sldId="270"/>
            <ac:spMk id="26" creationId="{1A3D666D-00C8-D106-73C3-9FF300F8618C}"/>
          </ac:spMkLst>
        </pc:spChg>
        <pc:spChg chg="mod">
          <ac:chgData name="Darcy Roach" userId="ba676ee9-e9b4-49e8-a515-8077106c948d" providerId="ADAL" clId="{D3A298CB-B0BE-4541-8EF6-3D237E9E8C2A}" dt="2022-11-15T04:31:16.523" v="904" actId="1076"/>
          <ac:spMkLst>
            <pc:docMk/>
            <pc:sldMk cId="2009923557" sldId="270"/>
            <ac:spMk id="28" creationId="{6059F888-3BDF-A1C0-65E5-CB6FDD43D97C}"/>
          </ac:spMkLst>
        </pc:spChg>
        <pc:spChg chg="add mod">
          <ac:chgData name="Darcy Roach" userId="ba676ee9-e9b4-49e8-a515-8077106c948d" providerId="ADAL" clId="{D3A298CB-B0BE-4541-8EF6-3D237E9E8C2A}" dt="2022-11-15T03:15:35.484" v="238" actId="20577"/>
          <ac:spMkLst>
            <pc:docMk/>
            <pc:sldMk cId="2009923557" sldId="270"/>
            <ac:spMk id="34" creationId="{43536914-D7FE-0F22-C18B-A5D89F6503CF}"/>
          </ac:spMkLst>
        </pc:spChg>
        <pc:spChg chg="add mod">
          <ac:chgData name="Darcy Roach" userId="ba676ee9-e9b4-49e8-a515-8077106c948d" providerId="ADAL" clId="{D3A298CB-B0BE-4541-8EF6-3D237E9E8C2A}" dt="2022-11-15T03:15:43.016" v="239" actId="1076"/>
          <ac:spMkLst>
            <pc:docMk/>
            <pc:sldMk cId="2009923557" sldId="270"/>
            <ac:spMk id="36" creationId="{D342889C-40F5-2629-E6A3-817A5EECED67}"/>
          </ac:spMkLst>
        </pc:spChg>
        <pc:spChg chg="mod">
          <ac:chgData name="Darcy Roach" userId="ba676ee9-e9b4-49e8-a515-8077106c948d" providerId="ADAL" clId="{D3A298CB-B0BE-4541-8EF6-3D237E9E8C2A}" dt="2022-11-15T04:39:12.006" v="1176" actId="20577"/>
          <ac:spMkLst>
            <pc:docMk/>
            <pc:sldMk cId="2009923557" sldId="270"/>
            <ac:spMk id="38" creationId="{AB47A2EE-BF0B-DB05-8B7C-DB6594B2B3D5}"/>
          </ac:spMkLst>
        </pc:spChg>
        <pc:spChg chg="mod">
          <ac:chgData name="Darcy Roach" userId="ba676ee9-e9b4-49e8-a515-8077106c948d" providerId="ADAL" clId="{D3A298CB-B0BE-4541-8EF6-3D237E9E8C2A}" dt="2022-11-15T04:34:14.316" v="992" actId="1076"/>
          <ac:spMkLst>
            <pc:docMk/>
            <pc:sldMk cId="2009923557" sldId="270"/>
            <ac:spMk id="39" creationId="{3EA81938-6A76-B850-B0E8-A5F905AEBA98}"/>
          </ac:spMkLst>
        </pc:spChg>
        <pc:spChg chg="mod">
          <ac:chgData name="Darcy Roach" userId="ba676ee9-e9b4-49e8-a515-8077106c948d" providerId="ADAL" clId="{D3A298CB-B0BE-4541-8EF6-3D237E9E8C2A}" dt="2022-11-15T04:25:35.464" v="778" actId="20577"/>
          <ac:spMkLst>
            <pc:docMk/>
            <pc:sldMk cId="2009923557" sldId="270"/>
            <ac:spMk id="42" creationId="{8BF88D81-5535-9CA4-E956-E5A6096E59DC}"/>
          </ac:spMkLst>
        </pc:spChg>
        <pc:spChg chg="add mod">
          <ac:chgData name="Darcy Roach" userId="ba676ee9-e9b4-49e8-a515-8077106c948d" providerId="ADAL" clId="{D3A298CB-B0BE-4541-8EF6-3D237E9E8C2A}" dt="2022-11-15T04:31:16.523" v="904" actId="1076"/>
          <ac:spMkLst>
            <pc:docMk/>
            <pc:sldMk cId="2009923557" sldId="270"/>
            <ac:spMk id="44" creationId="{71E8655A-9388-59BA-F0D8-754D1DA66332}"/>
          </ac:spMkLst>
        </pc:spChg>
        <pc:spChg chg="mod">
          <ac:chgData name="Darcy Roach" userId="ba676ee9-e9b4-49e8-a515-8077106c948d" providerId="ADAL" clId="{D3A298CB-B0BE-4541-8EF6-3D237E9E8C2A}" dt="2022-11-15T04:33:38.876" v="990" actId="20577"/>
          <ac:spMkLst>
            <pc:docMk/>
            <pc:sldMk cId="2009923557" sldId="270"/>
            <ac:spMk id="175" creationId="{B9775FC7-7124-8CCA-9B1C-7CCD7D3DF384}"/>
          </ac:spMkLst>
        </pc:spChg>
        <pc:grpChg chg="mod">
          <ac:chgData name="Darcy Roach" userId="ba676ee9-e9b4-49e8-a515-8077106c948d" providerId="ADAL" clId="{D3A298CB-B0BE-4541-8EF6-3D237E9E8C2A}" dt="2022-11-15T04:34:14.316" v="992" actId="1076"/>
          <ac:grpSpMkLst>
            <pc:docMk/>
            <pc:sldMk cId="2009923557" sldId="270"/>
            <ac:grpSpMk id="5" creationId="{980A06B1-0A2F-7DF6-91DB-0F6DFA896A23}"/>
          </ac:grpSpMkLst>
        </pc:grpChg>
        <pc:grpChg chg="mod">
          <ac:chgData name="Darcy Roach" userId="ba676ee9-e9b4-49e8-a515-8077106c948d" providerId="ADAL" clId="{D3A298CB-B0BE-4541-8EF6-3D237E9E8C2A}" dt="2022-11-15T04:31:16.523" v="904" actId="1076"/>
          <ac:grpSpMkLst>
            <pc:docMk/>
            <pc:sldMk cId="2009923557" sldId="270"/>
            <ac:grpSpMk id="18" creationId="{E0B3FDFC-4A78-346F-E1D4-E183BEB90A60}"/>
          </ac:grpSpMkLst>
        </pc:grpChg>
        <pc:grpChg chg="add mod">
          <ac:chgData name="Darcy Roach" userId="ba676ee9-e9b4-49e8-a515-8077106c948d" providerId="ADAL" clId="{D3A298CB-B0BE-4541-8EF6-3D237E9E8C2A}" dt="2022-11-15T04:31:16.523" v="904" actId="1076"/>
          <ac:grpSpMkLst>
            <pc:docMk/>
            <pc:sldMk cId="2009923557" sldId="270"/>
            <ac:grpSpMk id="41" creationId="{69CD73AD-37BE-CE99-424E-8286EA039856}"/>
          </ac:grpSpMkLst>
        </pc:grpChg>
        <pc:grpChg chg="del">
          <ac:chgData name="Darcy Roach" userId="ba676ee9-e9b4-49e8-a515-8077106c948d" providerId="ADAL" clId="{D3A298CB-B0BE-4541-8EF6-3D237E9E8C2A}" dt="2022-11-15T04:10:59.979" v="646" actId="478"/>
          <ac:grpSpMkLst>
            <pc:docMk/>
            <pc:sldMk cId="2009923557" sldId="270"/>
            <ac:grpSpMk id="163" creationId="{E52FDF9F-B084-9074-7DB9-539AD5456487}"/>
          </ac:grpSpMkLst>
        </pc:grpChg>
        <pc:cxnChg chg="del topLvl">
          <ac:chgData name="Darcy Roach" userId="ba676ee9-e9b4-49e8-a515-8077106c948d" providerId="ADAL" clId="{D3A298CB-B0BE-4541-8EF6-3D237E9E8C2A}" dt="2022-11-15T04:11:02.731" v="647" actId="478"/>
          <ac:cxnSpMkLst>
            <pc:docMk/>
            <pc:sldMk cId="2009923557" sldId="270"/>
            <ac:cxnSpMk id="15" creationId="{F87F05F2-DA4C-4F55-A5D0-1887110DF155}"/>
          </ac:cxnSpMkLst>
        </pc:cxnChg>
        <pc:cxnChg chg="mod">
          <ac:chgData name="Darcy Roach" userId="ba676ee9-e9b4-49e8-a515-8077106c948d" providerId="ADAL" clId="{D3A298CB-B0BE-4541-8EF6-3D237E9E8C2A}" dt="2022-11-15T04:26:33.504" v="779" actId="14100"/>
          <ac:cxnSpMkLst>
            <pc:docMk/>
            <pc:sldMk cId="2009923557" sldId="270"/>
            <ac:cxnSpMk id="43" creationId="{6260F2C2-2BAD-8746-08BD-953DBDF86432}"/>
          </ac:cxnSpMkLst>
        </pc:cxnChg>
        <pc:cxnChg chg="mod">
          <ac:chgData name="Darcy Roach" userId="ba676ee9-e9b4-49e8-a515-8077106c948d" providerId="ADAL" clId="{D3A298CB-B0BE-4541-8EF6-3D237E9E8C2A}" dt="2022-11-15T04:39:32.826" v="1177" actId="14100"/>
          <ac:cxnSpMkLst>
            <pc:docMk/>
            <pc:sldMk cId="2009923557" sldId="270"/>
            <ac:cxnSpMk id="170" creationId="{0D51728F-48BB-14BB-256E-5F0C0284BCDF}"/>
          </ac:cxnSpMkLst>
        </pc:cxnChg>
      </pc:sldChg>
    </pc:docChg>
  </pc:docChgLst>
  <pc:docChgLst>
    <pc:chgData name="Andrew Nisbett" userId="2cdcd649-906d-48e9-836a-3bd72dc5b482" providerId="ADAL" clId="{AD47BD3C-A518-406A-9325-B545D64A47FD}"/>
    <pc:docChg chg="undo custSel modSld">
      <pc:chgData name="Andrew Nisbett" userId="2cdcd649-906d-48e9-836a-3bd72dc5b482" providerId="ADAL" clId="{AD47BD3C-A518-406A-9325-B545D64A47FD}" dt="2022-11-21T23:06:31.795" v="931" actId="1036"/>
      <pc:docMkLst>
        <pc:docMk/>
      </pc:docMkLst>
      <pc:sldChg chg="delSp modSp mod">
        <pc:chgData name="Andrew Nisbett" userId="2cdcd649-906d-48e9-836a-3bd72dc5b482" providerId="ADAL" clId="{AD47BD3C-A518-406A-9325-B545D64A47FD}" dt="2022-11-21T23:06:31.795" v="931" actId="1036"/>
        <pc:sldMkLst>
          <pc:docMk/>
          <pc:sldMk cId="2009923557" sldId="270"/>
        </pc:sldMkLst>
        <pc:spChg chg="mod">
          <ac:chgData name="Andrew Nisbett" userId="2cdcd649-906d-48e9-836a-3bd72dc5b482" providerId="ADAL" clId="{AD47BD3C-A518-406A-9325-B545D64A47FD}" dt="2022-11-21T22:37:08.218" v="95" actId="1037"/>
          <ac:spMkLst>
            <pc:docMk/>
            <pc:sldMk cId="2009923557" sldId="270"/>
            <ac:spMk id="4" creationId="{80F49B2F-21D4-F9EB-049F-717A10CB7D84}"/>
          </ac:spMkLst>
        </pc:spChg>
        <pc:spChg chg="mod">
          <ac:chgData name="Andrew Nisbett" userId="2cdcd649-906d-48e9-836a-3bd72dc5b482" providerId="ADAL" clId="{AD47BD3C-A518-406A-9325-B545D64A47FD}" dt="2022-11-21T22:52:02.177" v="888" actId="1036"/>
          <ac:spMkLst>
            <pc:docMk/>
            <pc:sldMk cId="2009923557" sldId="270"/>
            <ac:spMk id="6" creationId="{701E125D-B356-8A2A-B86B-AB6567CEABE1}"/>
          </ac:spMkLst>
        </pc:spChg>
        <pc:spChg chg="mod">
          <ac:chgData name="Andrew Nisbett" userId="2cdcd649-906d-48e9-836a-3bd72dc5b482" providerId="ADAL" clId="{AD47BD3C-A518-406A-9325-B545D64A47FD}" dt="2022-11-21T22:52:02.177" v="888" actId="1036"/>
          <ac:spMkLst>
            <pc:docMk/>
            <pc:sldMk cId="2009923557" sldId="270"/>
            <ac:spMk id="8" creationId="{59FEB941-5146-6B10-4E4D-8A4ADE918AEF}"/>
          </ac:spMkLst>
        </pc:spChg>
        <pc:spChg chg="mod topLvl">
          <ac:chgData name="Andrew Nisbett" userId="2cdcd649-906d-48e9-836a-3bd72dc5b482" providerId="ADAL" clId="{AD47BD3C-A518-406A-9325-B545D64A47FD}" dt="2022-11-21T23:06:31.795" v="931" actId="1036"/>
          <ac:spMkLst>
            <pc:docMk/>
            <pc:sldMk cId="2009923557" sldId="270"/>
            <ac:spMk id="19" creationId="{7513C49A-2DF2-8111-FED4-FC07A8EAD258}"/>
          </ac:spMkLst>
        </pc:spChg>
        <pc:spChg chg="mod">
          <ac:chgData name="Andrew Nisbett" userId="2cdcd649-906d-48e9-836a-3bd72dc5b482" providerId="ADAL" clId="{AD47BD3C-A518-406A-9325-B545D64A47FD}" dt="2022-11-21T22:37:04.307" v="94" actId="14100"/>
          <ac:spMkLst>
            <pc:docMk/>
            <pc:sldMk cId="2009923557" sldId="270"/>
            <ac:spMk id="26" creationId="{1A3D666D-00C8-D106-73C3-9FF300F8618C}"/>
          </ac:spMkLst>
        </pc:spChg>
        <pc:spChg chg="mod">
          <ac:chgData name="Andrew Nisbett" userId="2cdcd649-906d-48e9-836a-3bd72dc5b482" providerId="ADAL" clId="{AD47BD3C-A518-406A-9325-B545D64A47FD}" dt="2022-11-21T23:06:31.795" v="931" actId="1036"/>
          <ac:spMkLst>
            <pc:docMk/>
            <pc:sldMk cId="2009923557" sldId="270"/>
            <ac:spMk id="28" creationId="{6059F888-3BDF-A1C0-65E5-CB6FDD43D97C}"/>
          </ac:spMkLst>
        </pc:spChg>
        <pc:spChg chg="mod">
          <ac:chgData name="Andrew Nisbett" userId="2cdcd649-906d-48e9-836a-3bd72dc5b482" providerId="ADAL" clId="{AD47BD3C-A518-406A-9325-B545D64A47FD}" dt="2022-11-21T23:06:13.238" v="928" actId="20577"/>
          <ac:spMkLst>
            <pc:docMk/>
            <pc:sldMk cId="2009923557" sldId="270"/>
            <ac:spMk id="34" creationId="{43536914-D7FE-0F22-C18B-A5D89F6503CF}"/>
          </ac:spMkLst>
        </pc:spChg>
        <pc:spChg chg="mod topLvl">
          <ac:chgData name="Andrew Nisbett" userId="2cdcd649-906d-48e9-836a-3bd72dc5b482" providerId="ADAL" clId="{AD47BD3C-A518-406A-9325-B545D64A47FD}" dt="2022-11-21T22:52:16.609" v="902" actId="1036"/>
          <ac:spMkLst>
            <pc:docMk/>
            <pc:sldMk cId="2009923557" sldId="270"/>
            <ac:spMk id="42" creationId="{8BF88D81-5535-9CA4-E956-E5A6096E59DC}"/>
          </ac:spMkLst>
        </pc:spChg>
        <pc:spChg chg="mod">
          <ac:chgData name="Andrew Nisbett" userId="2cdcd649-906d-48e9-836a-3bd72dc5b482" providerId="ADAL" clId="{AD47BD3C-A518-406A-9325-B545D64A47FD}" dt="2022-11-21T22:52:11.799" v="891" actId="1035"/>
          <ac:spMkLst>
            <pc:docMk/>
            <pc:sldMk cId="2009923557" sldId="270"/>
            <ac:spMk id="44" creationId="{71E8655A-9388-59BA-F0D8-754D1DA66332}"/>
          </ac:spMkLst>
        </pc:spChg>
        <pc:grpChg chg="del mod">
          <ac:chgData name="Andrew Nisbett" userId="2cdcd649-906d-48e9-836a-3bd72dc5b482" providerId="ADAL" clId="{AD47BD3C-A518-406A-9325-B545D64A47FD}" dt="2022-11-21T22:37:54.365" v="103" actId="165"/>
          <ac:grpSpMkLst>
            <pc:docMk/>
            <pc:sldMk cId="2009923557" sldId="270"/>
            <ac:grpSpMk id="18" creationId="{E0B3FDFC-4A78-346F-E1D4-E183BEB90A60}"/>
          </ac:grpSpMkLst>
        </pc:grpChg>
        <pc:grpChg chg="del">
          <ac:chgData name="Andrew Nisbett" userId="2cdcd649-906d-48e9-836a-3bd72dc5b482" providerId="ADAL" clId="{AD47BD3C-A518-406A-9325-B545D64A47FD}" dt="2022-11-21T22:38:22.370" v="116" actId="165"/>
          <ac:grpSpMkLst>
            <pc:docMk/>
            <pc:sldMk cId="2009923557" sldId="270"/>
            <ac:grpSpMk id="41" creationId="{69CD73AD-37BE-CE99-424E-8286EA039856}"/>
          </ac:grpSpMkLst>
        </pc:grpChg>
        <pc:cxnChg chg="mod">
          <ac:chgData name="Andrew Nisbett" userId="2cdcd649-906d-48e9-836a-3bd72dc5b482" providerId="ADAL" clId="{AD47BD3C-A518-406A-9325-B545D64A47FD}" dt="2022-11-21T22:52:08.555" v="890" actId="14100"/>
          <ac:cxnSpMkLst>
            <pc:docMk/>
            <pc:sldMk cId="2009923557" sldId="270"/>
            <ac:cxnSpMk id="3" creationId="{67C34E10-2CF8-9BCA-1CC6-D78A3FF9CA80}"/>
          </ac:cxnSpMkLst>
        </pc:cxnChg>
        <pc:cxnChg chg="mod topLvl">
          <ac:chgData name="Andrew Nisbett" userId="2cdcd649-906d-48e9-836a-3bd72dc5b482" providerId="ADAL" clId="{AD47BD3C-A518-406A-9325-B545D64A47FD}" dt="2022-11-21T23:06:31.795" v="931" actId="1036"/>
          <ac:cxnSpMkLst>
            <pc:docMk/>
            <pc:sldMk cId="2009923557" sldId="270"/>
            <ac:cxnSpMk id="21" creationId="{B0913DE4-461D-CE43-AABC-C4B3D7D22F45}"/>
          </ac:cxnSpMkLst>
        </pc:cxnChg>
        <pc:cxnChg chg="mod">
          <ac:chgData name="Andrew Nisbett" userId="2cdcd649-906d-48e9-836a-3bd72dc5b482" providerId="ADAL" clId="{AD47BD3C-A518-406A-9325-B545D64A47FD}" dt="2022-11-21T22:37:23.017" v="102" actId="1037"/>
          <ac:cxnSpMkLst>
            <pc:docMk/>
            <pc:sldMk cId="2009923557" sldId="270"/>
            <ac:cxnSpMk id="27" creationId="{FA56C067-11D9-4FE3-B97E-743BDA13E1DD}"/>
          </ac:cxnSpMkLst>
        </pc:cxnChg>
        <pc:cxnChg chg="mod topLvl">
          <ac:chgData name="Andrew Nisbett" userId="2cdcd649-906d-48e9-836a-3bd72dc5b482" providerId="ADAL" clId="{AD47BD3C-A518-406A-9325-B545D64A47FD}" dt="2022-11-21T22:52:20.742" v="905" actId="14100"/>
          <ac:cxnSpMkLst>
            <pc:docMk/>
            <pc:sldMk cId="2009923557" sldId="270"/>
            <ac:cxnSpMk id="43" creationId="{6260F2C2-2BAD-8746-08BD-953DBDF86432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1272013"/>
            <a:ext cx="8549640" cy="2705947"/>
          </a:xfrm>
        </p:spPr>
        <p:txBody>
          <a:bodyPr anchor="b"/>
          <a:lstStyle>
            <a:lvl1pPr algn="ctr">
              <a:defRPr sz="6599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57300" y="4082310"/>
            <a:ext cx="7543800" cy="1876530"/>
          </a:xfrm>
        </p:spPr>
        <p:txBody>
          <a:bodyPr/>
          <a:lstStyle>
            <a:lvl1pPr marL="0" indent="0" algn="ctr">
              <a:buNone/>
              <a:defRPr sz="2640"/>
            </a:lvl1pPr>
            <a:lvl2pPr marL="502878" indent="0" algn="ctr">
              <a:buNone/>
              <a:defRPr sz="2200"/>
            </a:lvl2pPr>
            <a:lvl3pPr marL="1005755" indent="0" algn="ctr">
              <a:buNone/>
              <a:defRPr sz="1980"/>
            </a:lvl3pPr>
            <a:lvl4pPr marL="1508634" indent="0" algn="ctr">
              <a:buNone/>
              <a:defRPr sz="1760"/>
            </a:lvl4pPr>
            <a:lvl5pPr marL="2011512" indent="0" algn="ctr">
              <a:buNone/>
              <a:defRPr sz="1760"/>
            </a:lvl5pPr>
            <a:lvl6pPr marL="2514389" indent="0" algn="ctr">
              <a:buNone/>
              <a:defRPr sz="1760"/>
            </a:lvl6pPr>
            <a:lvl7pPr marL="3017267" indent="0" algn="ctr">
              <a:buNone/>
              <a:defRPr sz="1760"/>
            </a:lvl7pPr>
            <a:lvl8pPr marL="3520145" indent="0" algn="ctr">
              <a:buNone/>
              <a:defRPr sz="1760"/>
            </a:lvl8pPr>
            <a:lvl9pPr marL="4023023" indent="0" algn="ctr">
              <a:buNone/>
              <a:defRPr sz="176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11/22/2022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7615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11/22/2022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82210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6277" y="1937705"/>
            <a:ext cx="8675370" cy="3233102"/>
          </a:xfrm>
        </p:spPr>
        <p:txBody>
          <a:bodyPr anchor="b"/>
          <a:lstStyle>
            <a:lvl1pPr>
              <a:defRPr sz="6599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6277" y="5201393"/>
            <a:ext cx="8675370" cy="1700212"/>
          </a:xfrm>
        </p:spPr>
        <p:txBody>
          <a:bodyPr/>
          <a:lstStyle>
            <a:lvl1pPr marL="0" indent="0">
              <a:buNone/>
              <a:defRPr sz="2640">
                <a:solidFill>
                  <a:schemeClr val="tx1"/>
                </a:solidFill>
              </a:defRPr>
            </a:lvl1pPr>
            <a:lvl2pPr marL="502878" indent="0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2pPr>
            <a:lvl3pPr marL="1005755" indent="0">
              <a:buNone/>
              <a:defRPr sz="1980">
                <a:solidFill>
                  <a:schemeClr val="tx1">
                    <a:tint val="75000"/>
                  </a:schemeClr>
                </a:solidFill>
              </a:defRPr>
            </a:lvl3pPr>
            <a:lvl4pPr marL="1508634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4pPr>
            <a:lvl5pPr marL="2011512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5pPr>
            <a:lvl6pPr marL="2514389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6pPr>
            <a:lvl7pPr marL="3017267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7pPr>
            <a:lvl8pPr marL="3520145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8pPr>
            <a:lvl9pPr marL="4023023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11/22/2022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86311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91515" y="2069042"/>
            <a:ext cx="4274820" cy="49315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92065" y="2069042"/>
            <a:ext cx="4274820" cy="49315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11/22/2022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55907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413812"/>
            <a:ext cx="8675370" cy="150230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2826" y="1905320"/>
            <a:ext cx="4255174" cy="933767"/>
          </a:xfrm>
        </p:spPr>
        <p:txBody>
          <a:bodyPr anchor="b"/>
          <a:lstStyle>
            <a:lvl1pPr marL="0" indent="0">
              <a:buNone/>
              <a:defRPr sz="2640" b="1"/>
            </a:lvl1pPr>
            <a:lvl2pPr marL="502878" indent="0">
              <a:buNone/>
              <a:defRPr sz="2200" b="1"/>
            </a:lvl2pPr>
            <a:lvl3pPr marL="1005755" indent="0">
              <a:buNone/>
              <a:defRPr sz="1980" b="1"/>
            </a:lvl3pPr>
            <a:lvl4pPr marL="1508634" indent="0">
              <a:buNone/>
              <a:defRPr sz="1760" b="1"/>
            </a:lvl4pPr>
            <a:lvl5pPr marL="2011512" indent="0">
              <a:buNone/>
              <a:defRPr sz="1760" b="1"/>
            </a:lvl5pPr>
            <a:lvl6pPr marL="2514389" indent="0">
              <a:buNone/>
              <a:defRPr sz="1760" b="1"/>
            </a:lvl6pPr>
            <a:lvl7pPr marL="3017267" indent="0">
              <a:buNone/>
              <a:defRPr sz="1760" b="1"/>
            </a:lvl7pPr>
            <a:lvl8pPr marL="3520145" indent="0">
              <a:buNone/>
              <a:defRPr sz="1760" b="1"/>
            </a:lvl8pPr>
            <a:lvl9pPr marL="4023023" indent="0">
              <a:buNone/>
              <a:defRPr sz="17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2826" y="2839085"/>
            <a:ext cx="4255174" cy="41758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92066" y="1905320"/>
            <a:ext cx="4276130" cy="933767"/>
          </a:xfrm>
        </p:spPr>
        <p:txBody>
          <a:bodyPr anchor="b"/>
          <a:lstStyle>
            <a:lvl1pPr marL="0" indent="0">
              <a:buNone/>
              <a:defRPr sz="2640" b="1"/>
            </a:lvl1pPr>
            <a:lvl2pPr marL="502878" indent="0">
              <a:buNone/>
              <a:defRPr sz="2200" b="1"/>
            </a:lvl2pPr>
            <a:lvl3pPr marL="1005755" indent="0">
              <a:buNone/>
              <a:defRPr sz="1980" b="1"/>
            </a:lvl3pPr>
            <a:lvl4pPr marL="1508634" indent="0">
              <a:buNone/>
              <a:defRPr sz="1760" b="1"/>
            </a:lvl4pPr>
            <a:lvl5pPr marL="2011512" indent="0">
              <a:buNone/>
              <a:defRPr sz="1760" b="1"/>
            </a:lvl5pPr>
            <a:lvl6pPr marL="2514389" indent="0">
              <a:buNone/>
              <a:defRPr sz="1760" b="1"/>
            </a:lvl6pPr>
            <a:lvl7pPr marL="3017267" indent="0">
              <a:buNone/>
              <a:defRPr sz="1760" b="1"/>
            </a:lvl7pPr>
            <a:lvl8pPr marL="3520145" indent="0">
              <a:buNone/>
              <a:defRPr sz="1760" b="1"/>
            </a:lvl8pPr>
            <a:lvl9pPr marL="4023023" indent="0">
              <a:buNone/>
              <a:defRPr sz="17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92066" y="2839085"/>
            <a:ext cx="4276130" cy="41758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11/22/2022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27693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11/22/2022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881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11/22/2022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12561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518160"/>
            <a:ext cx="3244096" cy="1813560"/>
          </a:xfrm>
        </p:spPr>
        <p:txBody>
          <a:bodyPr anchor="b"/>
          <a:lstStyle>
            <a:lvl1pPr>
              <a:defRPr sz="3519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76130" y="1119083"/>
            <a:ext cx="5092065" cy="5523442"/>
          </a:xfrm>
        </p:spPr>
        <p:txBody>
          <a:bodyPr/>
          <a:lstStyle>
            <a:lvl1pPr>
              <a:defRPr sz="3519"/>
            </a:lvl1pPr>
            <a:lvl2pPr>
              <a:defRPr sz="3080"/>
            </a:lvl2pPr>
            <a:lvl3pPr>
              <a:defRPr sz="2640"/>
            </a:lvl3pPr>
            <a:lvl4pPr>
              <a:defRPr sz="2200"/>
            </a:lvl4pPr>
            <a:lvl5pPr>
              <a:defRPr sz="2200"/>
            </a:lvl5pPr>
            <a:lvl6pPr>
              <a:defRPr sz="2200"/>
            </a:lvl6pPr>
            <a:lvl7pPr>
              <a:defRPr sz="2200"/>
            </a:lvl7pPr>
            <a:lvl8pPr>
              <a:defRPr sz="2200"/>
            </a:lvl8pPr>
            <a:lvl9pPr>
              <a:defRPr sz="2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2825" y="2331720"/>
            <a:ext cx="3244096" cy="4319800"/>
          </a:xfrm>
        </p:spPr>
        <p:txBody>
          <a:bodyPr/>
          <a:lstStyle>
            <a:lvl1pPr marL="0" indent="0">
              <a:buNone/>
              <a:defRPr sz="1760"/>
            </a:lvl1pPr>
            <a:lvl2pPr marL="502878" indent="0">
              <a:buNone/>
              <a:defRPr sz="1540"/>
            </a:lvl2pPr>
            <a:lvl3pPr marL="1005755" indent="0">
              <a:buNone/>
              <a:defRPr sz="1320"/>
            </a:lvl3pPr>
            <a:lvl4pPr marL="1508634" indent="0">
              <a:buNone/>
              <a:defRPr sz="1100"/>
            </a:lvl4pPr>
            <a:lvl5pPr marL="2011512" indent="0">
              <a:buNone/>
              <a:defRPr sz="1100"/>
            </a:lvl5pPr>
            <a:lvl6pPr marL="2514389" indent="0">
              <a:buNone/>
              <a:defRPr sz="1100"/>
            </a:lvl6pPr>
            <a:lvl7pPr marL="3017267" indent="0">
              <a:buNone/>
              <a:defRPr sz="1100"/>
            </a:lvl7pPr>
            <a:lvl8pPr marL="3520145" indent="0">
              <a:buNone/>
              <a:defRPr sz="1100"/>
            </a:lvl8pPr>
            <a:lvl9pPr marL="4023023" indent="0">
              <a:buNone/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11/22/2022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24861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518160"/>
            <a:ext cx="3244096" cy="1813560"/>
          </a:xfrm>
        </p:spPr>
        <p:txBody>
          <a:bodyPr anchor="b"/>
          <a:lstStyle>
            <a:lvl1pPr>
              <a:defRPr sz="3519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76130" y="1119083"/>
            <a:ext cx="5092065" cy="5523442"/>
          </a:xfrm>
        </p:spPr>
        <p:txBody>
          <a:bodyPr anchor="t"/>
          <a:lstStyle>
            <a:lvl1pPr marL="0" indent="0">
              <a:buNone/>
              <a:defRPr sz="3519"/>
            </a:lvl1pPr>
            <a:lvl2pPr marL="502878" indent="0">
              <a:buNone/>
              <a:defRPr sz="3080"/>
            </a:lvl2pPr>
            <a:lvl3pPr marL="1005755" indent="0">
              <a:buNone/>
              <a:defRPr sz="2640"/>
            </a:lvl3pPr>
            <a:lvl4pPr marL="1508634" indent="0">
              <a:buNone/>
              <a:defRPr sz="2200"/>
            </a:lvl4pPr>
            <a:lvl5pPr marL="2011512" indent="0">
              <a:buNone/>
              <a:defRPr sz="2200"/>
            </a:lvl5pPr>
            <a:lvl6pPr marL="2514389" indent="0">
              <a:buNone/>
              <a:defRPr sz="2200"/>
            </a:lvl6pPr>
            <a:lvl7pPr marL="3017267" indent="0">
              <a:buNone/>
              <a:defRPr sz="2200"/>
            </a:lvl7pPr>
            <a:lvl8pPr marL="3520145" indent="0">
              <a:buNone/>
              <a:defRPr sz="2200"/>
            </a:lvl8pPr>
            <a:lvl9pPr marL="4023023" indent="0">
              <a:buNone/>
              <a:defRPr sz="22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2825" y="2331720"/>
            <a:ext cx="3244096" cy="4319800"/>
          </a:xfrm>
        </p:spPr>
        <p:txBody>
          <a:bodyPr/>
          <a:lstStyle>
            <a:lvl1pPr marL="0" indent="0">
              <a:buNone/>
              <a:defRPr sz="1760"/>
            </a:lvl1pPr>
            <a:lvl2pPr marL="502878" indent="0">
              <a:buNone/>
              <a:defRPr sz="1540"/>
            </a:lvl2pPr>
            <a:lvl3pPr marL="1005755" indent="0">
              <a:buNone/>
              <a:defRPr sz="1320"/>
            </a:lvl3pPr>
            <a:lvl4pPr marL="1508634" indent="0">
              <a:buNone/>
              <a:defRPr sz="1100"/>
            </a:lvl4pPr>
            <a:lvl5pPr marL="2011512" indent="0">
              <a:buNone/>
              <a:defRPr sz="1100"/>
            </a:lvl5pPr>
            <a:lvl6pPr marL="2514389" indent="0">
              <a:buNone/>
              <a:defRPr sz="1100"/>
            </a:lvl6pPr>
            <a:lvl7pPr marL="3017267" indent="0">
              <a:buNone/>
              <a:defRPr sz="1100"/>
            </a:lvl7pPr>
            <a:lvl8pPr marL="3520145" indent="0">
              <a:buNone/>
              <a:defRPr sz="1100"/>
            </a:lvl8pPr>
            <a:lvl9pPr marL="4023023" indent="0">
              <a:buNone/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11/22/2022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27695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11/22/2022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88322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98044" y="413808"/>
            <a:ext cx="2168843" cy="65867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91515" y="413808"/>
            <a:ext cx="6380798" cy="65867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11/22/2022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88835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195B98B-9858-C440-9948-61EB8C1DD8BC}"/>
              </a:ext>
            </a:extLst>
          </p:cNvPr>
          <p:cNvSpPr>
            <a:spLocks noGrp="1" noChangeAspect="1"/>
          </p:cNvSpPr>
          <p:nvPr>
            <p:ph type="pic" sz="quarter" idx="10"/>
          </p:nvPr>
        </p:nvSpPr>
        <p:spPr>
          <a:xfrm>
            <a:off x="449682" y="264259"/>
            <a:ext cx="2362366" cy="1413164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0">
            <a:solidFill>
              <a:schemeClr val="accent1">
                <a:lumMod val="75000"/>
              </a:schemeClr>
            </a:solidFill>
            <a:miter lim="800000"/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2071" b="1" i="0">
                <a:latin typeface="Libre Caslon Text" panose="02020602060300000004" pitchFamily="18" charset="77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74599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91515" y="413812"/>
            <a:ext cx="8675370" cy="15023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1515" y="2069042"/>
            <a:ext cx="8675370" cy="49315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91515" y="7203865"/>
            <a:ext cx="226314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9057BF-143F-654A-BE61-7BF52D905453}" type="datetimeFigureOut">
              <a:rPr lang="en-US" smtClean="0"/>
              <a:t>11/22/2022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331845" y="7203865"/>
            <a:ext cx="339471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03745" y="7203865"/>
            <a:ext cx="226314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49276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</p:sldLayoutIdLst>
  <p:txStyles>
    <p:titleStyle>
      <a:lvl1pPr algn="l" defTabSz="1005755" rtl="0" eaLnBrk="1" latinLnBrk="0" hangingPunct="1">
        <a:lnSpc>
          <a:spcPct val="90000"/>
        </a:lnSpc>
        <a:spcBef>
          <a:spcPct val="0"/>
        </a:spcBef>
        <a:buNone/>
        <a:defRPr sz="48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1439" indent="-251439" algn="l" defTabSz="1005755" rtl="0" eaLnBrk="1" latinLnBrk="0" hangingPunct="1">
        <a:lnSpc>
          <a:spcPct val="90000"/>
        </a:lnSpc>
        <a:spcBef>
          <a:spcPts val="1100"/>
        </a:spcBef>
        <a:buFont typeface="Arial" panose="020B0604020202020204" pitchFamily="34" charset="0"/>
        <a:buChar char="•"/>
        <a:defRPr sz="3080" kern="1200">
          <a:solidFill>
            <a:schemeClr val="tx1"/>
          </a:solidFill>
          <a:latin typeface="+mn-lt"/>
          <a:ea typeface="+mn-ea"/>
          <a:cs typeface="+mn-cs"/>
        </a:defRPr>
      </a:lvl1pPr>
      <a:lvl2pPr marL="754317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2640" kern="1200">
          <a:solidFill>
            <a:schemeClr val="tx1"/>
          </a:solidFill>
          <a:latin typeface="+mn-lt"/>
          <a:ea typeface="+mn-ea"/>
          <a:cs typeface="+mn-cs"/>
        </a:defRPr>
      </a:lvl2pPr>
      <a:lvl3pPr marL="1257195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760072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4pPr>
      <a:lvl5pPr marL="2262950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5pPr>
      <a:lvl6pPr marL="2765829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6pPr>
      <a:lvl7pPr marL="3268706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7pPr>
      <a:lvl8pPr marL="3771584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8pPr>
      <a:lvl9pPr marL="4274462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1pPr>
      <a:lvl2pPr marL="502878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2pPr>
      <a:lvl3pPr marL="1005755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3pPr>
      <a:lvl4pPr marL="1508634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4pPr>
      <a:lvl5pPr marL="2011512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5pPr>
      <a:lvl6pPr marL="2514389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6pPr>
      <a:lvl7pPr marL="3017267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7pPr>
      <a:lvl8pPr marL="3520145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8pPr>
      <a:lvl9pPr marL="4023023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B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TextBox 188">
            <a:extLst>
              <a:ext uri="{FF2B5EF4-FFF2-40B4-BE49-F238E27FC236}">
                <a16:creationId xmlns:a16="http://schemas.microsoft.com/office/drawing/2014/main" id="{4A1CC9E5-C555-4A42-BD2F-52D83986D1E1}"/>
              </a:ext>
            </a:extLst>
          </p:cNvPr>
          <p:cNvSpPr txBox="1"/>
          <p:nvPr/>
        </p:nvSpPr>
        <p:spPr>
          <a:xfrm>
            <a:off x="3411163" y="615950"/>
            <a:ext cx="3933898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sz="1600" b="1" spc="388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Selected Project Experience</a:t>
            </a:r>
          </a:p>
        </p:txBody>
      </p:sp>
      <p:cxnSp>
        <p:nvCxnSpPr>
          <p:cNvPr id="190" name="Straight Connector 189">
            <a:extLst>
              <a:ext uri="{FF2B5EF4-FFF2-40B4-BE49-F238E27FC236}">
                <a16:creationId xmlns:a16="http://schemas.microsoft.com/office/drawing/2014/main" id="{31DCAD75-9302-C642-9C74-B164C43329B0}"/>
              </a:ext>
            </a:extLst>
          </p:cNvPr>
          <p:cNvCxnSpPr>
            <a:cxnSpLocks/>
          </p:cNvCxnSpPr>
          <p:nvPr/>
        </p:nvCxnSpPr>
        <p:spPr>
          <a:xfrm>
            <a:off x="3414648" y="973546"/>
            <a:ext cx="4285563" cy="0"/>
          </a:xfrm>
          <a:prstGeom prst="line">
            <a:avLst/>
          </a:prstGeom>
          <a:ln w="19050">
            <a:solidFill>
              <a:srgbClr val="00AB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6B2F289A-52B4-2A27-52EA-B05DE2DA93CE}"/>
              </a:ext>
            </a:extLst>
          </p:cNvPr>
          <p:cNvSpPr/>
          <p:nvPr/>
        </p:nvSpPr>
        <p:spPr>
          <a:xfrm>
            <a:off x="0" y="0"/>
            <a:ext cx="3261728" cy="77800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329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pic>
        <p:nvPicPr>
          <p:cNvPr id="11" name="Picture 10" descr="A picture containing text, clipart, vector graphics&#10;&#10;Description automatically generated">
            <a:extLst>
              <a:ext uri="{FF2B5EF4-FFF2-40B4-BE49-F238E27FC236}">
                <a16:creationId xmlns:a16="http://schemas.microsoft.com/office/drawing/2014/main" id="{450DD9D7-80A5-A592-F4F7-7A26F0024B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13126" y="209337"/>
            <a:ext cx="1319645" cy="30602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D2720C9-A79F-BD7F-E179-674AD67D7892}"/>
              </a:ext>
            </a:extLst>
          </p:cNvPr>
          <p:cNvSpPr txBox="1"/>
          <p:nvPr/>
        </p:nvSpPr>
        <p:spPr>
          <a:xfrm>
            <a:off x="225629" y="120831"/>
            <a:ext cx="2168863" cy="8617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2800" b="1" dirty="0">
                <a:solidFill>
                  <a:srgbClr val="00AB8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Anto </a:t>
            </a:r>
          </a:p>
          <a:p>
            <a:r>
              <a:rPr lang="en-US" sz="2800" b="1" dirty="0">
                <a:solidFill>
                  <a:srgbClr val="00AB8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Raic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16A87E2-F657-C1C6-3715-B7C8A7F1E050}"/>
              </a:ext>
            </a:extLst>
          </p:cNvPr>
          <p:cNvSpPr txBox="1"/>
          <p:nvPr/>
        </p:nvSpPr>
        <p:spPr>
          <a:xfrm>
            <a:off x="152027" y="1239722"/>
            <a:ext cx="5029200" cy="3103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12"/>
              </a:lnSpc>
            </a:pPr>
            <a:r>
              <a:rPr lang="en-US" sz="1400" b="1" spc="13">
                <a:solidFill>
                  <a:srgbClr val="00AB80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Profile</a:t>
            </a:r>
            <a:endParaRPr lang="en-US" sz="400" b="1" spc="13">
              <a:solidFill>
                <a:srgbClr val="00AB80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D4E289E-1D52-CBDD-E381-40963429D7F1}"/>
              </a:ext>
            </a:extLst>
          </p:cNvPr>
          <p:cNvSpPr txBox="1"/>
          <p:nvPr/>
        </p:nvSpPr>
        <p:spPr>
          <a:xfrm>
            <a:off x="250509" y="959224"/>
            <a:ext cx="2489720" cy="21800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812"/>
              </a:lnSpc>
            </a:pPr>
            <a:r>
              <a:rPr lang="en-US" sz="1400" spc="13" dirty="0">
                <a:solidFill>
                  <a:schemeClr val="bg1">
                    <a:lumMod val="5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Senior Consultant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D7A612B-9DC7-1D9B-3085-CDB0F937FDB8}"/>
              </a:ext>
            </a:extLst>
          </p:cNvPr>
          <p:cNvSpPr/>
          <p:nvPr/>
        </p:nvSpPr>
        <p:spPr>
          <a:xfrm>
            <a:off x="132977" y="5343166"/>
            <a:ext cx="2991223" cy="230840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A3D666D-00C8-D106-73C3-9FF300F8618C}"/>
              </a:ext>
            </a:extLst>
          </p:cNvPr>
          <p:cNvSpPr txBox="1"/>
          <p:nvPr/>
        </p:nvSpPr>
        <p:spPr>
          <a:xfrm>
            <a:off x="1706946" y="5747849"/>
            <a:ext cx="1446750" cy="1892826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SQL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R 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Python 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GitHub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 err="1">
                <a:latin typeface="Roboto Light" panose="02000000000000000000" pitchFamily="2" charset="0"/>
                <a:ea typeface="Roboto Light" panose="02000000000000000000" pitchFamily="2" charset="0"/>
              </a:rPr>
              <a:t>BigQuery</a:t>
            </a:r>
            <a:endParaRPr lang="en-US" sz="900" dirty="0"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 err="1">
                <a:latin typeface="Roboto Light" panose="02000000000000000000" pitchFamily="2" charset="0"/>
                <a:ea typeface="Roboto Light" panose="02000000000000000000" pitchFamily="2" charset="0"/>
              </a:rPr>
              <a:t>Dataproc</a:t>
            </a:r>
            <a:endParaRPr lang="en-US" sz="900" dirty="0"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Dataflow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Terraform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Data Factory 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Data Lake 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IBM Cognos BI stack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Spark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Lambda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FA56C067-11D9-4FE3-B97E-743BDA13E1DD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761436" y="6641666"/>
            <a:ext cx="1809412" cy="0"/>
          </a:xfrm>
          <a:prstGeom prst="line">
            <a:avLst/>
          </a:prstGeom>
          <a:ln w="12700">
            <a:solidFill>
              <a:srgbClr val="00AB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7C34E10-2CF8-9BCA-1CC6-D78A3FF9CA80}"/>
              </a:ext>
            </a:extLst>
          </p:cNvPr>
          <p:cNvCxnSpPr>
            <a:cxnSpLocks/>
          </p:cNvCxnSpPr>
          <p:nvPr/>
        </p:nvCxnSpPr>
        <p:spPr>
          <a:xfrm>
            <a:off x="3428143" y="1357162"/>
            <a:ext cx="0" cy="1908000"/>
          </a:xfrm>
          <a:prstGeom prst="line">
            <a:avLst/>
          </a:prstGeom>
          <a:ln w="19050">
            <a:solidFill>
              <a:srgbClr val="0059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3" name="Picture 32" descr="A picture containing icon&#10;&#10;Description automatically generated">
            <a:extLst>
              <a:ext uri="{FF2B5EF4-FFF2-40B4-BE49-F238E27FC236}">
                <a16:creationId xmlns:a16="http://schemas.microsoft.com/office/drawing/2014/main" id="{20B94328-DB79-FB55-B636-C97F5174B4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3252" y="7221015"/>
            <a:ext cx="1187809" cy="479883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3EA81938-6A76-B850-B0E8-A5F905AEBA98}"/>
              </a:ext>
            </a:extLst>
          </p:cNvPr>
          <p:cNvSpPr txBox="1"/>
          <p:nvPr/>
        </p:nvSpPr>
        <p:spPr>
          <a:xfrm>
            <a:off x="8192705" y="3259910"/>
            <a:ext cx="1648720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sz="1400" b="1" spc="388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Certification</a:t>
            </a:r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96EB3CB7-14B5-2B9E-400D-049800DFED74}"/>
              </a:ext>
            </a:extLst>
          </p:cNvPr>
          <p:cNvSpPr txBox="1"/>
          <p:nvPr/>
        </p:nvSpPr>
        <p:spPr>
          <a:xfrm>
            <a:off x="3414648" y="116660"/>
            <a:ext cx="5463194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2800" b="1">
                <a:solidFill>
                  <a:srgbClr val="00AB8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Consultant Profile</a:t>
            </a:r>
          </a:p>
        </p:txBody>
      </p:sp>
      <p:cxnSp>
        <p:nvCxnSpPr>
          <p:cNvPr id="170" name="Straight Connector 169">
            <a:extLst>
              <a:ext uri="{FF2B5EF4-FFF2-40B4-BE49-F238E27FC236}">
                <a16:creationId xmlns:a16="http://schemas.microsoft.com/office/drawing/2014/main" id="{0D51728F-48BB-14BB-256E-5F0C0284BCDF}"/>
              </a:ext>
            </a:extLst>
          </p:cNvPr>
          <p:cNvCxnSpPr>
            <a:cxnSpLocks/>
          </p:cNvCxnSpPr>
          <p:nvPr/>
        </p:nvCxnSpPr>
        <p:spPr>
          <a:xfrm flipV="1">
            <a:off x="8035461" y="957777"/>
            <a:ext cx="0" cy="5010567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3" name="TextBox 172">
            <a:extLst>
              <a:ext uri="{FF2B5EF4-FFF2-40B4-BE49-F238E27FC236}">
                <a16:creationId xmlns:a16="http://schemas.microsoft.com/office/drawing/2014/main" id="{994303C8-DFEA-5175-3E9D-3727861435B6}"/>
              </a:ext>
            </a:extLst>
          </p:cNvPr>
          <p:cNvSpPr txBox="1"/>
          <p:nvPr/>
        </p:nvSpPr>
        <p:spPr>
          <a:xfrm>
            <a:off x="8216224" y="880726"/>
            <a:ext cx="1392048" cy="43088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400" b="1" spc="388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Industry</a:t>
            </a:r>
          </a:p>
          <a:p>
            <a:r>
              <a:rPr lang="en-US" sz="1400" b="1" spc="388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Experience</a:t>
            </a:r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B9775FC7-7124-8CCA-9B1C-7CCD7D3DF384}"/>
              </a:ext>
            </a:extLst>
          </p:cNvPr>
          <p:cNvSpPr txBox="1"/>
          <p:nvPr/>
        </p:nvSpPr>
        <p:spPr>
          <a:xfrm>
            <a:off x="8118489" y="1456630"/>
            <a:ext cx="1951941" cy="1723549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>
            <a:defPPr>
              <a:defRPr lang="en-US"/>
            </a:defPPr>
            <a:lvl1pPr marL="171450" indent="-171450">
              <a:buClr>
                <a:srgbClr val="00AB80"/>
              </a:buClr>
              <a:buFont typeface="Arial" panose="020B0604020202020204" pitchFamily="34" charset="0"/>
              <a:buChar char="•"/>
              <a:defRPr sz="900">
                <a:latin typeface="Roboto Light" panose="02000000000000000000" pitchFamily="2" charset="0"/>
                <a:ea typeface="Roboto Light" panose="02000000000000000000" pitchFamily="2" charset="0"/>
              </a:defRPr>
            </a:lvl1pPr>
          </a:lstStyle>
          <a:p>
            <a:pPr marL="0" indent="0">
              <a:lnSpc>
                <a:spcPct val="150000"/>
              </a:lnSpc>
              <a:buNone/>
            </a:pPr>
            <a:r>
              <a:rPr lang="en-GB" sz="1200" dirty="0">
                <a:solidFill>
                  <a:srgbClr val="00AB80"/>
                </a:solidFill>
              </a:rPr>
              <a:t>Entertainment &amp; Gaming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z="1200" dirty="0">
                <a:solidFill>
                  <a:srgbClr val="00AB80"/>
                </a:solidFill>
              </a:rPr>
              <a:t>Financial Services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z="1200" dirty="0">
                <a:solidFill>
                  <a:srgbClr val="00AB80"/>
                </a:solidFill>
              </a:rPr>
              <a:t>Retail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z="1200" dirty="0">
                <a:solidFill>
                  <a:srgbClr val="00AB80"/>
                </a:solidFill>
              </a:rPr>
              <a:t>Logistics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z="1200" dirty="0">
                <a:solidFill>
                  <a:srgbClr val="00AB80"/>
                </a:solidFill>
              </a:rPr>
              <a:t>Government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z="1200" dirty="0">
                <a:solidFill>
                  <a:srgbClr val="00AB80"/>
                </a:solidFill>
              </a:rPr>
              <a:t>Health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F7D64658-1F62-2EE9-AB01-2FD4F7E2D84D}"/>
              </a:ext>
            </a:extLst>
          </p:cNvPr>
          <p:cNvCxnSpPr>
            <a:cxnSpLocks/>
          </p:cNvCxnSpPr>
          <p:nvPr/>
        </p:nvCxnSpPr>
        <p:spPr>
          <a:xfrm>
            <a:off x="8216224" y="1453698"/>
            <a:ext cx="1558988" cy="0"/>
          </a:xfrm>
          <a:prstGeom prst="line">
            <a:avLst/>
          </a:prstGeom>
          <a:ln w="19050">
            <a:solidFill>
              <a:srgbClr val="00AB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Group 4">
            <a:extLst>
              <a:ext uri="{FF2B5EF4-FFF2-40B4-BE49-F238E27FC236}">
                <a16:creationId xmlns:a16="http://schemas.microsoft.com/office/drawing/2014/main" id="{980A06B1-0A2F-7DF6-91DB-0F6DFA896A23}"/>
              </a:ext>
            </a:extLst>
          </p:cNvPr>
          <p:cNvGrpSpPr/>
          <p:nvPr/>
        </p:nvGrpSpPr>
        <p:grpSpPr>
          <a:xfrm>
            <a:off x="8106458" y="3475354"/>
            <a:ext cx="1951941" cy="2492990"/>
            <a:chOff x="8106458" y="2681447"/>
            <a:chExt cx="1951941" cy="2492990"/>
          </a:xfrm>
        </p:grpSpPr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872A9DC1-BA60-5A54-0907-130AE22B314D}"/>
                </a:ext>
              </a:extLst>
            </p:cNvPr>
            <p:cNvCxnSpPr>
              <a:cxnSpLocks/>
            </p:cNvCxnSpPr>
            <p:nvPr/>
          </p:nvCxnSpPr>
          <p:spPr>
            <a:xfrm>
              <a:off x="8192160" y="2773308"/>
              <a:ext cx="1734788" cy="0"/>
            </a:xfrm>
            <a:prstGeom prst="line">
              <a:avLst/>
            </a:prstGeom>
            <a:ln w="19050">
              <a:solidFill>
                <a:srgbClr val="00AB8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AB47A2EE-BF0B-DB05-8B7C-DB6594B2B3D5}"/>
                </a:ext>
              </a:extLst>
            </p:cNvPr>
            <p:cNvSpPr txBox="1"/>
            <p:nvPr/>
          </p:nvSpPr>
          <p:spPr>
            <a:xfrm>
              <a:off x="8106458" y="2681447"/>
              <a:ext cx="1951941" cy="249299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tabLst>
                  <a:tab pos="3819525" algn="l"/>
                  <a:tab pos="3895725" algn="l"/>
                </a:tabLst>
              </a:pPr>
              <a:endParaRPr lang="en-AU" sz="1200" dirty="0">
                <a:solidFill>
                  <a:srgbClr val="00AB8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endParaRPr>
            </a:p>
            <a:p>
              <a:pPr>
                <a:tabLst>
                  <a:tab pos="3819525" algn="l"/>
                  <a:tab pos="3895725" algn="l"/>
                </a:tabLst>
              </a:pPr>
              <a:r>
                <a:rPr lang="en-GB" sz="1200" dirty="0">
                  <a:solidFill>
                    <a:srgbClr val="00AB80"/>
                  </a:solidFill>
                  <a:latin typeface="Roboto Light" panose="02000000000000000000" pitchFamily="2" charset="0"/>
                  <a:ea typeface="Calibri" panose="020F0502020204030204" pitchFamily="34" charset="0"/>
                </a:rPr>
                <a:t>Snowflake –  </a:t>
              </a:r>
              <a:r>
                <a:rPr lang="en-GB" sz="1200" dirty="0" err="1">
                  <a:solidFill>
                    <a:srgbClr val="00AB80"/>
                  </a:solidFill>
                  <a:latin typeface="Roboto Light" panose="02000000000000000000" pitchFamily="2" charset="0"/>
                  <a:ea typeface="Calibri" panose="020F0502020204030204" pitchFamily="34" charset="0"/>
                </a:rPr>
                <a:t>Snowpro</a:t>
              </a:r>
              <a:r>
                <a:rPr lang="en-GB" sz="1200" dirty="0">
                  <a:solidFill>
                    <a:srgbClr val="00AB80"/>
                  </a:solidFill>
                  <a:latin typeface="Roboto Light" panose="02000000000000000000" pitchFamily="2" charset="0"/>
                  <a:ea typeface="Calibri" panose="020F0502020204030204" pitchFamily="34" charset="0"/>
                </a:rPr>
                <a:t> Certification</a:t>
              </a:r>
            </a:p>
            <a:p>
              <a:pPr>
                <a:tabLst>
                  <a:tab pos="3819525" algn="l"/>
                  <a:tab pos="3895725" algn="l"/>
                </a:tabLst>
              </a:pPr>
              <a:endParaRPr lang="en-GB" sz="1200" dirty="0">
                <a:solidFill>
                  <a:srgbClr val="00AB80"/>
                </a:solidFill>
                <a:latin typeface="Roboto Light" panose="02000000000000000000" pitchFamily="2" charset="0"/>
                <a:ea typeface="Calibri" panose="020F0502020204030204" pitchFamily="34" charset="0"/>
              </a:endParaRPr>
            </a:p>
            <a:p>
              <a:pPr>
                <a:tabLst>
                  <a:tab pos="3819525" algn="l"/>
                  <a:tab pos="3895725" algn="l"/>
                </a:tabLst>
              </a:pPr>
              <a:r>
                <a:rPr lang="en-GB" sz="1200" dirty="0">
                  <a:solidFill>
                    <a:srgbClr val="00AB80"/>
                  </a:solidFill>
                  <a:latin typeface="Roboto Light" panose="02000000000000000000" pitchFamily="2" charset="0"/>
                  <a:ea typeface="Calibri" panose="020F0502020204030204" pitchFamily="34" charset="0"/>
                </a:rPr>
                <a:t>Snowflake – Certified Associate</a:t>
              </a:r>
            </a:p>
            <a:p>
              <a:pPr>
                <a:tabLst>
                  <a:tab pos="3819525" algn="l"/>
                  <a:tab pos="3895725" algn="l"/>
                </a:tabLst>
              </a:pPr>
              <a:endParaRPr lang="en-GB" sz="1200" dirty="0">
                <a:solidFill>
                  <a:srgbClr val="00AB80"/>
                </a:solidFill>
                <a:latin typeface="Roboto Light" panose="02000000000000000000" pitchFamily="2" charset="0"/>
                <a:ea typeface="Calibri" panose="020F0502020204030204" pitchFamily="34" charset="0"/>
              </a:endParaRPr>
            </a:p>
            <a:p>
              <a:pPr>
                <a:tabLst>
                  <a:tab pos="3819525" algn="l"/>
                  <a:tab pos="3895725" algn="l"/>
                </a:tabLst>
              </a:pPr>
              <a:r>
                <a:rPr lang="en-GB" sz="1200" dirty="0">
                  <a:solidFill>
                    <a:srgbClr val="00AB80"/>
                  </a:solidFill>
                  <a:effectLst/>
                  <a:latin typeface="Roboto Light" panose="02000000000000000000" pitchFamily="2" charset="0"/>
                  <a:ea typeface="Calibri" panose="020F0502020204030204" pitchFamily="34" charset="0"/>
                </a:rPr>
                <a:t>Bachelor</a:t>
              </a:r>
              <a:r>
                <a:rPr lang="en-GB" sz="1200" dirty="0">
                  <a:solidFill>
                    <a:srgbClr val="00AB80"/>
                  </a:solidFill>
                  <a:latin typeface="Roboto Light" panose="02000000000000000000" pitchFamily="2" charset="0"/>
                  <a:ea typeface="Calibri" panose="020F0502020204030204" pitchFamily="34" charset="0"/>
                </a:rPr>
                <a:t> – Computing </a:t>
              </a:r>
            </a:p>
            <a:p>
              <a:pPr>
                <a:tabLst>
                  <a:tab pos="3819525" algn="l"/>
                  <a:tab pos="3895725" algn="l"/>
                </a:tabLst>
              </a:pPr>
              <a:r>
                <a:rPr lang="en-GB" sz="1200" dirty="0">
                  <a:solidFill>
                    <a:srgbClr val="00AB80"/>
                  </a:solidFill>
                  <a:latin typeface="Roboto Light" panose="02000000000000000000" pitchFamily="2" charset="0"/>
                  <a:ea typeface="Calibri" panose="020F0502020204030204" pitchFamily="34" charset="0"/>
                </a:rPr>
                <a:t>Swinburne University </a:t>
              </a:r>
            </a:p>
            <a:p>
              <a:pPr>
                <a:tabLst>
                  <a:tab pos="3819525" algn="l"/>
                  <a:tab pos="3895725" algn="l"/>
                </a:tabLst>
              </a:pPr>
              <a:endParaRPr lang="en-GB" sz="1200" dirty="0">
                <a:solidFill>
                  <a:srgbClr val="00AB80"/>
                </a:solidFill>
                <a:latin typeface="Roboto Light" panose="02000000000000000000" pitchFamily="2" charset="0"/>
                <a:ea typeface="Calibri" panose="020F0502020204030204" pitchFamily="34" charset="0"/>
              </a:endParaRPr>
            </a:p>
            <a:p>
              <a:pPr>
                <a:tabLst>
                  <a:tab pos="3819525" algn="l"/>
                  <a:tab pos="3895725" algn="l"/>
                </a:tabLst>
              </a:pPr>
              <a:r>
                <a:rPr lang="en-GB" sz="1200" dirty="0">
                  <a:solidFill>
                    <a:srgbClr val="00AB80"/>
                  </a:solidFill>
                  <a:latin typeface="Roboto Light" panose="02000000000000000000" pitchFamily="2" charset="0"/>
                  <a:ea typeface="Calibri" panose="020F0502020204030204" pitchFamily="34" charset="0"/>
                </a:rPr>
                <a:t>Cloud Analytics Practitioner – Cloud Analytics Academy</a:t>
              </a: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80F49B2F-21D4-F9EB-049F-717A10CB7D84}"/>
              </a:ext>
            </a:extLst>
          </p:cNvPr>
          <p:cNvSpPr txBox="1"/>
          <p:nvPr/>
        </p:nvSpPr>
        <p:spPr>
          <a:xfrm>
            <a:off x="136922" y="5708937"/>
            <a:ext cx="1649097" cy="1892826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Google Cloud Platform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Snowflake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Azure 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AWS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Databricks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Data Engineering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Data Warehousing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Data Migration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Data Integration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Solution Architecture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Business Intelligence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Business Analysis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Client Management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76A2B4B-DF73-B449-C876-B221F898C872}"/>
              </a:ext>
            </a:extLst>
          </p:cNvPr>
          <p:cNvSpPr txBox="1"/>
          <p:nvPr/>
        </p:nvSpPr>
        <p:spPr>
          <a:xfrm>
            <a:off x="-19943" y="5386173"/>
            <a:ext cx="25520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1400">
                <a:solidFill>
                  <a:srgbClr val="00AB8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Key Skills &amp; Technologies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01E125D-B356-8A2A-B86B-AB6567CEABE1}"/>
              </a:ext>
            </a:extLst>
          </p:cNvPr>
          <p:cNvSpPr txBox="1"/>
          <p:nvPr/>
        </p:nvSpPr>
        <p:spPr>
          <a:xfrm>
            <a:off x="3330998" y="1063459"/>
            <a:ext cx="46311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0059FF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Entertainment &amp; Gaming Organisation</a:t>
            </a:r>
            <a:r>
              <a:rPr lang="en-AU" sz="1200" b="1" dirty="0">
                <a:solidFill>
                  <a:srgbClr val="0059FF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– Lead Data Consultant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9FEB941-5146-6B10-4E4D-8A4ADE918AEF}"/>
              </a:ext>
            </a:extLst>
          </p:cNvPr>
          <p:cNvSpPr txBox="1"/>
          <p:nvPr/>
        </p:nvSpPr>
        <p:spPr>
          <a:xfrm>
            <a:off x="3463964" y="1379097"/>
            <a:ext cx="4488473" cy="1944122"/>
          </a:xfrm>
          <a:prstGeom prst="rect">
            <a:avLst/>
          </a:prstGeom>
          <a:noFill/>
        </p:spPr>
        <p:txBody>
          <a:bodyPr wrap="square" lIns="91440" tIns="45720" rIns="91440" bIns="45720" numCol="1" rtlCol="0" anchor="t">
            <a:spAutoFit/>
          </a:bodyPr>
          <a:lstStyle>
            <a:defPPr>
              <a:defRPr lang="en-US"/>
            </a:defPPr>
            <a:lvl1pPr marL="171450" indent="-171450">
              <a:buClr>
                <a:srgbClr val="00AB80"/>
              </a:buClr>
              <a:buFont typeface="Arial" panose="020B0604020202020204" pitchFamily="34" charset="0"/>
              <a:buChar char="•"/>
              <a:defRPr sz="900">
                <a:latin typeface="Roboto Light" panose="02000000000000000000" pitchFamily="2" charset="0"/>
                <a:ea typeface="Roboto Light" panose="02000000000000000000" pitchFamily="2" charset="0"/>
              </a:defRPr>
            </a:lvl1pPr>
          </a:lstStyle>
          <a:p>
            <a:pPr marL="0" indent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1000" dirty="0">
                <a:solidFill>
                  <a:schemeClr val="bg1"/>
                </a:solidFill>
                <a:latin typeface="Roboto Light"/>
                <a:ea typeface="Roboto Light"/>
                <a:cs typeface="Roboto Light"/>
              </a:rPr>
              <a:t>Technical lead for a team of Data Consultants establishing and managing a Corporate Data Warehouse migration from an on-premise Sybase IQ database to the Google Cloud Platform, including:</a:t>
            </a:r>
          </a:p>
          <a:p>
            <a:pPr marL="0" indent="0">
              <a:spcBef>
                <a:spcPts val="100"/>
              </a:spcBef>
              <a:spcAft>
                <a:spcPts val="100"/>
              </a:spcAft>
              <a:buNone/>
            </a:pPr>
            <a:endParaRPr lang="en-US" sz="200" dirty="0">
              <a:solidFill>
                <a:schemeClr val="bg1"/>
              </a:solidFill>
            </a:endParaRP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lang="en-US" sz="1000" dirty="0">
                <a:solidFill>
                  <a:schemeClr val="bg1"/>
                </a:solidFill>
              </a:rPr>
              <a:t>Solution Architecture for data warehouse migration from Sybase to GCP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lang="en-US" sz="1000" dirty="0">
                <a:solidFill>
                  <a:schemeClr val="bg1"/>
                </a:solidFill>
              </a:rPr>
              <a:t>Worked with Google and client teams to ensure a best practice approach to completing the data warehouse migration into GCP Big Query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lang="en-US" sz="1000" dirty="0">
                <a:solidFill>
                  <a:schemeClr val="bg1"/>
                </a:solidFill>
              </a:rPr>
              <a:t>Re-architected legacy ingestion patterns to align to target state Big Query data warehouse, introducing automation via a config based, metadata driven, repeatable process to streamline delivery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lang="en-US" sz="1000" dirty="0">
                <a:solidFill>
                  <a:schemeClr val="bg1"/>
                </a:solidFill>
              </a:rPr>
              <a:t>Development of Infrastructure as Code (</a:t>
            </a:r>
            <a:r>
              <a:rPr lang="en-US" sz="1000" dirty="0" err="1">
                <a:solidFill>
                  <a:schemeClr val="bg1"/>
                </a:solidFill>
              </a:rPr>
              <a:t>IaC</a:t>
            </a:r>
            <a:r>
              <a:rPr lang="en-US" sz="1000" dirty="0">
                <a:solidFill>
                  <a:schemeClr val="bg1"/>
                </a:solidFill>
              </a:rPr>
              <a:t>) using Terraform to automate GCP service deployment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513C49A-2DF2-8111-FED4-FC07A8EAD258}"/>
              </a:ext>
            </a:extLst>
          </p:cNvPr>
          <p:cNvSpPr txBox="1"/>
          <p:nvPr/>
        </p:nvSpPr>
        <p:spPr>
          <a:xfrm>
            <a:off x="3462572" y="5887731"/>
            <a:ext cx="4550465" cy="1785104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>
            <a:defPPr>
              <a:defRPr lang="en-US"/>
            </a:defPPr>
            <a:lvl1pPr marL="171450" indent="-171450">
              <a:buClr>
                <a:srgbClr val="00AB80"/>
              </a:buClr>
              <a:buFont typeface="Arial" panose="020B0604020202020204" pitchFamily="34" charset="0"/>
              <a:buChar char="•"/>
              <a:defRPr sz="90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</a:lstStyle>
          <a:p>
            <a:r>
              <a:rPr lang="en-US" sz="1000" dirty="0"/>
              <a:t>Responsible for building data pipelines on customers AWS environment from sources, such as: on-premise databases, sensor/</a:t>
            </a:r>
            <a:r>
              <a:rPr lang="en-US" sz="1000" dirty="0" err="1"/>
              <a:t>wifi</a:t>
            </a:r>
            <a:r>
              <a:rPr lang="en-US" sz="1000" dirty="0"/>
              <a:t> devices, external data extracts</a:t>
            </a:r>
          </a:p>
          <a:p>
            <a:r>
              <a:rPr lang="en-US" sz="1000" dirty="0"/>
              <a:t>Technologies and platforms used include AWS’: EC2, ECR, EMR, Redshift, </a:t>
            </a:r>
            <a:r>
              <a:rPr lang="en-US" sz="1000" dirty="0" err="1"/>
              <a:t>Cloudwatch</a:t>
            </a:r>
            <a:r>
              <a:rPr lang="en-US" sz="1000" dirty="0"/>
              <a:t>, S3, Kinesis, Redshift and Lambda.</a:t>
            </a:r>
          </a:p>
          <a:p>
            <a:r>
              <a:rPr lang="en-US" sz="1000" dirty="0"/>
              <a:t>Python scripting to build data pipelines which includes libraries, such as Pandas, Boto3, </a:t>
            </a:r>
            <a:r>
              <a:rPr lang="en-US" sz="1000" dirty="0" err="1"/>
              <a:t>PySpark</a:t>
            </a:r>
            <a:r>
              <a:rPr lang="en-US" sz="1000" dirty="0"/>
              <a:t> and </a:t>
            </a:r>
            <a:r>
              <a:rPr lang="en-US" sz="1000" dirty="0" err="1"/>
              <a:t>PyTest</a:t>
            </a:r>
            <a:r>
              <a:rPr lang="en-US" sz="1000" dirty="0"/>
              <a:t>.</a:t>
            </a:r>
          </a:p>
          <a:p>
            <a:r>
              <a:rPr lang="en-US" sz="1000" dirty="0"/>
              <a:t>Ensured that CI/CD principles were met with </a:t>
            </a:r>
            <a:r>
              <a:rPr lang="en-US" sz="1000" dirty="0" err="1"/>
              <a:t>utilising</a:t>
            </a:r>
            <a:r>
              <a:rPr lang="en-US" sz="1000" dirty="0"/>
              <a:t> unit test and </a:t>
            </a:r>
            <a:r>
              <a:rPr lang="en-US" sz="1000" dirty="0" err="1"/>
              <a:t>BuildKite’s</a:t>
            </a:r>
            <a:r>
              <a:rPr lang="en-US" sz="1000" dirty="0"/>
              <a:t> continuous integration tool.</a:t>
            </a:r>
          </a:p>
          <a:p>
            <a:r>
              <a:rPr lang="en-US" sz="1000" dirty="0"/>
              <a:t>Managed stakeholders, deliverables and timelines, across various teams including, Data Science, Finance Operations and Safety.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B0913DE4-461D-CE43-AABC-C4B3D7D22F45}"/>
              </a:ext>
            </a:extLst>
          </p:cNvPr>
          <p:cNvCxnSpPr>
            <a:cxnSpLocks/>
          </p:cNvCxnSpPr>
          <p:nvPr/>
        </p:nvCxnSpPr>
        <p:spPr>
          <a:xfrm>
            <a:off x="3428147" y="5952680"/>
            <a:ext cx="0" cy="1620000"/>
          </a:xfrm>
          <a:prstGeom prst="line">
            <a:avLst/>
          </a:prstGeom>
          <a:ln w="19050">
            <a:solidFill>
              <a:srgbClr val="A9358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6059F888-3BDF-A1C0-65E5-CB6FDD43D97C}"/>
              </a:ext>
            </a:extLst>
          </p:cNvPr>
          <p:cNvSpPr txBox="1"/>
          <p:nvPr/>
        </p:nvSpPr>
        <p:spPr>
          <a:xfrm>
            <a:off x="3335755" y="5630188"/>
            <a:ext cx="47827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b="1" dirty="0">
                <a:solidFill>
                  <a:srgbClr val="A93584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Large Retail Organisation – Senior Data Consultant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3536914-D7FE-0F22-C18B-A5D89F6503CF}"/>
              </a:ext>
            </a:extLst>
          </p:cNvPr>
          <p:cNvSpPr txBox="1"/>
          <p:nvPr/>
        </p:nvSpPr>
        <p:spPr>
          <a:xfrm>
            <a:off x="250509" y="1596808"/>
            <a:ext cx="2794374" cy="190757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500"/>
              </a:lnSpc>
            </a:pPr>
            <a:r>
              <a:rPr lang="en-US" sz="1000" spc="13" dirty="0">
                <a:latin typeface="Roboto Light"/>
                <a:ea typeface="Roboto Light"/>
                <a:cs typeface="Lato"/>
              </a:rPr>
              <a:t>Anto is a Senior Data Consultant who specialises in Solution Architecture, Technical Delivery and Team Leadership within the Data and Analytics space. </a:t>
            </a:r>
            <a:r>
              <a:rPr lang="en-US" sz="1000" spc="13" dirty="0" err="1">
                <a:latin typeface="Roboto Light"/>
                <a:ea typeface="Roboto Light"/>
                <a:cs typeface="Lato"/>
              </a:rPr>
              <a:t>Anto's</a:t>
            </a:r>
            <a:r>
              <a:rPr lang="en-US" sz="1000" spc="13" dirty="0">
                <a:latin typeface="Roboto Light"/>
                <a:ea typeface="Roboto Light"/>
                <a:cs typeface="Lato"/>
              </a:rPr>
              <a:t> roles with in the last several years have included Data Architecture, Data Engineering, Technical Team Leadership and Pre-Sales, across Multi-Cloud Technologies including Google Cloud Platform, Azure, AWS, Snowflake and Databricks in various industries, with various clients.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342889C-40F5-2629-E6A3-817A5EECED67}"/>
              </a:ext>
            </a:extLst>
          </p:cNvPr>
          <p:cNvSpPr txBox="1"/>
          <p:nvPr/>
        </p:nvSpPr>
        <p:spPr>
          <a:xfrm>
            <a:off x="255124" y="3551408"/>
            <a:ext cx="2898572" cy="171521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lnSpc>
                <a:spcPts val="1500"/>
              </a:lnSpc>
              <a:defRPr sz="1000" spc="13">
                <a:latin typeface="Roboto Light"/>
                <a:ea typeface="Roboto Light"/>
                <a:cs typeface="Lato"/>
              </a:defRPr>
            </a:lvl1pPr>
          </a:lstStyle>
          <a:p>
            <a:r>
              <a:rPr lang="en-US" dirty="0"/>
              <a:t>Anto has sound interpersonal, written and verbal communication skills and, has the ability to work under stressful situations to meet strict deadlines. He is well suited within a team environment with great problem-solving abilities, identifying problem areas and developing a workable solution. During his career Anto has proven to be a reliable, committed and hard-working individual who is always punctual and co-operative. 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BF88D81-5535-9CA4-E956-E5A6096E59DC}"/>
              </a:ext>
            </a:extLst>
          </p:cNvPr>
          <p:cNvSpPr txBox="1"/>
          <p:nvPr/>
        </p:nvSpPr>
        <p:spPr>
          <a:xfrm>
            <a:off x="3455048" y="3743592"/>
            <a:ext cx="4545408" cy="1790234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>
            <a:defPPr>
              <a:defRPr lang="en-US"/>
            </a:defPPr>
            <a:lvl1pPr marL="171450" indent="-171450">
              <a:buClr>
                <a:srgbClr val="00AB80"/>
              </a:buClr>
              <a:buFont typeface="Arial" panose="020B0604020202020204" pitchFamily="34" charset="0"/>
              <a:buChar char="•"/>
              <a:defRPr sz="90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</a:lstStyle>
          <a:p>
            <a:pPr marL="0" indent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1000" dirty="0"/>
              <a:t>Lead Architect / Technical lead on a complex Data Migration project involving on-premise database sources to Snowflake. Key responsibilities included:</a:t>
            </a:r>
          </a:p>
          <a:p>
            <a:pPr marL="0" indent="0">
              <a:spcBef>
                <a:spcPts val="100"/>
              </a:spcBef>
              <a:spcAft>
                <a:spcPts val="100"/>
              </a:spcAft>
              <a:buNone/>
            </a:pPr>
            <a:endParaRPr lang="en-US" sz="200" dirty="0"/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lang="en-US" sz="1000" dirty="0"/>
              <a:t>Worked with client architecture team and Snowflake to develop Target Architecture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lang="en-US" sz="1000" dirty="0"/>
              <a:t>Designed technical blueprint for target state Snowflake environment, including Informatica ‘’ELT’ data integrations, and Data Vault 2.0  modelling.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lang="en-US" sz="1000" dirty="0"/>
              <a:t>Design Lead supporting detailed Snowflake migration design and planning activities.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lang="en-US" sz="1000" dirty="0"/>
              <a:t>Developed migration automation framework for data and meta-data (Tables, Views, Procedures) from on-premise to Snowflake.</a:t>
            </a:r>
            <a:endParaRPr lang="en-AU" sz="1000" dirty="0"/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6260F2C2-2BAD-8746-08BD-953DBDF86432}"/>
              </a:ext>
            </a:extLst>
          </p:cNvPr>
          <p:cNvCxnSpPr>
            <a:cxnSpLocks/>
          </p:cNvCxnSpPr>
          <p:nvPr/>
        </p:nvCxnSpPr>
        <p:spPr>
          <a:xfrm>
            <a:off x="3428147" y="3812000"/>
            <a:ext cx="0" cy="16560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71E8655A-9388-59BA-F0D8-754D1DA66332}"/>
              </a:ext>
            </a:extLst>
          </p:cNvPr>
          <p:cNvSpPr txBox="1"/>
          <p:nvPr/>
        </p:nvSpPr>
        <p:spPr>
          <a:xfrm>
            <a:off x="3335756" y="3439500"/>
            <a:ext cx="45916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b="1" dirty="0">
                <a:solidFill>
                  <a:srgbClr val="ED7D3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Large Financial Services Organisation – Lead Data Consultant</a:t>
            </a:r>
          </a:p>
        </p:txBody>
      </p:sp>
    </p:spTree>
    <p:extLst>
      <p:ext uri="{BB962C8B-B14F-4D97-AF65-F5344CB8AC3E}">
        <p14:creationId xmlns:p14="http://schemas.microsoft.com/office/powerpoint/2010/main" val="20099235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1F5EC79307BDF4295C10AC82BCAE190" ma:contentTypeVersion="12" ma:contentTypeDescription="Create a new document." ma:contentTypeScope="" ma:versionID="0f0308aefe13974c65752fd3353aedfb">
  <xsd:schema xmlns:xsd="http://www.w3.org/2001/XMLSchema" xmlns:xs="http://www.w3.org/2001/XMLSchema" xmlns:p="http://schemas.microsoft.com/office/2006/metadata/properties" xmlns:ns2="daf93972-1964-4522-aa34-640805a01c3a" xmlns:ns3="e52cd9e7-35e5-4bd3-9cab-ca6a63c31e52" targetNamespace="http://schemas.microsoft.com/office/2006/metadata/properties" ma:root="true" ma:fieldsID="aba3c788a807feaf6f638ceb175dbe8c" ns2:_="" ns3:_="">
    <xsd:import namespace="daf93972-1964-4522-aa34-640805a01c3a"/>
    <xsd:import namespace="e52cd9e7-35e5-4bd3-9cab-ca6a63c31e5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OCR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af93972-1964-4522-aa34-640805a01c3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EventHashCode" ma:index="1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6" nillable="true" ma:displayName="Tags" ma:internalName="MediaServiceAutoTags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52cd9e7-35e5-4bd3-9cab-ca6a63c31e52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341CCFB-9B97-4CDD-9E78-7BC85D513606}">
  <ds:schemaRefs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e52cd9e7-35e5-4bd3-9cab-ca6a63c31e52"/>
    <ds:schemaRef ds:uri="http://schemas.openxmlformats.org/package/2006/metadata/core-properties"/>
    <ds:schemaRef ds:uri="http://schemas.microsoft.com/office/infopath/2007/PartnerControls"/>
    <ds:schemaRef ds:uri="http://www.w3.org/XML/1998/namespace"/>
    <ds:schemaRef ds:uri="daf93972-1964-4522-aa34-640805a01c3a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9E0A1238-CECE-463B-B4DE-5F6FC119F06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EB43297-5FC3-447A-AEF5-008ADD55C34D}"/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521</TotalTime>
  <Words>550</Words>
  <Application>Microsoft Office PowerPoint</Application>
  <PresentationFormat>Custom</PresentationFormat>
  <Paragraphs>73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Arial</vt:lpstr>
      <vt:lpstr>Calibri</vt:lpstr>
      <vt:lpstr>Calibri Light</vt:lpstr>
      <vt:lpstr>Libre Caslon Text</vt:lpstr>
      <vt:lpstr>Roboto</vt:lpstr>
      <vt:lpstr>Roboto Light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Johanna Jovel Hernández</dc:creator>
  <cp:lastModifiedBy>Andrew Nisbett</cp:lastModifiedBy>
  <cp:revision>3</cp:revision>
  <dcterms:created xsi:type="dcterms:W3CDTF">2019-12-03T01:50:37Z</dcterms:created>
  <dcterms:modified xsi:type="dcterms:W3CDTF">2022-11-21T23:06:36Z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0x01010081F5EC79307BDF4295C10AC82BCAE190</vt:lpwstr>
  </property>
</Properties>
</file>