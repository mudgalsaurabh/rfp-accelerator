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6"/>
  </p:notesMasterIdLst>
  <p:sldIdLst>
    <p:sldId id="271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3584"/>
    <a:srgbClr val="0059FF"/>
    <a:srgbClr val="ED7D31"/>
    <a:srgbClr val="0F2B3F"/>
    <a:srgbClr val="00A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D0F507-69D4-E8FC-CE34-27837762B03F}" v="24" dt="2025-03-13T01:58:28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l Collins" userId="S::joel.collins@intelia.com.au::d3ae1526-77cd-4d01-b42b-68ae1cb060b9" providerId="AD" clId="Web-{59D0F507-69D4-E8FC-CE34-27837762B03F}"/>
    <pc:docChg chg="delSld modSld">
      <pc:chgData name="Joel Collins" userId="S::joel.collins@intelia.com.au::d3ae1526-77cd-4d01-b42b-68ae1cb060b9" providerId="AD" clId="Web-{59D0F507-69D4-E8FC-CE34-27837762B03F}" dt="2025-03-13T01:58:28.197" v="12"/>
      <pc:docMkLst>
        <pc:docMk/>
      </pc:docMkLst>
      <pc:sldChg chg="del">
        <pc:chgData name="Joel Collins" userId="S::joel.collins@intelia.com.au::d3ae1526-77cd-4d01-b42b-68ae1cb060b9" providerId="AD" clId="Web-{59D0F507-69D4-E8FC-CE34-27837762B03F}" dt="2025-03-13T01:58:28.197" v="12"/>
        <pc:sldMkLst>
          <pc:docMk/>
          <pc:sldMk cId="2009923557" sldId="270"/>
        </pc:sldMkLst>
      </pc:sldChg>
      <pc:sldChg chg="modSp">
        <pc:chgData name="Joel Collins" userId="S::joel.collins@intelia.com.au::d3ae1526-77cd-4d01-b42b-68ae1cb060b9" providerId="AD" clId="Web-{59D0F507-69D4-E8FC-CE34-27837762B03F}" dt="2025-03-13T01:58:21.274" v="11" actId="20577"/>
        <pc:sldMkLst>
          <pc:docMk/>
          <pc:sldMk cId="2582266564" sldId="271"/>
        </pc:sldMkLst>
        <pc:spChg chg="mod">
          <ac:chgData name="Joel Collins" userId="S::joel.collins@intelia.com.au::d3ae1526-77cd-4d01-b42b-68ae1cb060b9" providerId="AD" clId="Web-{59D0F507-69D4-E8FC-CE34-27837762B03F}" dt="2025-03-13T01:58:01.695" v="2" actId="20577"/>
          <ac:spMkLst>
            <pc:docMk/>
            <pc:sldMk cId="2582266564" sldId="271"/>
            <ac:spMk id="6" creationId="{701E125D-B356-8A2A-B86B-AB6567CEABE1}"/>
          </ac:spMkLst>
        </pc:spChg>
        <pc:spChg chg="mod">
          <ac:chgData name="Joel Collins" userId="S::joel.collins@intelia.com.au::d3ae1526-77cd-4d01-b42b-68ae1cb060b9" providerId="AD" clId="Web-{59D0F507-69D4-E8FC-CE34-27837762B03F}" dt="2025-03-13T01:58:21.274" v="11" actId="20577"/>
          <ac:spMkLst>
            <pc:docMk/>
            <pc:sldMk cId="2582266564" sldId="271"/>
            <ac:spMk id="17" creationId="{1BDE5051-9F34-F139-742D-4450E5D6591E}"/>
          </ac:spMkLst>
        </pc:spChg>
      </pc:sldChg>
    </pc:docChg>
  </pc:docChgLst>
  <pc:docChgLst>
    <pc:chgData name="Rohit Gupta" userId="S::rohit.gupta@intelia.com.au::dd432651-7a95-4c1e-8a2a-be3a9a69aa9d" providerId="AD" clId="Web-{E408A76F-1507-F190-9DC4-8D54E4C485C1}"/>
    <pc:docChg chg="addSld modSld">
      <pc:chgData name="Rohit Gupta" userId="S::rohit.gupta@intelia.com.au::dd432651-7a95-4c1e-8a2a-be3a9a69aa9d" providerId="AD" clId="Web-{E408A76F-1507-F190-9DC4-8D54E4C485C1}" dt="2024-12-11T05:53:33.546" v="52" actId="20577"/>
      <pc:docMkLst>
        <pc:docMk/>
      </pc:docMkLst>
      <pc:sldChg chg="modSp add replId">
        <pc:chgData name="Rohit Gupta" userId="S::rohit.gupta@intelia.com.au::dd432651-7a95-4c1e-8a2a-be3a9a69aa9d" providerId="AD" clId="Web-{E408A76F-1507-F190-9DC4-8D54E4C485C1}" dt="2024-12-11T05:53:33.546" v="52" actId="20577"/>
        <pc:sldMkLst>
          <pc:docMk/>
          <pc:sldMk cId="2582266564" sldId="271"/>
        </pc:sldMkLst>
        <pc:spChg chg="mod">
          <ac:chgData name="Rohit Gupta" userId="S::rohit.gupta@intelia.com.au::dd432651-7a95-4c1e-8a2a-be3a9a69aa9d" providerId="AD" clId="Web-{E408A76F-1507-F190-9DC4-8D54E4C485C1}" dt="2024-12-11T05:53:33.546" v="52" actId="20577"/>
          <ac:spMkLst>
            <pc:docMk/>
            <pc:sldMk cId="2582266564" sldId="271"/>
            <ac:spMk id="38" creationId="{AB47A2EE-BF0B-DB05-8B7C-DB6594B2B3D5}"/>
          </ac:spMkLst>
        </pc:spChg>
      </pc:sldChg>
    </pc:docChg>
  </pc:docChgLst>
  <pc:docChgLst>
    <pc:chgData name="Rohit Gupta" userId="S::rohit.gupta@intelia.com.au::dd432651-7a95-4c1e-8a2a-be3a9a69aa9d" providerId="AD" clId="Web-{51AEF438-146F-A172-BB0E-1E3F4A1AF7C2}"/>
    <pc:docChg chg="modSld">
      <pc:chgData name="Rohit Gupta" userId="S::rohit.gupta@intelia.com.au::dd432651-7a95-4c1e-8a2a-be3a9a69aa9d" providerId="AD" clId="Web-{51AEF438-146F-A172-BB0E-1E3F4A1AF7C2}" dt="2024-12-11T11:12:27.462" v="22" actId="20577"/>
      <pc:docMkLst>
        <pc:docMk/>
      </pc:docMkLst>
      <pc:sldChg chg="modSp">
        <pc:chgData name="Rohit Gupta" userId="S::rohit.gupta@intelia.com.au::dd432651-7a95-4c1e-8a2a-be3a9a69aa9d" providerId="AD" clId="Web-{51AEF438-146F-A172-BB0E-1E3F4A1AF7C2}" dt="2024-12-11T11:12:27.462" v="22" actId="20577"/>
        <pc:sldMkLst>
          <pc:docMk/>
          <pc:sldMk cId="2582266564" sldId="271"/>
        </pc:sldMkLst>
        <pc:spChg chg="mod">
          <ac:chgData name="Rohit Gupta" userId="S::rohit.gupta@intelia.com.au::dd432651-7a95-4c1e-8a2a-be3a9a69aa9d" providerId="AD" clId="Web-{51AEF438-146F-A172-BB0E-1E3F4A1AF7C2}" dt="2024-12-11T11:12:27.462" v="22" actId="20577"/>
          <ac:spMkLst>
            <pc:docMk/>
            <pc:sldMk cId="2582266564" sldId="271"/>
            <ac:spMk id="8" creationId="{59FEB941-5146-6B10-4E4D-8A4ADE918AEF}"/>
          </ac:spMkLst>
        </pc:spChg>
        <pc:spChg chg="mod">
          <ac:chgData name="Rohit Gupta" userId="S::rohit.gupta@intelia.com.au::dd432651-7a95-4c1e-8a2a-be3a9a69aa9d" providerId="AD" clId="Web-{51AEF438-146F-A172-BB0E-1E3F4A1AF7C2}" dt="2024-12-11T10:52:36.991" v="16" actId="20577"/>
          <ac:spMkLst>
            <pc:docMk/>
            <pc:sldMk cId="2582266564" sldId="271"/>
            <ac:spMk id="42" creationId="{7BCF00EA-F0B2-EFF4-7EAB-DD31E96DBDE2}"/>
          </ac:spMkLst>
        </pc:spChg>
      </pc:sldChg>
    </pc:docChg>
  </pc:docChgLst>
  <pc:docChgLst>
    <pc:chgData name="Darcy Roach" userId="ba676ee9-e9b4-49e8-a515-8077106c948d" providerId="ADAL" clId="{7366D187-E858-4893-8DAF-F1A466E9181B}"/>
    <pc:docChg chg="undo custSel modSld">
      <pc:chgData name="Darcy Roach" userId="ba676ee9-e9b4-49e8-a515-8077106c948d" providerId="ADAL" clId="{7366D187-E858-4893-8DAF-F1A466E9181B}" dt="2024-05-20T05:02:45.516" v="1976" actId="1076"/>
      <pc:docMkLst>
        <pc:docMk/>
      </pc:docMkLst>
      <pc:sldChg chg="addSp delSp modSp mod">
        <pc:chgData name="Darcy Roach" userId="ba676ee9-e9b4-49e8-a515-8077106c948d" providerId="ADAL" clId="{7366D187-E858-4893-8DAF-F1A466E9181B}" dt="2024-05-20T05:02:45.516" v="1976" actId="1076"/>
        <pc:sldMkLst>
          <pc:docMk/>
          <pc:sldMk cId="2009923557" sldId="270"/>
        </pc:sldMkLst>
      </pc:sldChg>
    </pc:docChg>
  </pc:docChgLst>
  <pc:docChgLst>
    <pc:chgData name="Joel Collins" userId="S::joel.collins@intelia.com.au::d3ae1526-77cd-4d01-b42b-68ae1cb060b9" providerId="AD" clId="Web-{80915575-0A09-D526-754E-ABA81197F7FB}"/>
    <pc:docChg chg="modSld">
      <pc:chgData name="Joel Collins" userId="S::joel.collins@intelia.com.au::d3ae1526-77cd-4d01-b42b-68ae1cb060b9" providerId="AD" clId="Web-{80915575-0A09-D526-754E-ABA81197F7FB}" dt="2024-12-11T23:22:32.360" v="16" actId="20577"/>
      <pc:docMkLst>
        <pc:docMk/>
      </pc:docMkLst>
      <pc:sldChg chg="modSp">
        <pc:chgData name="Joel Collins" userId="S::joel.collins@intelia.com.au::d3ae1526-77cd-4d01-b42b-68ae1cb060b9" providerId="AD" clId="Web-{80915575-0A09-D526-754E-ABA81197F7FB}" dt="2024-12-11T23:22:32.360" v="16" actId="20577"/>
        <pc:sldMkLst>
          <pc:docMk/>
          <pc:sldMk cId="2582266564" sldId="271"/>
        </pc:sldMkLst>
        <pc:spChg chg="mod">
          <ac:chgData name="Joel Collins" userId="S::joel.collins@intelia.com.au::d3ae1526-77cd-4d01-b42b-68ae1cb060b9" providerId="AD" clId="Web-{80915575-0A09-D526-754E-ABA81197F7FB}" dt="2024-12-11T23:22:32.360" v="16" actId="20577"/>
          <ac:spMkLst>
            <pc:docMk/>
            <pc:sldMk cId="2582266564" sldId="271"/>
            <ac:spMk id="17" creationId="{1BDE5051-9F34-F139-742D-4450E5D6591E}"/>
          </ac:spMkLst>
        </pc:spChg>
      </pc:sldChg>
    </pc:docChg>
  </pc:docChgLst>
  <pc:docChgLst>
    <pc:chgData name="Rohit Gupta" userId="S::rohit.gupta@intelia.com.au::dd432651-7a95-4c1e-8a2a-be3a9a69aa9d" providerId="AD" clId="Web-{931B7F65-7C14-C84E-12A0-4DB90DC6B519}"/>
    <pc:docChg chg="modSld">
      <pc:chgData name="Rohit Gupta" userId="S::rohit.gupta@intelia.com.au::dd432651-7a95-4c1e-8a2a-be3a9a69aa9d" providerId="AD" clId="Web-{931B7F65-7C14-C84E-12A0-4DB90DC6B519}" dt="2024-12-11T11:14:08.164" v="24" actId="20577"/>
      <pc:docMkLst>
        <pc:docMk/>
      </pc:docMkLst>
      <pc:sldChg chg="modSp">
        <pc:chgData name="Rohit Gupta" userId="S::rohit.gupta@intelia.com.au::dd432651-7a95-4c1e-8a2a-be3a9a69aa9d" providerId="AD" clId="Web-{931B7F65-7C14-C84E-12A0-4DB90DC6B519}" dt="2024-12-11T11:14:08.164" v="24" actId="20577"/>
        <pc:sldMkLst>
          <pc:docMk/>
          <pc:sldMk cId="2582266564" sldId="271"/>
        </pc:sldMkLst>
        <pc:spChg chg="mod">
          <ac:chgData name="Rohit Gupta" userId="S::rohit.gupta@intelia.com.au::dd432651-7a95-4c1e-8a2a-be3a9a69aa9d" providerId="AD" clId="Web-{931B7F65-7C14-C84E-12A0-4DB90DC6B519}" dt="2024-12-11T11:13:37.866" v="18" actId="20577"/>
          <ac:spMkLst>
            <pc:docMk/>
            <pc:sldMk cId="2582266564" sldId="271"/>
            <ac:spMk id="8" creationId="{59FEB941-5146-6B10-4E4D-8A4ADE918AEF}"/>
          </ac:spMkLst>
        </pc:spChg>
        <pc:spChg chg="mod">
          <ac:chgData name="Rohit Gupta" userId="S::rohit.gupta@intelia.com.au::dd432651-7a95-4c1e-8a2a-be3a9a69aa9d" providerId="AD" clId="Web-{931B7F65-7C14-C84E-12A0-4DB90DC6B519}" dt="2024-12-11T11:14:08.164" v="24" actId="20577"/>
          <ac:spMkLst>
            <pc:docMk/>
            <pc:sldMk cId="2582266564" sldId="271"/>
            <ac:spMk id="37" creationId="{94D152B4-4FE7-F151-7F5E-0F24841B1F49}"/>
          </ac:spMkLst>
        </pc:spChg>
      </pc:sldChg>
    </pc:docChg>
  </pc:docChgLst>
  <pc:docChgLst>
    <pc:chgData name="Darcy Roach" userId="ba676ee9-e9b4-49e8-a515-8077106c948d" providerId="ADAL" clId="{143911EF-61AB-4151-989B-33D2CE673968}"/>
    <pc:docChg chg="undo custSel modSld sldOrd">
      <pc:chgData name="Darcy Roach" userId="ba676ee9-e9b4-49e8-a515-8077106c948d" providerId="ADAL" clId="{143911EF-61AB-4151-989B-33D2CE673968}" dt="2024-12-11T22:42:26.282" v="214" actId="14100"/>
      <pc:docMkLst>
        <pc:docMk/>
      </pc:docMkLst>
      <pc:sldChg chg="delSp modSp mod">
        <pc:chgData name="Darcy Roach" userId="ba676ee9-e9b4-49e8-a515-8077106c948d" providerId="ADAL" clId="{143911EF-61AB-4151-989B-33D2CE673968}" dt="2024-12-11T22:38:52.576" v="197" actId="1076"/>
        <pc:sldMkLst>
          <pc:docMk/>
          <pc:sldMk cId="2009923557" sldId="270"/>
        </pc:sldMkLst>
        <pc:spChg chg="del mod">
          <ac:chgData name="Darcy Roach" userId="ba676ee9-e9b4-49e8-a515-8077106c948d" providerId="ADAL" clId="{143911EF-61AB-4151-989B-33D2CE673968}" dt="2024-12-11T22:38:44.551" v="196" actId="478"/>
          <ac:spMkLst>
            <pc:docMk/>
            <pc:sldMk cId="2009923557" sldId="270"/>
            <ac:spMk id="6" creationId="{701E125D-B356-8A2A-B86B-AB6567CEABE1}"/>
          </ac:spMkLst>
        </pc:spChg>
        <pc:spChg chg="del topLvl">
          <ac:chgData name="Darcy Roach" userId="ba676ee9-e9b4-49e8-a515-8077106c948d" providerId="ADAL" clId="{143911EF-61AB-4151-989B-33D2CE673968}" dt="2024-12-11T22:38:44.551" v="196" actId="478"/>
          <ac:spMkLst>
            <pc:docMk/>
            <pc:sldMk cId="2009923557" sldId="270"/>
            <ac:spMk id="8" creationId="{59FEB941-5146-6B10-4E4D-8A4ADE918AEF}"/>
          </ac:spMkLst>
        </pc:spChg>
        <pc:spChg chg="mod">
          <ac:chgData name="Darcy Roach" userId="ba676ee9-e9b4-49e8-a515-8077106c948d" providerId="ADAL" clId="{143911EF-61AB-4151-989B-33D2CE673968}" dt="2024-12-11T22:23:30.322" v="177" actId="255"/>
          <ac:spMkLst>
            <pc:docMk/>
            <pc:sldMk cId="2009923557" sldId="270"/>
            <ac:spMk id="38" creationId="{AB47A2EE-BF0B-DB05-8B7C-DB6594B2B3D5}"/>
          </ac:spMkLst>
        </pc:spChg>
        <pc:grpChg chg="mod">
          <ac:chgData name="Darcy Roach" userId="ba676ee9-e9b4-49e8-a515-8077106c948d" providerId="ADAL" clId="{143911EF-61AB-4151-989B-33D2CE673968}" dt="2024-12-11T22:38:52.576" v="197" actId="1076"/>
          <ac:grpSpMkLst>
            <pc:docMk/>
            <pc:sldMk cId="2009923557" sldId="270"/>
            <ac:grpSpMk id="29" creationId="{7245A94B-FDB4-0CC2-5989-3DDBB5D2ACCC}"/>
          </ac:grpSpMkLst>
        </pc:grpChg>
        <pc:grpChg chg="del">
          <ac:chgData name="Darcy Roach" userId="ba676ee9-e9b4-49e8-a515-8077106c948d" providerId="ADAL" clId="{143911EF-61AB-4151-989B-33D2CE673968}" dt="2024-12-11T22:38:44.551" v="196" actId="478"/>
          <ac:grpSpMkLst>
            <pc:docMk/>
            <pc:sldMk cId="2009923557" sldId="270"/>
            <ac:grpSpMk id="34" creationId="{0BBEF8AB-50F3-A0AA-9946-9CFF5A8CFABB}"/>
          </ac:grpSpMkLst>
        </pc:grpChg>
        <pc:grpChg chg="mod">
          <ac:chgData name="Darcy Roach" userId="ba676ee9-e9b4-49e8-a515-8077106c948d" providerId="ADAL" clId="{143911EF-61AB-4151-989B-33D2CE673968}" dt="2024-12-11T22:38:52.576" v="197" actId="1076"/>
          <ac:grpSpMkLst>
            <pc:docMk/>
            <pc:sldMk cId="2009923557" sldId="270"/>
            <ac:grpSpMk id="36" creationId="{EA4E3419-46ED-7E66-8D5A-B69903FEA3C5}"/>
          </ac:grpSpMkLst>
        </pc:grpChg>
        <pc:cxnChg chg="del topLvl">
          <ac:chgData name="Darcy Roach" userId="ba676ee9-e9b4-49e8-a515-8077106c948d" providerId="ADAL" clId="{143911EF-61AB-4151-989B-33D2CE673968}" dt="2024-12-11T22:38:44.551" v="196" actId="478"/>
          <ac:cxnSpMkLst>
            <pc:docMk/>
            <pc:sldMk cId="2009923557" sldId="270"/>
            <ac:cxnSpMk id="3" creationId="{67C34E10-2CF8-9BCA-1CC6-D78A3FF9CA80}"/>
          </ac:cxnSpMkLst>
        </pc:cxnChg>
      </pc:sldChg>
      <pc:sldChg chg="addSp delSp modSp mod ord">
        <pc:chgData name="Darcy Roach" userId="ba676ee9-e9b4-49e8-a515-8077106c948d" providerId="ADAL" clId="{143911EF-61AB-4151-989B-33D2CE673968}" dt="2024-12-11T22:42:26.282" v="214" actId="14100"/>
        <pc:sldMkLst>
          <pc:docMk/>
          <pc:sldMk cId="2582266564" sldId="271"/>
        </pc:sldMkLst>
        <pc:spChg chg="mod">
          <ac:chgData name="Darcy Roach" userId="ba676ee9-e9b4-49e8-a515-8077106c948d" providerId="ADAL" clId="{143911EF-61AB-4151-989B-33D2CE673968}" dt="2024-12-11T22:35:44.827" v="181" actId="1076"/>
          <ac:spMkLst>
            <pc:docMk/>
            <pc:sldMk cId="2582266564" sldId="271"/>
            <ac:spMk id="6" creationId="{701E125D-B356-8A2A-B86B-AB6567CEABE1}"/>
          </ac:spMkLst>
        </pc:spChg>
        <pc:spChg chg="mod">
          <ac:chgData name="Darcy Roach" userId="ba676ee9-e9b4-49e8-a515-8077106c948d" providerId="ADAL" clId="{143911EF-61AB-4151-989B-33D2CE673968}" dt="2024-12-11T22:41:43.470" v="211" actId="1076"/>
          <ac:spMkLst>
            <pc:docMk/>
            <pc:sldMk cId="2582266564" sldId="271"/>
            <ac:spMk id="8" creationId="{59FEB941-5146-6B10-4E4D-8A4ADE918AEF}"/>
          </ac:spMkLst>
        </pc:spChg>
        <pc:spChg chg="mod">
          <ac:chgData name="Darcy Roach" userId="ba676ee9-e9b4-49e8-a515-8077106c948d" providerId="ADAL" clId="{143911EF-61AB-4151-989B-33D2CE673968}" dt="2024-12-11T22:42:18.126" v="213" actId="20577"/>
          <ac:spMkLst>
            <pc:docMk/>
            <pc:sldMk cId="2582266564" sldId="271"/>
            <ac:spMk id="9" creationId="{7C843185-9CDE-4019-0E12-6B5D47890A2E}"/>
          </ac:spMkLst>
        </pc:spChg>
        <pc:spChg chg="mod">
          <ac:chgData name="Darcy Roach" userId="ba676ee9-e9b4-49e8-a515-8077106c948d" providerId="ADAL" clId="{143911EF-61AB-4151-989B-33D2CE673968}" dt="2024-12-11T22:38:12.098" v="192" actId="207"/>
          <ac:spMkLst>
            <pc:docMk/>
            <pc:sldMk cId="2582266564" sldId="271"/>
            <ac:spMk id="12" creationId="{E655113B-E279-1F0E-05C3-4030E3F9F0E6}"/>
          </ac:spMkLst>
        </pc:spChg>
        <pc:spChg chg="mod">
          <ac:chgData name="Darcy Roach" userId="ba676ee9-e9b4-49e8-a515-8077106c948d" providerId="ADAL" clId="{143911EF-61AB-4151-989B-33D2CE673968}" dt="2024-12-11T06:00:47.003" v="167" actId="20577"/>
          <ac:spMkLst>
            <pc:docMk/>
            <pc:sldMk cId="2582266564" sldId="271"/>
            <ac:spMk id="37" creationId="{94D152B4-4FE7-F151-7F5E-0F24841B1F49}"/>
          </ac:spMkLst>
        </pc:spChg>
        <pc:spChg chg="mod">
          <ac:chgData name="Darcy Roach" userId="ba676ee9-e9b4-49e8-a515-8077106c948d" providerId="ADAL" clId="{143911EF-61AB-4151-989B-33D2CE673968}" dt="2024-12-11T22:23:47.755" v="178" actId="255"/>
          <ac:spMkLst>
            <pc:docMk/>
            <pc:sldMk cId="2582266564" sldId="271"/>
            <ac:spMk id="38" creationId="{AB47A2EE-BF0B-DB05-8B7C-DB6594B2B3D5}"/>
          </ac:spMkLst>
        </pc:spChg>
        <pc:spChg chg="mod">
          <ac:chgData name="Darcy Roach" userId="ba676ee9-e9b4-49e8-a515-8077106c948d" providerId="ADAL" clId="{143911EF-61AB-4151-989B-33D2CE673968}" dt="2024-12-11T22:39:32.777" v="204" actId="20577"/>
          <ac:spMkLst>
            <pc:docMk/>
            <pc:sldMk cId="2582266564" sldId="271"/>
            <ac:spMk id="42" creationId="{7BCF00EA-F0B2-EFF4-7EAB-DD31E96DBDE2}"/>
          </ac:spMkLst>
        </pc:spChg>
        <pc:grpChg chg="add mod">
          <ac:chgData name="Darcy Roach" userId="ba676ee9-e9b4-49e8-a515-8077106c948d" providerId="ADAL" clId="{143911EF-61AB-4151-989B-33D2CE673968}" dt="2024-12-11T22:41:00.371" v="210" actId="1076"/>
          <ac:grpSpMkLst>
            <pc:docMk/>
            <pc:sldMk cId="2582266564" sldId="271"/>
            <ac:grpSpMk id="2" creationId="{CDE7DD2D-42A7-14AF-E046-0C0CD341CF2D}"/>
          </ac:grpSpMkLst>
        </pc:grpChg>
        <pc:grpChg chg="del">
          <ac:chgData name="Darcy Roach" userId="ba676ee9-e9b4-49e8-a515-8077106c948d" providerId="ADAL" clId="{143911EF-61AB-4151-989B-33D2CE673968}" dt="2024-12-11T06:00:52.644" v="168" actId="478"/>
          <ac:grpSpMkLst>
            <pc:docMk/>
            <pc:sldMk cId="2582266564" sldId="271"/>
            <ac:grpSpMk id="29" creationId="{7245A94B-FDB4-0CC2-5989-3DDBB5D2ACCC}"/>
          </ac:grpSpMkLst>
        </pc:grpChg>
        <pc:grpChg chg="mod">
          <ac:chgData name="Darcy Roach" userId="ba676ee9-e9b4-49e8-a515-8077106c948d" providerId="ADAL" clId="{143911EF-61AB-4151-989B-33D2CE673968}" dt="2024-12-11T22:35:52.261" v="182" actId="1076"/>
          <ac:grpSpMkLst>
            <pc:docMk/>
            <pc:sldMk cId="2582266564" sldId="271"/>
            <ac:grpSpMk id="34" creationId="{0BBEF8AB-50F3-A0AA-9946-9CFF5A8CFABB}"/>
          </ac:grpSpMkLst>
        </pc:grpChg>
        <pc:grpChg chg="mod">
          <ac:chgData name="Darcy Roach" userId="ba676ee9-e9b4-49e8-a515-8077106c948d" providerId="ADAL" clId="{143911EF-61AB-4151-989B-33D2CE673968}" dt="2024-12-11T22:41:52.822" v="212" actId="1076"/>
          <ac:grpSpMkLst>
            <pc:docMk/>
            <pc:sldMk cId="2582266564" sldId="271"/>
            <ac:grpSpMk id="36" creationId="{EA4E3419-46ED-7E66-8D5A-B69903FEA3C5}"/>
          </ac:grpSpMkLst>
        </pc:grpChg>
        <pc:cxnChg chg="mod">
          <ac:chgData name="Darcy Roach" userId="ba676ee9-e9b4-49e8-a515-8077106c948d" providerId="ADAL" clId="{143911EF-61AB-4151-989B-33D2CE673968}" dt="2024-12-11T22:41:43.470" v="211" actId="1076"/>
          <ac:cxnSpMkLst>
            <pc:docMk/>
            <pc:sldMk cId="2582266564" sldId="271"/>
            <ac:cxnSpMk id="3" creationId="{67C34E10-2CF8-9BCA-1CC6-D78A3FF9CA80}"/>
          </ac:cxnSpMkLst>
        </pc:cxnChg>
        <pc:cxnChg chg="mod">
          <ac:chgData name="Darcy Roach" userId="ba676ee9-e9b4-49e8-a515-8077106c948d" providerId="ADAL" clId="{143911EF-61AB-4151-989B-33D2CE673968}" dt="2024-12-11T22:42:26.282" v="214" actId="14100"/>
          <ac:cxnSpMkLst>
            <pc:docMk/>
            <pc:sldMk cId="2582266564" sldId="271"/>
            <ac:cxnSpMk id="10" creationId="{D39DDDB8-983E-6906-FE3D-F9FF6394CA08}"/>
          </ac:cxnSpMkLst>
        </pc:cxnChg>
        <pc:cxnChg chg="mod">
          <ac:chgData name="Darcy Roach" userId="ba676ee9-e9b4-49e8-a515-8077106c948d" providerId="ADAL" clId="{143911EF-61AB-4151-989B-33D2CE673968}" dt="2024-12-11T22:23:57.222" v="179" actId="14100"/>
          <ac:cxnSpMkLst>
            <pc:docMk/>
            <pc:sldMk cId="2582266564" sldId="271"/>
            <ac:cxnSpMk id="43" creationId="{BFA155C0-CDE6-B784-7BC8-447927F165E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1747D-CFFD-4D07-9136-55EF5F499B5C}" type="datetimeFigureOut">
              <a:rPr lang="en-AU" smtClean="0"/>
              <a:t>12/03/2025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4988" y="857250"/>
            <a:ext cx="29940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14CA1-E3A7-4251-AC12-A0F93F98D3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9381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14CA1-E3A7-4251-AC12-A0F93F98D35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935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7603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Rohit </a:t>
            </a:r>
          </a:p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Gupta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25585" y="1578840"/>
            <a:ext cx="2898615" cy="30617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AU" sz="1000" spc="13" dirty="0">
                <a:latin typeface="Roboto Light"/>
                <a:ea typeface="Roboto Light"/>
                <a:cs typeface="Lato"/>
              </a:rPr>
              <a:t>Rohit is a seasoned Data Engineer with over a decade of experience in IT and data consulting, research, and academia. He specialises in software engineering, data engineering, machine learning, and artificial intelligence, bringing a wealth of knowledge and expertise. </a:t>
            </a:r>
          </a:p>
          <a:p>
            <a:pPr>
              <a:lnSpc>
                <a:spcPts val="1500"/>
              </a:lnSpc>
            </a:pPr>
            <a:endParaRPr lang="en-AU" sz="1000" spc="13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/>
                <a:ea typeface="Roboto Light"/>
                <a:cs typeface="Lato"/>
              </a:rPr>
              <a:t>Rohit is highly skilled in developing ETL processes, data pipelines, and cloud-based solutions. Complementary to his strong soft skills Rohit is also adept in creative problem-solving, making informed decisions, and managing time efficiently to meet project deadlines. Boasting strong leadership qualities, Rohit has a proven track record of driving data-driven initiatives across multiple industries exceeding client expectations.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40984" y="1000480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747849"/>
            <a:ext cx="1510046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Google Cloud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Amazon Web Service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Postgres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MongoDB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Snowflake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Databricks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Docker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Terraform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Large Language Models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306395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601996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456630"/>
            <a:ext cx="1951941" cy="151580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20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Retail</a:t>
            </a:r>
            <a:r>
              <a:rPr lang="en-AU" sz="1200">
                <a:solidFill>
                  <a:srgbClr val="00AB80"/>
                </a:solidFill>
              </a:rPr>
              <a:t>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AU" sz="1200">
                <a:solidFill>
                  <a:srgbClr val="00AB80"/>
                </a:solidFill>
              </a:rPr>
              <a:t>Education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AU" sz="1200">
                <a:solidFill>
                  <a:srgbClr val="00AB80"/>
                </a:solidFill>
              </a:rPr>
              <a:t>Legal</a:t>
            </a:r>
            <a:endParaRPr lang="en-GB" sz="1200">
              <a:solidFill>
                <a:srgbClr val="00AB80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521839"/>
            <a:ext cx="1963972" cy="2746906"/>
            <a:chOff x="8106458" y="2681447"/>
            <a:chExt cx="1963972" cy="274690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63972" cy="274690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15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>
                  <a:solidFill>
                    <a:srgbClr val="00AB80"/>
                  </a:solidFill>
                  <a:effectLst/>
                  <a:latin typeface="Roboto Light"/>
                  <a:ea typeface="Calibri"/>
                  <a:cs typeface="Roboto Light"/>
                </a:rPr>
                <a:t>Snowflake | </a:t>
              </a:r>
              <a:r>
                <a:rPr lang="en-GB" sz="1150" err="1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SnowPro</a:t>
              </a:r>
              <a:r>
                <a:rPr lang="en-GB" sz="115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 Core Certified</a:t>
              </a:r>
              <a:endParaRPr lang="en-GB" sz="1150">
                <a:solidFill>
                  <a:srgbClr val="00AB80"/>
                </a:solidFill>
                <a:effectLst/>
                <a:latin typeface="Roboto Light"/>
                <a:ea typeface="Calibri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>
                <a:solidFill>
                  <a:srgbClr val="00AB80"/>
                </a:solidFill>
                <a:latin typeface="Calibri"/>
                <a:ea typeface="Calibri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>
                  <a:solidFill>
                    <a:srgbClr val="00AB80"/>
                  </a:solidFill>
                  <a:latin typeface="Roboto Light"/>
                  <a:ea typeface="Roboto Light"/>
                  <a:cs typeface="Roboto Light"/>
                </a:rPr>
                <a:t>GCP | Certified Professional Data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Masters Degree | Data Science - University of Melbourne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Bachelors Degree | Engineering, Information Technology - </a:t>
              </a:r>
              <a:r>
                <a:rPr lang="en-AU" sz="1150" err="1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Vidiya</a:t>
              </a:r>
              <a:r>
                <a:rPr lang="en-AU" sz="115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 </a:t>
              </a:r>
              <a:r>
                <a:rPr lang="en-AU" sz="1150" err="1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Vardihini</a:t>
              </a:r>
              <a:r>
                <a:rPr lang="en-AU" sz="115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 University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31066" y="5747849"/>
            <a:ext cx="1502582" cy="23083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Data Science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Data Governance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Data Architecture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Data Modeling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Visualisations</a:t>
            </a: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Warehousing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AI &amp; ML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Dashboards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BEF8AB-50F3-A0AA-9946-9CFF5A8CFABB}"/>
              </a:ext>
            </a:extLst>
          </p:cNvPr>
          <p:cNvGrpSpPr/>
          <p:nvPr/>
        </p:nvGrpSpPr>
        <p:grpSpPr>
          <a:xfrm>
            <a:off x="3359463" y="1033783"/>
            <a:ext cx="4653569" cy="2516646"/>
            <a:chOff x="3321267" y="1094557"/>
            <a:chExt cx="4653569" cy="251664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FEB941-5146-6B10-4E4D-8A4ADE918AEF}"/>
                </a:ext>
              </a:extLst>
            </p:cNvPr>
            <p:cNvSpPr txBox="1"/>
            <p:nvPr/>
          </p:nvSpPr>
          <p:spPr>
            <a:xfrm>
              <a:off x="3463961" y="1518322"/>
              <a:ext cx="4510875" cy="2092881"/>
            </a:xfrm>
            <a:prstGeom prst="rect">
              <a:avLst/>
            </a:prstGeom>
            <a:noFill/>
          </p:spPr>
          <p:txBody>
            <a:bodyPr wrap="square" lIns="91440" tIns="45720" rIns="91440" bIns="45720" numCol="1" rtlCol="0" anchor="t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Developed scalable and optimised data pipelines on GCP using Cloud Run, Cloud Functions, Workflows, and </a:t>
              </a:r>
              <a:r>
                <a:rPr lang="en-AU" sz="1000" err="1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BigQuery</a:t>
              </a:r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, ensuring efficient ingestion, processing, and error tracking at scale</a:t>
              </a:r>
              <a:endParaRPr lang="en-US">
                <a:solidFill>
                  <a:schemeClr val="bg1"/>
                </a:solidFill>
                <a:latin typeface="Roboto Light"/>
                <a:ea typeface="Roboto Light"/>
                <a:cs typeface="Roboto Light"/>
              </a:endParaRPr>
            </a:p>
            <a:p>
              <a:pPr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Designed and implemented data models to support the generation, storage, and retrieval of vector embeddings for articles, images, and videos</a:t>
              </a:r>
              <a:endParaRPr lang="en-AU">
                <a:solidFill>
                  <a:schemeClr val="bg1"/>
                </a:solidFill>
              </a:endParaRPr>
            </a:p>
            <a:p>
              <a:pPr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Designed workflows to process and store transcriptions from images and chunked video content, ensuring seamless integration with downstream embedding pipelines</a:t>
              </a:r>
            </a:p>
            <a:p>
              <a:pPr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Created external table setups and optimised query strategies in </a:t>
              </a:r>
              <a:r>
                <a:rPr lang="en-AU" sz="1000" err="1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BigQuery</a:t>
              </a:r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 to handle data efficiently and minimise processing costs</a:t>
              </a:r>
              <a:endParaRPr lang="en-AU">
                <a:solidFill>
                  <a:schemeClr val="bg1"/>
                </a:solidFill>
              </a:endParaRPr>
            </a:p>
            <a:p>
              <a:pPr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Developed Looker Studio dashboards to monitor ingestion statistics, search usage metrics, and operational performance, enabling data-driven decision-making</a:t>
              </a:r>
              <a:endParaRPr lang="en-AU">
                <a:solidFill>
                  <a:schemeClr val="bg1"/>
                </a:solidFill>
                <a:cs typeface="Roboto Light" panose="02000000000000000000" pitchFamily="2" charset="0"/>
              </a:endParaRP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7C34E10-2CF8-9BCA-1CC6-D78A3FF9CA80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3" y="1596852"/>
              <a:ext cx="0" cy="1928949"/>
            </a:xfrm>
            <a:prstGeom prst="line">
              <a:avLst/>
            </a:prstGeom>
            <a:ln w="19050">
              <a:solidFill>
                <a:srgbClr val="005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1E125D-B356-8A2A-B86B-AB6567CEABE1}"/>
                </a:ext>
              </a:extLst>
            </p:cNvPr>
            <p:cNvSpPr txBox="1"/>
            <p:nvPr/>
          </p:nvSpPr>
          <p:spPr>
            <a:xfrm>
              <a:off x="3321267" y="1094557"/>
              <a:ext cx="4581050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b="1" dirty="0">
                  <a:solidFill>
                    <a:srgbClr val="0059FF"/>
                  </a:solidFill>
                  <a:latin typeface="Roboto"/>
                  <a:ea typeface="Roboto"/>
                  <a:cs typeface="Roboto"/>
                </a:rPr>
                <a:t>Radio, Broadcast &amp; Television Giant - Senior Data Engineer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A4E3419-46ED-7E66-8D5A-B69903FEA3C5}"/>
              </a:ext>
            </a:extLst>
          </p:cNvPr>
          <p:cNvGrpSpPr/>
          <p:nvPr/>
        </p:nvGrpSpPr>
        <p:grpSpPr>
          <a:xfrm>
            <a:off x="3361481" y="3541341"/>
            <a:ext cx="4683934" cy="1863907"/>
            <a:chOff x="3303046" y="6194352"/>
            <a:chExt cx="4709988" cy="197905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4D152B4-4FE7-F151-7F5E-0F24841B1F49}"/>
                </a:ext>
              </a:extLst>
            </p:cNvPr>
            <p:cNvSpPr txBox="1"/>
            <p:nvPr/>
          </p:nvSpPr>
          <p:spPr>
            <a:xfrm>
              <a:off x="3303046" y="6194352"/>
              <a:ext cx="4427756" cy="49018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200" b="1">
                  <a:solidFill>
                    <a:srgbClr val="ED7D31"/>
                  </a:solidFill>
                  <a:latin typeface="Roboto"/>
                  <a:ea typeface="Roboto"/>
                  <a:cs typeface="Roboto"/>
                </a:rPr>
                <a:t>Financial Services </a:t>
              </a:r>
              <a:r>
                <a:rPr lang="en-US" sz="1200" b="1" err="1">
                  <a:solidFill>
                    <a:srgbClr val="ED7D31"/>
                  </a:solidFill>
                  <a:latin typeface="Roboto"/>
                  <a:ea typeface="Roboto"/>
                  <a:cs typeface="Roboto"/>
                </a:rPr>
                <a:t>Organisation</a:t>
              </a:r>
              <a:r>
                <a:rPr lang="en-US" sz="1200" b="1">
                  <a:solidFill>
                    <a:srgbClr val="ED7D31"/>
                  </a:solidFill>
                  <a:latin typeface="Roboto"/>
                  <a:ea typeface="Roboto"/>
                  <a:cs typeface="Roboto"/>
                </a:rPr>
                <a:t> – AI Specialist </a:t>
              </a:r>
              <a:endParaRPr lang="en-US" sz="1200" b="1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endParaRPr lang="en-AU" sz="1200" b="1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70CB835-CF2C-C8F6-7361-7042E05F54A4}"/>
                </a:ext>
              </a:extLst>
            </p:cNvPr>
            <p:cNvGrpSpPr/>
            <p:nvPr/>
          </p:nvGrpSpPr>
          <p:grpSpPr>
            <a:xfrm>
              <a:off x="3428144" y="6441420"/>
              <a:ext cx="4584890" cy="1731985"/>
              <a:chOff x="5023753" y="4494578"/>
              <a:chExt cx="4757437" cy="1731985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BCF00EA-F0B2-EFF4-7EAB-DD31E96DBDE2}"/>
                  </a:ext>
                </a:extLst>
              </p:cNvPr>
              <p:cNvSpPr txBox="1"/>
              <p:nvPr/>
            </p:nvSpPr>
            <p:spPr>
              <a:xfrm>
                <a:off x="5059474" y="4494578"/>
                <a:ext cx="4721716" cy="173198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numCol="1" rtlCol="0" anchor="t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>
                    <a:latin typeface="Roboto Light"/>
                    <a:ea typeface="Roboto Light"/>
                    <a:cs typeface="Roboto Light"/>
                  </a:rPr>
                  <a:t>Designed chatbot workflows and user journeys using </a:t>
                </a:r>
                <a:r>
                  <a:rPr lang="en-AU" sz="1000" err="1">
                    <a:latin typeface="Roboto Light"/>
                    <a:ea typeface="Roboto Light"/>
                    <a:cs typeface="Roboto Light"/>
                  </a:rPr>
                  <a:t>DialogFlow</a:t>
                </a:r>
                <a:r>
                  <a:rPr lang="en-AU" sz="1000">
                    <a:latin typeface="Roboto Light"/>
                    <a:ea typeface="Roboto Light"/>
                    <a:cs typeface="Roboto Light"/>
                  </a:rPr>
                  <a:t> CX, focusing on intent identification, exception handling, and edge case management</a:t>
                </a:r>
                <a:endParaRPr lang="en-US"/>
              </a:p>
              <a:p>
                <a:r>
                  <a:rPr lang="en-AU" sz="1000">
                    <a:latin typeface="Roboto Light"/>
                    <a:ea typeface="Roboto Light"/>
                    <a:cs typeface="Roboto Light"/>
                  </a:rPr>
                  <a:t>Developed an AI assistant with GCP Vertex AI’s Agent Builder, enabling real-time query resolution by indexing client's knowledgebase</a:t>
                </a:r>
                <a:endParaRPr lang="en-AU"/>
              </a:p>
              <a:p>
                <a:r>
                  <a:rPr lang="en-AU" sz="1000">
                    <a:latin typeface="Roboto Light"/>
                    <a:ea typeface="Roboto Light"/>
                    <a:cs typeface="Roboto Light"/>
                  </a:rPr>
                  <a:t>Integrated </a:t>
                </a:r>
                <a:r>
                  <a:rPr lang="en-AU" sz="1000" err="1">
                    <a:latin typeface="Roboto Light"/>
                    <a:ea typeface="Roboto Light"/>
                    <a:cs typeface="Roboto Light"/>
                  </a:rPr>
                  <a:t>GenAI</a:t>
                </a:r>
                <a:r>
                  <a:rPr lang="en-AU" sz="1000">
                    <a:latin typeface="Roboto Light"/>
                    <a:ea typeface="Roboto Light"/>
                    <a:cs typeface="Roboto Light"/>
                  </a:rPr>
                  <a:t> Gemini models to provide fallback responses and manage unclear scenarios, ensuring a seamless user experience</a:t>
                </a:r>
                <a:endParaRPr lang="en-AU"/>
              </a:p>
              <a:p>
                <a:r>
                  <a:rPr lang="en-AU" sz="1000">
                    <a:latin typeface="Roboto Light"/>
                    <a:ea typeface="Roboto Light"/>
                    <a:cs typeface="Roboto Light"/>
                  </a:rPr>
                  <a:t>Delivered a comprehensive end-to-end chatbot solution that reduced support email volumes, improved response times, and enhanced operational efficiency</a:t>
                </a:r>
                <a:endParaRPr lang="en-AU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FA155C0-CDE6-B784-7BC8-447927F165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3753" y="4579160"/>
                <a:ext cx="0" cy="1566079"/>
              </a:xfrm>
              <a:prstGeom prst="line">
                <a:avLst/>
              </a:prstGeom>
              <a:ln w="1905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DE7DD2D-42A7-14AF-E046-0C0CD341CF2D}"/>
              </a:ext>
            </a:extLst>
          </p:cNvPr>
          <p:cNvGrpSpPr/>
          <p:nvPr/>
        </p:nvGrpSpPr>
        <p:grpSpPr>
          <a:xfrm>
            <a:off x="3359463" y="5386173"/>
            <a:ext cx="4618775" cy="2370548"/>
            <a:chOff x="3321267" y="1094557"/>
            <a:chExt cx="4618775" cy="237054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C843185-9CDE-4019-0E12-6B5D47890A2E}"/>
                </a:ext>
              </a:extLst>
            </p:cNvPr>
            <p:cNvSpPr txBox="1"/>
            <p:nvPr/>
          </p:nvSpPr>
          <p:spPr>
            <a:xfrm>
              <a:off x="3463961" y="1526113"/>
              <a:ext cx="4476081" cy="1938992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</a:rPr>
                <a:t>Conducted extensive research on Large Language Models (LLMs), within the Databricks workspace and identified potential for LLMs to enhance project efficiency and outcomes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</a:rPr>
                <a:t>Designed and led the development of scalable data pipelines, utilising Snowflake, Streams, and AWS to enhance data ingestion and processing capabilities, catering to dynamic business requirements.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</a:rPr>
                <a:t>Architected comprehensive data strategies, including secure, scalable cloud-based solutions across Google Cloud, AWS, and Azure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</a:rPr>
                <a:t>Conducted client workshops as project lead, emphasising data strategy and platform optimisation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>
                  <a:solidFill>
                    <a:schemeClr val="bg1"/>
                  </a:solidFill>
                </a:rPr>
                <a:t>Focused on data governance frameworks, ensuring high data governance standards and secure access controls.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9DDDB8-983E-6906-FE3D-F9FF6394CA08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3" y="1604643"/>
              <a:ext cx="0" cy="1755310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55113B-E279-1F0E-05C3-4030E3F9F0E6}"/>
                </a:ext>
              </a:extLst>
            </p:cNvPr>
            <p:cNvSpPr txBox="1"/>
            <p:nvPr/>
          </p:nvSpPr>
          <p:spPr>
            <a:xfrm>
              <a:off x="3321267" y="1094557"/>
              <a:ext cx="45810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Australian Education, Financial Services &amp; Retail </a:t>
              </a:r>
              <a:r>
                <a:rPr lang="en-US" sz="1200" b="1" err="1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Organisation</a:t>
              </a:r>
              <a:r>
                <a:rPr lang="en-US" sz="1200" b="1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Senior Data Engineer &amp; ML/AI Specialist </a:t>
              </a:r>
              <a:endParaRPr lang="en-AU" sz="1200" b="1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2266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Joel Collins</DisplayName>
        <AccountId>13</AccountId>
        <AccountType/>
      </UserInfo>
      <UserInfo>
        <DisplayName>Darcy Roach</DisplayName>
        <AccountId>14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05604DA7-C5E1-49DD-8C41-CCB4499946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8F0E39-3AA7-487B-AA1E-C19F8BCA1F15}">
  <ds:schemaRefs>
    <ds:schemaRef ds:uri="daf93972-1964-4522-aa34-640805a01c3a"/>
    <ds:schemaRef ds:uri="e52cd9e7-35e5-4bd3-9cab-ca6a63c31e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DED3751-8046-450E-BBF0-0C652FE3CD2B}">
  <ds:schemaRefs>
    <ds:schemaRef ds:uri="daf93972-1964-4522-aa34-640805a01c3a"/>
    <ds:schemaRef ds:uri="e52cd9e7-35e5-4bd3-9cab-ca6a63c31e5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revision>6</cp:revision>
  <dcterms:created xsi:type="dcterms:W3CDTF">2019-12-03T01:50:37Z</dcterms:created>
  <dcterms:modified xsi:type="dcterms:W3CDTF">2025-03-13T01:58:31Z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