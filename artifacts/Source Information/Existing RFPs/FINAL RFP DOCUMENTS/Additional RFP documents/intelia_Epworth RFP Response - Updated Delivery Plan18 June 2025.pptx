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93" r:id="rId5"/>
    <p:sldMasterId id="2147483720" r:id="rId6"/>
    <p:sldMasterId id="2147483732" r:id="rId7"/>
  </p:sldMasterIdLst>
  <p:notesMasterIdLst>
    <p:notesMasterId r:id="rId10"/>
  </p:notesMasterIdLst>
  <p:sldIdLst>
    <p:sldId id="2134806467" r:id="rId8"/>
    <p:sldId id="213480648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A40246-169B-731C-E3D4-D2CE66FD2CC0}" name="Darcy Roach" initials="DR" userId="S::Darcy.Roach@intelia.com.au::ba676ee9-e9b4-49e8-a515-8077106c948d" providerId="AD"/>
  <p188:author id="{2930DCA0-7A35-B56F-74EB-4379FDD68058}" name="Hugo Bates" initials="" userId="S::hugo.bates@intelia.com.au::ba74953f-2fdb-4aeb-90e3-56b78010c38c" providerId="AD"/>
  <p188:author id="{9C442EE2-9746-93F4-2A63-B6BF0D63C0D6}" name="Direnc Uysal" initials="DU" userId="S::direnc.uysal@intelia.com.au::2a92f630-07d4-4511-a559-74d281fb5860" providerId="AD"/>
  <p188:author id="{837BA1E9-34B4-753C-1106-8BCBFFF8D858}" name="Andrew Nisbett" initials="AN" userId="S::andrew.nisbett@intelia.com.au::2cdcd649-906d-48e9-836a-3bd72dc5b4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B3F"/>
    <a:srgbClr val="00AA7F"/>
    <a:srgbClr val="F5F5F5"/>
    <a:srgbClr val="FDFDFD"/>
    <a:srgbClr val="0E2841"/>
    <a:srgbClr val="1B786F"/>
    <a:srgbClr val="209085"/>
    <a:srgbClr val="007E5D"/>
    <a:srgbClr val="7F7F7F"/>
    <a:srgbClr val="009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3CBD5C-A395-68A9-654A-78D88E65F58A}" v="9" dt="2025-06-18T00:24:41.343"/>
    <p1510:client id="{99F9256B-FA7E-4172-932B-FE05A68BB921}" v="1" dt="2025-06-17T07:03:55.918"/>
    <p1510:client id="{A87FFCD4-F30B-488A-9531-B8D04B4AB5EB}" v="14" dt="2025-06-17T23:42:21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83" autoAdjust="0"/>
  </p:normalViewPr>
  <p:slideViewPr>
    <p:cSldViewPr snapToGrid="0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Cooper" userId="S::mark.cooper@intelia.com.au::40e9dff0-46b3-42d0-84b5-de405ab50d86" providerId="AD" clId="Web-{663CBD5C-A395-68A9-654A-78D88E65F58A}"/>
    <pc:docChg chg="modSld">
      <pc:chgData name="Mark Cooper" userId="S::mark.cooper@intelia.com.au::40e9dff0-46b3-42d0-84b5-de405ab50d86" providerId="AD" clId="Web-{663CBD5C-A395-68A9-654A-78D88E65F58A}" dt="2025-06-18T00:24:38.718" v="6" actId="20577"/>
      <pc:docMkLst>
        <pc:docMk/>
      </pc:docMkLst>
      <pc:sldChg chg="modSp">
        <pc:chgData name="Mark Cooper" userId="S::mark.cooper@intelia.com.au::40e9dff0-46b3-42d0-84b5-de405ab50d86" providerId="AD" clId="Web-{663CBD5C-A395-68A9-654A-78D88E65F58A}" dt="2025-06-18T00:24:27.921" v="2" actId="20577"/>
        <pc:sldMkLst>
          <pc:docMk/>
          <pc:sldMk cId="1962936219" sldId="2134806467"/>
        </pc:sldMkLst>
        <pc:spChg chg="mod">
          <ac:chgData name="Mark Cooper" userId="S::mark.cooper@intelia.com.au::40e9dff0-46b3-42d0-84b5-de405ab50d86" providerId="AD" clId="Web-{663CBD5C-A395-68A9-654A-78D88E65F58A}" dt="2025-06-18T00:24:27.921" v="2" actId="20577"/>
          <ac:spMkLst>
            <pc:docMk/>
            <pc:sldMk cId="1962936219" sldId="2134806467"/>
            <ac:spMk id="9" creationId="{CE03CDA2-603C-3B9A-A38C-EC0588A11668}"/>
          </ac:spMkLst>
        </pc:spChg>
      </pc:sldChg>
      <pc:sldChg chg="modSp">
        <pc:chgData name="Mark Cooper" userId="S::mark.cooper@intelia.com.au::40e9dff0-46b3-42d0-84b5-de405ab50d86" providerId="AD" clId="Web-{663CBD5C-A395-68A9-654A-78D88E65F58A}" dt="2025-06-18T00:24:38.718" v="6" actId="20577"/>
        <pc:sldMkLst>
          <pc:docMk/>
          <pc:sldMk cId="2383470273" sldId="2134806486"/>
        </pc:sldMkLst>
        <pc:spChg chg="mod">
          <ac:chgData name="Mark Cooper" userId="S::mark.cooper@intelia.com.au::40e9dff0-46b3-42d0-84b5-de405ab50d86" providerId="AD" clId="Web-{663CBD5C-A395-68A9-654A-78D88E65F58A}" dt="2025-06-18T00:24:38.718" v="6" actId="20577"/>
          <ac:spMkLst>
            <pc:docMk/>
            <pc:sldMk cId="2383470273" sldId="2134806486"/>
            <ac:spMk id="39" creationId="{E0A762B2-27CD-8A8C-0042-E5D31B9158E8}"/>
          </ac:spMkLst>
        </pc:spChg>
      </pc:sldChg>
    </pc:docChg>
  </pc:docChgLst>
  <pc:docChgLst>
    <pc:chgData name="Andrew Nisbett" userId="2cdcd649-906d-48e9-836a-3bd72dc5b482" providerId="ADAL" clId="{99F9256B-FA7E-4172-932B-FE05A68BB921}"/>
    <pc:docChg chg="delSld modSld delMainMaster">
      <pc:chgData name="Andrew Nisbett" userId="2cdcd649-906d-48e9-836a-3bd72dc5b482" providerId="ADAL" clId="{99F9256B-FA7E-4172-932B-FE05A68BB921}" dt="2025-06-17T07:04:08.576" v="4" actId="14100"/>
      <pc:docMkLst>
        <pc:docMk/>
      </pc:docMkLst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0" sldId="259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2258937147" sldId="3318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3858433516" sldId="2134806446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2004859177" sldId="2134806465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2013627988" sldId="2134806470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3810497350" sldId="2134806476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3425792467" sldId="2134806477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3602499015" sldId="2134806478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1774076538" sldId="2134806479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2227657617" sldId="2134806480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2438605695" sldId="2134806481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1730099947" sldId="2134806482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548663541" sldId="2134806483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3564007629" sldId="2134806484"/>
        </pc:sldMkLst>
      </pc:sldChg>
      <pc:sldChg chg="del">
        <pc:chgData name="Andrew Nisbett" userId="2cdcd649-906d-48e9-836a-3bd72dc5b482" providerId="ADAL" clId="{99F9256B-FA7E-4172-932B-FE05A68BB921}" dt="2025-06-17T07:03:40.077" v="0" actId="47"/>
        <pc:sldMkLst>
          <pc:docMk/>
          <pc:sldMk cId="468837458" sldId="2134806485"/>
        </pc:sldMkLst>
      </pc:sldChg>
      <pc:sldChg chg="addSp modSp mod">
        <pc:chgData name="Andrew Nisbett" userId="2cdcd649-906d-48e9-836a-3bd72dc5b482" providerId="ADAL" clId="{99F9256B-FA7E-4172-932B-FE05A68BB921}" dt="2025-06-17T07:04:08.576" v="4" actId="14100"/>
        <pc:sldMkLst>
          <pc:docMk/>
          <pc:sldMk cId="2383470273" sldId="2134806486"/>
        </pc:sldMkLst>
        <pc:spChg chg="add mod">
          <ac:chgData name="Andrew Nisbett" userId="2cdcd649-906d-48e9-836a-3bd72dc5b482" providerId="ADAL" clId="{99F9256B-FA7E-4172-932B-FE05A68BB921}" dt="2025-06-17T07:04:08.576" v="4" actId="14100"/>
          <ac:spMkLst>
            <pc:docMk/>
            <pc:sldMk cId="2383470273" sldId="2134806486"/>
            <ac:spMk id="25" creationId="{39E6412C-46B3-E643-F61D-6FB275F0F9B7}"/>
          </ac:spMkLst>
        </pc:spChg>
      </pc:sldChg>
      <pc:sldMasterChg chg="delSldLayout">
        <pc:chgData name="Andrew Nisbett" userId="2cdcd649-906d-48e9-836a-3bd72dc5b482" providerId="ADAL" clId="{99F9256B-FA7E-4172-932B-FE05A68BB921}" dt="2025-06-17T07:03:40.077" v="0" actId="47"/>
        <pc:sldMasterMkLst>
          <pc:docMk/>
          <pc:sldMasterMk cId="3044655449" sldId="2147483693"/>
        </pc:sldMasterMkLst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044655449" sldId="2147483693"/>
            <pc:sldLayoutMk cId="911086990" sldId="2147483744"/>
          </pc:sldLayoutMkLst>
        </pc:sldLayoutChg>
      </pc:sldMasterChg>
      <pc:sldMasterChg chg="del delSldLayout">
        <pc:chgData name="Andrew Nisbett" userId="2cdcd649-906d-48e9-836a-3bd72dc5b482" providerId="ADAL" clId="{99F9256B-FA7E-4172-932B-FE05A68BB921}" dt="2025-06-17T07:03:40.077" v="0" actId="47"/>
        <pc:sldMasterMkLst>
          <pc:docMk/>
          <pc:sldMasterMk cId="3119499778" sldId="2147483707"/>
        </pc:sldMasterMkLst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2677025879" sldId="2147483708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1384054339" sldId="2147483709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3233483488" sldId="2147483710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3275547615" sldId="2147483711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3637247252" sldId="2147483712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540681182" sldId="2147483713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201896802" sldId="2147483714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990272297" sldId="2147483715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3694960982" sldId="2147483716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3007377237" sldId="2147483717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903252241" sldId="2147483718"/>
          </pc:sldLayoutMkLst>
        </pc:sldLayoutChg>
        <pc:sldLayoutChg chg="del">
          <pc:chgData name="Andrew Nisbett" userId="2cdcd649-906d-48e9-836a-3bd72dc5b482" providerId="ADAL" clId="{99F9256B-FA7E-4172-932B-FE05A68BB921}" dt="2025-06-17T07:03:40.077" v="0" actId="47"/>
          <pc:sldLayoutMkLst>
            <pc:docMk/>
            <pc:sldMasterMk cId="3119499778" sldId="2147483707"/>
            <pc:sldLayoutMk cId="792131597" sldId="2147483719"/>
          </pc:sldLayoutMkLst>
        </pc:sldLayoutChg>
      </pc:sldMasterChg>
    </pc:docChg>
  </pc:docChgLst>
  <pc:docChgLst>
    <pc:chgData name="Andrew Nisbett" userId="2cdcd649-906d-48e9-836a-3bd72dc5b482" providerId="ADAL" clId="{A87FFCD4-F30B-488A-9531-B8D04B4AB5EB}"/>
    <pc:docChg chg="undo custSel modSld">
      <pc:chgData name="Andrew Nisbett" userId="2cdcd649-906d-48e9-836a-3bd72dc5b482" providerId="ADAL" clId="{A87FFCD4-F30B-488A-9531-B8D04B4AB5EB}" dt="2025-06-18T02:38:33.877" v="1518" actId="20577"/>
      <pc:docMkLst>
        <pc:docMk/>
      </pc:docMkLst>
      <pc:sldChg chg="addSp modSp mod">
        <pc:chgData name="Andrew Nisbett" userId="2cdcd649-906d-48e9-836a-3bd72dc5b482" providerId="ADAL" clId="{A87FFCD4-F30B-488A-9531-B8D04B4AB5EB}" dt="2025-06-17T22:56:29.472" v="1296" actId="1036"/>
        <pc:sldMkLst>
          <pc:docMk/>
          <pc:sldMk cId="1962936219" sldId="2134806467"/>
        </pc:sldMkLst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5" creationId="{D2E6EB2F-982B-AE64-DCBF-50460EA25E82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7" creationId="{1496D787-67D1-17C4-C021-CA8991E2E566}"/>
          </ac:spMkLst>
        </pc:spChg>
        <pc:spChg chg="add mod">
          <ac:chgData name="Andrew Nisbett" userId="2cdcd649-906d-48e9-836a-3bd72dc5b482" providerId="ADAL" clId="{A87FFCD4-F30B-488A-9531-B8D04B4AB5EB}" dt="2025-06-17T22:56:24.979" v="1290" actId="20577"/>
          <ac:spMkLst>
            <pc:docMk/>
            <pc:sldMk cId="1962936219" sldId="2134806467"/>
            <ac:spMk id="9" creationId="{CE03CDA2-603C-3B9A-A38C-EC0588A11668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14" creationId="{AC8AC81E-9B33-5D7A-B8F1-5B3E570CEB09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17" creationId="{7449BEE0-428A-1293-85AD-6893164ED219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18" creationId="{EEB29ECD-6ADE-B4FD-3C74-B73AC1122231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22" creationId="{4C979BD7-360F-E4A5-1011-822BBC30CF15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33" creationId="{A893D421-BF5A-1A36-AA9C-61EE4FBF0289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61" creationId="{C557F221-BB3B-A371-EAFC-71599377D4AD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64" creationId="{C94C53C4-C5D2-6EEF-925D-C350968DFA00}"/>
          </ac:spMkLst>
        </pc:spChg>
        <pc:spChg chg="mod">
          <ac:chgData name="Andrew Nisbett" userId="2cdcd649-906d-48e9-836a-3bd72dc5b482" providerId="ADAL" clId="{A87FFCD4-F30B-488A-9531-B8D04B4AB5EB}" dt="2025-06-17T22:56:29.472" v="1296" actId="1036"/>
          <ac:spMkLst>
            <pc:docMk/>
            <pc:sldMk cId="1962936219" sldId="2134806467"/>
            <ac:spMk id="67" creationId="{604F89DD-25E7-B1A0-2B0A-7EE4C849D9A5}"/>
          </ac:spMkLst>
        </pc:spChg>
      </pc:sldChg>
      <pc:sldChg chg="addSp delSp modSp mod">
        <pc:chgData name="Andrew Nisbett" userId="2cdcd649-906d-48e9-836a-3bd72dc5b482" providerId="ADAL" clId="{A87FFCD4-F30B-488A-9531-B8D04B4AB5EB}" dt="2025-06-18T02:38:33.877" v="1518" actId="20577"/>
        <pc:sldMkLst>
          <pc:docMk/>
          <pc:sldMk cId="2383470273" sldId="2134806486"/>
        </pc:sldMkLst>
        <pc:spChg chg="add del mod">
          <ac:chgData name="Andrew Nisbett" userId="2cdcd649-906d-48e9-836a-3bd72dc5b482" providerId="ADAL" clId="{A87FFCD4-F30B-488A-9531-B8D04B4AB5EB}" dt="2025-06-17T22:02:36.648" v="61" actId="478"/>
          <ac:spMkLst>
            <pc:docMk/>
            <pc:sldMk cId="2383470273" sldId="2134806486"/>
            <ac:spMk id="2" creationId="{DF2491D9-3346-CF8C-3F76-F7045EC07E32}"/>
          </ac:spMkLst>
        </pc:spChg>
        <pc:spChg chg="mod">
          <ac:chgData name="Andrew Nisbett" userId="2cdcd649-906d-48e9-836a-3bd72dc5b482" providerId="ADAL" clId="{A87FFCD4-F30B-488A-9531-B8D04B4AB5EB}" dt="2025-06-17T23:42:21.883" v="1517" actId="12789"/>
          <ac:spMkLst>
            <pc:docMk/>
            <pc:sldMk cId="2383470273" sldId="2134806486"/>
            <ac:spMk id="5" creationId="{8BA17E74-2A08-B211-7149-64DA07DE4F7E}"/>
          </ac:spMkLst>
        </pc:spChg>
        <pc:spChg chg="mod">
          <ac:chgData name="Andrew Nisbett" userId="2cdcd649-906d-48e9-836a-3bd72dc5b482" providerId="ADAL" clId="{A87FFCD4-F30B-488A-9531-B8D04B4AB5EB}" dt="2025-06-17T23:42:21.883" v="1517" actId="12789"/>
          <ac:spMkLst>
            <pc:docMk/>
            <pc:sldMk cId="2383470273" sldId="2134806486"/>
            <ac:spMk id="6" creationId="{484AD52D-A232-1FE1-3337-9461E2389691}"/>
          </ac:spMkLst>
        </pc:spChg>
        <pc:spChg chg="mod">
          <ac:chgData name="Andrew Nisbett" userId="2cdcd649-906d-48e9-836a-3bd72dc5b482" providerId="ADAL" clId="{A87FFCD4-F30B-488A-9531-B8D04B4AB5EB}" dt="2025-06-17T23:42:21.883" v="1517" actId="12789"/>
          <ac:spMkLst>
            <pc:docMk/>
            <pc:sldMk cId="2383470273" sldId="2134806486"/>
            <ac:spMk id="7" creationId="{4061F0E2-8F4D-1409-961C-84A18266EBC8}"/>
          </ac:spMkLst>
        </pc:spChg>
        <pc:spChg chg="mod">
          <ac:chgData name="Andrew Nisbett" userId="2cdcd649-906d-48e9-836a-3bd72dc5b482" providerId="ADAL" clId="{A87FFCD4-F30B-488A-9531-B8D04B4AB5EB}" dt="2025-06-17T23:42:21.883" v="1517" actId="12789"/>
          <ac:spMkLst>
            <pc:docMk/>
            <pc:sldMk cId="2383470273" sldId="2134806486"/>
            <ac:spMk id="8" creationId="{3045DCD8-0C31-B095-C55F-E85637B601B6}"/>
          </ac:spMkLst>
        </pc:spChg>
        <pc:spChg chg="mod">
          <ac:chgData name="Andrew Nisbett" userId="2cdcd649-906d-48e9-836a-3bd72dc5b482" providerId="ADAL" clId="{A87FFCD4-F30B-488A-9531-B8D04B4AB5EB}" dt="2025-06-17T23:42:21.883" v="1517" actId="12789"/>
          <ac:spMkLst>
            <pc:docMk/>
            <pc:sldMk cId="2383470273" sldId="2134806486"/>
            <ac:spMk id="9" creationId="{79DF7A88-415D-4D66-CBDE-72C902D1180C}"/>
          </ac:spMkLst>
        </pc:spChg>
        <pc:spChg chg="mod">
          <ac:chgData name="Andrew Nisbett" userId="2cdcd649-906d-48e9-836a-3bd72dc5b482" providerId="ADAL" clId="{A87FFCD4-F30B-488A-9531-B8D04B4AB5EB}" dt="2025-06-17T23:42:21.883" v="1517" actId="12789"/>
          <ac:spMkLst>
            <pc:docMk/>
            <pc:sldMk cId="2383470273" sldId="2134806486"/>
            <ac:spMk id="10" creationId="{EA406526-65AB-D892-4B11-93880CBE328B}"/>
          </ac:spMkLst>
        </pc:spChg>
        <pc:spChg chg="mod">
          <ac:chgData name="Andrew Nisbett" userId="2cdcd649-906d-48e9-836a-3bd72dc5b482" providerId="ADAL" clId="{A87FFCD4-F30B-488A-9531-B8D04B4AB5EB}" dt="2025-06-17T23:42:21.883" v="1517" actId="12789"/>
          <ac:spMkLst>
            <pc:docMk/>
            <pc:sldMk cId="2383470273" sldId="2134806486"/>
            <ac:spMk id="11" creationId="{4D64F775-4D5A-272F-DD2A-91CB2EE664ED}"/>
          </ac:spMkLst>
        </pc:spChg>
        <pc:spChg chg="mod">
          <ac:chgData name="Andrew Nisbett" userId="2cdcd649-906d-48e9-836a-3bd72dc5b482" providerId="ADAL" clId="{A87FFCD4-F30B-488A-9531-B8D04B4AB5EB}" dt="2025-06-17T23:42:21.883" v="1517" actId="12789"/>
          <ac:spMkLst>
            <pc:docMk/>
            <pc:sldMk cId="2383470273" sldId="2134806486"/>
            <ac:spMk id="12" creationId="{024160B3-657D-C3B7-96B7-69A15A66ADA0}"/>
          </ac:spMkLst>
        </pc:spChg>
        <pc:spChg chg="mod">
          <ac:chgData name="Andrew Nisbett" userId="2cdcd649-906d-48e9-836a-3bd72dc5b482" providerId="ADAL" clId="{A87FFCD4-F30B-488A-9531-B8D04B4AB5EB}" dt="2025-06-17T23:42:06.618" v="1515" actId="554"/>
          <ac:spMkLst>
            <pc:docMk/>
            <pc:sldMk cId="2383470273" sldId="2134806486"/>
            <ac:spMk id="13" creationId="{3A5FF72F-376B-3D52-2BEB-B40F843B1D47}"/>
          </ac:spMkLst>
        </pc:spChg>
        <pc:spChg chg="mod">
          <ac:chgData name="Andrew Nisbett" userId="2cdcd649-906d-48e9-836a-3bd72dc5b482" providerId="ADAL" clId="{A87FFCD4-F30B-488A-9531-B8D04B4AB5EB}" dt="2025-06-17T23:42:06.618" v="1515" actId="554"/>
          <ac:spMkLst>
            <pc:docMk/>
            <pc:sldMk cId="2383470273" sldId="2134806486"/>
            <ac:spMk id="14" creationId="{2BCDF624-E0E8-CA6D-AAF9-D1891A47D9FF}"/>
          </ac:spMkLst>
        </pc:spChg>
        <pc:spChg chg="mod">
          <ac:chgData name="Andrew Nisbett" userId="2cdcd649-906d-48e9-836a-3bd72dc5b482" providerId="ADAL" clId="{A87FFCD4-F30B-488A-9531-B8D04B4AB5EB}" dt="2025-06-17T23:42:06.618" v="1515" actId="554"/>
          <ac:spMkLst>
            <pc:docMk/>
            <pc:sldMk cId="2383470273" sldId="2134806486"/>
            <ac:spMk id="15" creationId="{46FAFA5F-016A-784F-FEE0-F77E03008575}"/>
          </ac:spMkLst>
        </pc:spChg>
        <pc:spChg chg="add mod">
          <ac:chgData name="Andrew Nisbett" userId="2cdcd649-906d-48e9-836a-3bd72dc5b482" providerId="ADAL" clId="{A87FFCD4-F30B-488A-9531-B8D04B4AB5EB}" dt="2025-06-17T23:38:35.548" v="1505" actId="1038"/>
          <ac:spMkLst>
            <pc:docMk/>
            <pc:sldMk cId="2383470273" sldId="2134806486"/>
            <ac:spMk id="18" creationId="{679F7D0E-AFAB-8AC2-EE94-F761E83A9F2C}"/>
          </ac:spMkLst>
        </pc:spChg>
        <pc:spChg chg="add mod">
          <ac:chgData name="Andrew Nisbett" userId="2cdcd649-906d-48e9-836a-3bd72dc5b482" providerId="ADAL" clId="{A87FFCD4-F30B-488A-9531-B8D04B4AB5EB}" dt="2025-06-17T22:05:49.335" v="294" actId="554"/>
          <ac:spMkLst>
            <pc:docMk/>
            <pc:sldMk cId="2383470273" sldId="2134806486"/>
            <ac:spMk id="19" creationId="{2F6A5BBA-383F-B3D9-F004-370C666FF892}"/>
          </ac:spMkLst>
        </pc:spChg>
        <pc:spChg chg="mod">
          <ac:chgData name="Andrew Nisbett" userId="2cdcd649-906d-48e9-836a-3bd72dc5b482" providerId="ADAL" clId="{A87FFCD4-F30B-488A-9531-B8D04B4AB5EB}" dt="2025-06-17T23:42:06.618" v="1515" actId="554"/>
          <ac:spMkLst>
            <pc:docMk/>
            <pc:sldMk cId="2383470273" sldId="2134806486"/>
            <ac:spMk id="20" creationId="{EEC53D10-EA88-3C7F-CB00-50E8CC5A73E0}"/>
          </ac:spMkLst>
        </pc:spChg>
        <pc:spChg chg="add mod">
          <ac:chgData name="Andrew Nisbett" userId="2cdcd649-906d-48e9-836a-3bd72dc5b482" providerId="ADAL" clId="{A87FFCD4-F30B-488A-9531-B8D04B4AB5EB}" dt="2025-06-17T22:54:29.118" v="1184" actId="207"/>
          <ac:spMkLst>
            <pc:docMk/>
            <pc:sldMk cId="2383470273" sldId="2134806486"/>
            <ac:spMk id="21" creationId="{7633B594-130D-82ED-CB80-3EB6FC157422}"/>
          </ac:spMkLst>
        </pc:spChg>
        <pc:spChg chg="add mod">
          <ac:chgData name="Andrew Nisbett" userId="2cdcd649-906d-48e9-836a-3bd72dc5b482" providerId="ADAL" clId="{A87FFCD4-F30B-488A-9531-B8D04B4AB5EB}" dt="2025-06-17T22:54:29.118" v="1184" actId="207"/>
          <ac:spMkLst>
            <pc:docMk/>
            <pc:sldMk cId="2383470273" sldId="2134806486"/>
            <ac:spMk id="22" creationId="{8E1DBD1E-FA3E-2018-3A18-1237995DB346}"/>
          </ac:spMkLst>
        </pc:spChg>
        <pc:spChg chg="mod">
          <ac:chgData name="Andrew Nisbett" userId="2cdcd649-906d-48e9-836a-3bd72dc5b482" providerId="ADAL" clId="{A87FFCD4-F30B-488A-9531-B8D04B4AB5EB}" dt="2025-06-17T23:38:43.347" v="1514" actId="1036"/>
          <ac:spMkLst>
            <pc:docMk/>
            <pc:sldMk cId="2383470273" sldId="2134806486"/>
            <ac:spMk id="23" creationId="{94C1DCE9-ED23-2D34-4164-11E274F29FE4}"/>
          </ac:spMkLst>
        </pc:spChg>
        <pc:spChg chg="mod">
          <ac:chgData name="Andrew Nisbett" userId="2cdcd649-906d-48e9-836a-3bd72dc5b482" providerId="ADAL" clId="{A87FFCD4-F30B-488A-9531-B8D04B4AB5EB}" dt="2025-06-18T02:38:33.877" v="1518" actId="20577"/>
          <ac:spMkLst>
            <pc:docMk/>
            <pc:sldMk cId="2383470273" sldId="2134806486"/>
            <ac:spMk id="24" creationId="{F12814C3-DEBE-F218-4FE0-AFCD0D8A06D8}"/>
          </ac:spMkLst>
        </pc:spChg>
        <pc:spChg chg="mod">
          <ac:chgData name="Andrew Nisbett" userId="2cdcd649-906d-48e9-836a-3bd72dc5b482" providerId="ADAL" clId="{A87FFCD4-F30B-488A-9531-B8D04B4AB5EB}" dt="2025-06-17T23:38:43.347" v="1514" actId="1036"/>
          <ac:spMkLst>
            <pc:docMk/>
            <pc:sldMk cId="2383470273" sldId="2134806486"/>
            <ac:spMk id="25" creationId="{39E6412C-46B3-E643-F61D-6FB275F0F9B7}"/>
          </ac:spMkLst>
        </pc:spChg>
        <pc:spChg chg="add mod">
          <ac:chgData name="Andrew Nisbett" userId="2cdcd649-906d-48e9-836a-3bd72dc5b482" providerId="ADAL" clId="{A87FFCD4-F30B-488A-9531-B8D04B4AB5EB}" dt="2025-06-17T22:54:29.118" v="1184" actId="207"/>
          <ac:spMkLst>
            <pc:docMk/>
            <pc:sldMk cId="2383470273" sldId="2134806486"/>
            <ac:spMk id="26" creationId="{D7341976-B9C0-819A-2E5E-4FD5E456893D}"/>
          </ac:spMkLst>
        </pc:spChg>
        <pc:spChg chg="add mod">
          <ac:chgData name="Andrew Nisbett" userId="2cdcd649-906d-48e9-836a-3bd72dc5b482" providerId="ADAL" clId="{A87FFCD4-F30B-488A-9531-B8D04B4AB5EB}" dt="2025-06-17T22:54:29.118" v="1184" actId="207"/>
          <ac:spMkLst>
            <pc:docMk/>
            <pc:sldMk cId="2383470273" sldId="2134806486"/>
            <ac:spMk id="27" creationId="{47D81E50-B118-AADC-6967-CFA049E16301}"/>
          </ac:spMkLst>
        </pc:spChg>
        <pc:spChg chg="add mod">
          <ac:chgData name="Andrew Nisbett" userId="2cdcd649-906d-48e9-836a-3bd72dc5b482" providerId="ADAL" clId="{A87FFCD4-F30B-488A-9531-B8D04B4AB5EB}" dt="2025-06-17T22:22:38.847" v="303" actId="1038"/>
          <ac:spMkLst>
            <pc:docMk/>
            <pc:sldMk cId="2383470273" sldId="2134806486"/>
            <ac:spMk id="28" creationId="{945E1CEF-D5F9-D2B0-C6D3-828C3DEE4051}"/>
          </ac:spMkLst>
        </pc:spChg>
        <pc:spChg chg="add mod">
          <ac:chgData name="Andrew Nisbett" userId="2cdcd649-906d-48e9-836a-3bd72dc5b482" providerId="ADAL" clId="{A87FFCD4-F30B-488A-9531-B8D04B4AB5EB}" dt="2025-06-17T22:54:29.118" v="1184" actId="207"/>
          <ac:spMkLst>
            <pc:docMk/>
            <pc:sldMk cId="2383470273" sldId="2134806486"/>
            <ac:spMk id="29" creationId="{407EFACD-EE06-6DEE-9036-F54E71D982FD}"/>
          </ac:spMkLst>
        </pc:spChg>
        <pc:spChg chg="add mod">
          <ac:chgData name="Andrew Nisbett" userId="2cdcd649-906d-48e9-836a-3bd72dc5b482" providerId="ADAL" clId="{A87FFCD4-F30B-488A-9531-B8D04B4AB5EB}" dt="2025-06-17T22:22:38.847" v="303" actId="1038"/>
          <ac:spMkLst>
            <pc:docMk/>
            <pc:sldMk cId="2383470273" sldId="2134806486"/>
            <ac:spMk id="30" creationId="{F1149D71-89AF-F4A8-D168-CB33C4EA9CC0}"/>
          </ac:spMkLst>
        </pc:spChg>
        <pc:spChg chg="add mod">
          <ac:chgData name="Andrew Nisbett" userId="2cdcd649-906d-48e9-836a-3bd72dc5b482" providerId="ADAL" clId="{A87FFCD4-F30B-488A-9531-B8D04B4AB5EB}" dt="2025-06-17T22:54:29.118" v="1184" actId="207"/>
          <ac:spMkLst>
            <pc:docMk/>
            <pc:sldMk cId="2383470273" sldId="2134806486"/>
            <ac:spMk id="31" creationId="{1EFB1622-836C-4A30-8396-1D82D3C19638}"/>
          </ac:spMkLst>
        </pc:spChg>
        <pc:spChg chg="add mod">
          <ac:chgData name="Andrew Nisbett" userId="2cdcd649-906d-48e9-836a-3bd72dc5b482" providerId="ADAL" clId="{A87FFCD4-F30B-488A-9531-B8D04B4AB5EB}" dt="2025-06-17T23:38:43.347" v="1514" actId="1036"/>
          <ac:spMkLst>
            <pc:docMk/>
            <pc:sldMk cId="2383470273" sldId="2134806486"/>
            <ac:spMk id="32" creationId="{0A9121E7-FD31-B025-0FB5-7B08A16DCCF4}"/>
          </ac:spMkLst>
        </pc:spChg>
        <pc:spChg chg="add mod">
          <ac:chgData name="Andrew Nisbett" userId="2cdcd649-906d-48e9-836a-3bd72dc5b482" providerId="ADAL" clId="{A87FFCD4-F30B-488A-9531-B8D04B4AB5EB}" dt="2025-06-17T22:54:29.118" v="1184" actId="207"/>
          <ac:spMkLst>
            <pc:docMk/>
            <pc:sldMk cId="2383470273" sldId="2134806486"/>
            <ac:spMk id="33" creationId="{4594691C-1D68-7856-D18A-D39C0B9D952E}"/>
          </ac:spMkLst>
        </pc:spChg>
        <pc:spChg chg="add mod">
          <ac:chgData name="Andrew Nisbett" userId="2cdcd649-906d-48e9-836a-3bd72dc5b482" providerId="ADAL" clId="{A87FFCD4-F30B-488A-9531-B8D04B4AB5EB}" dt="2025-06-17T23:38:43.347" v="1514" actId="1036"/>
          <ac:spMkLst>
            <pc:docMk/>
            <pc:sldMk cId="2383470273" sldId="2134806486"/>
            <ac:spMk id="34" creationId="{CC195A78-B259-4B7F-7662-C727BA422037}"/>
          </ac:spMkLst>
        </pc:spChg>
        <pc:spChg chg="add mod">
          <ac:chgData name="Andrew Nisbett" userId="2cdcd649-906d-48e9-836a-3bd72dc5b482" providerId="ADAL" clId="{A87FFCD4-F30B-488A-9531-B8D04B4AB5EB}" dt="2025-06-17T23:38:43.347" v="1514" actId="1036"/>
          <ac:spMkLst>
            <pc:docMk/>
            <pc:sldMk cId="2383470273" sldId="2134806486"/>
            <ac:spMk id="35" creationId="{7409C56A-7E65-FC4E-2812-D11F7801F693}"/>
          </ac:spMkLst>
        </pc:spChg>
        <pc:spChg chg="add del mod">
          <ac:chgData name="Andrew Nisbett" userId="2cdcd649-906d-48e9-836a-3bd72dc5b482" providerId="ADAL" clId="{A87FFCD4-F30B-488A-9531-B8D04B4AB5EB}" dt="2025-06-17T23:38:43.347" v="1514" actId="1036"/>
          <ac:spMkLst>
            <pc:docMk/>
            <pc:sldMk cId="2383470273" sldId="2134806486"/>
            <ac:spMk id="36" creationId="{464D75D9-E996-460E-DA71-B36C6B6D5A87}"/>
          </ac:spMkLst>
        </pc:spChg>
        <pc:spChg chg="add del mod">
          <ac:chgData name="Andrew Nisbett" userId="2cdcd649-906d-48e9-836a-3bd72dc5b482" providerId="ADAL" clId="{A87FFCD4-F30B-488A-9531-B8D04B4AB5EB}" dt="2025-06-17T22:22:48.185" v="305" actId="478"/>
          <ac:spMkLst>
            <pc:docMk/>
            <pc:sldMk cId="2383470273" sldId="2134806486"/>
            <ac:spMk id="37" creationId="{664133E1-BE1E-FD51-E563-8139F0F258A8}"/>
          </ac:spMkLst>
        </pc:spChg>
        <pc:spChg chg="add mod">
          <ac:chgData name="Andrew Nisbett" userId="2cdcd649-906d-48e9-836a-3bd72dc5b482" providerId="ADAL" clId="{A87FFCD4-F30B-488A-9531-B8D04B4AB5EB}" dt="2025-06-17T22:54:10.705" v="1175" actId="1036"/>
          <ac:spMkLst>
            <pc:docMk/>
            <pc:sldMk cId="2383470273" sldId="2134806486"/>
            <ac:spMk id="38" creationId="{8BAC77F1-78AF-DCE1-839C-64C50782A3D5}"/>
          </ac:spMkLst>
        </pc:spChg>
        <pc:spChg chg="add mod">
          <ac:chgData name="Andrew Nisbett" userId="2cdcd649-906d-48e9-836a-3bd72dc5b482" providerId="ADAL" clId="{A87FFCD4-F30B-488A-9531-B8D04B4AB5EB}" dt="2025-06-17T22:56:49.568" v="1327" actId="20577"/>
          <ac:spMkLst>
            <pc:docMk/>
            <pc:sldMk cId="2383470273" sldId="2134806486"/>
            <ac:spMk id="39" creationId="{E0A762B2-27CD-8A8C-0042-E5D31B9158E8}"/>
          </ac:spMkLst>
        </pc:spChg>
        <pc:spChg chg="add mod">
          <ac:chgData name="Andrew Nisbett" userId="2cdcd649-906d-48e9-836a-3bd72dc5b482" providerId="ADAL" clId="{A87FFCD4-F30B-488A-9531-B8D04B4AB5EB}" dt="2025-06-17T23:37:41.573" v="1481" actId="1035"/>
          <ac:spMkLst>
            <pc:docMk/>
            <pc:sldMk cId="2383470273" sldId="2134806486"/>
            <ac:spMk id="40" creationId="{1ABA0E9D-9BDA-85E7-065F-7DA7413493AD}"/>
          </ac:spMkLst>
        </pc:spChg>
        <pc:graphicFrameChg chg="mod modGraphic">
          <ac:chgData name="Andrew Nisbett" userId="2cdcd649-906d-48e9-836a-3bd72dc5b482" providerId="ADAL" clId="{A87FFCD4-F30B-488A-9531-B8D04B4AB5EB}" dt="2025-06-17T23:38:05.727" v="1483" actId="404"/>
          <ac:graphicFrameMkLst>
            <pc:docMk/>
            <pc:sldMk cId="2383470273" sldId="2134806486"/>
            <ac:graphicFrameMk id="4" creationId="{293DC0D0-2C81-D675-FCE3-58BED7E47B92}"/>
          </ac:graphicFrameMkLst>
        </pc:graphicFrameChg>
        <pc:picChg chg="add mod">
          <ac:chgData name="Andrew Nisbett" userId="2cdcd649-906d-48e9-836a-3bd72dc5b482" providerId="ADAL" clId="{A87FFCD4-F30B-488A-9531-B8D04B4AB5EB}" dt="2025-06-17T22:53:55.702" v="1159" actId="1037"/>
          <ac:picMkLst>
            <pc:docMk/>
            <pc:sldMk cId="2383470273" sldId="2134806486"/>
            <ac:picMk id="17" creationId="{4CFBE14E-5763-4E8F-B304-87E4147820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293C5-92BA-4E35-AD6C-43E09061846E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C05EE-114F-4994-8EF9-A3DECF659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495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17FFC-614F-BB41-F95E-D7ABC0AD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0989C-817C-D7CA-4BE5-AEC9DEEC5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FD8F0-23FC-98CD-90F7-D56C79546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C54A4-A229-F337-CE2F-4B00F7A95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57152C-9688-45E1-94AA-3608A74DCFD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173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37A8-C10A-25FC-F9A0-0EA25D80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3D462-AB7E-E4DC-AA8F-0049C6938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C6D0F-5CDF-4D91-7AB6-A9C05D253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1634-F92B-D80B-F393-373A11E1D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57152C-9688-45E1-94AA-3608A74DCFD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834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T003_ConsultantTemplate_REV00.png" descr="INT003_ConsultantTemplate_REV00.png">
            <a:extLst>
              <a:ext uri="{FF2B5EF4-FFF2-40B4-BE49-F238E27FC236}">
                <a16:creationId xmlns:a16="http://schemas.microsoft.com/office/drawing/2014/main" id="{9844B039-1D8C-4943-9EB8-C5F9CBCCB2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6181DF8-70B3-4E03-A811-6CE516B6B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644" y="4166138"/>
            <a:ext cx="7470262" cy="1655762"/>
          </a:xfrm>
        </p:spPr>
        <p:txBody>
          <a:bodyPr/>
          <a:lstStyle>
            <a:lvl1pPr marL="0" indent="0" algn="l">
              <a:buNone/>
              <a:defRPr sz="2400" b="0">
                <a:solidFill>
                  <a:srgbClr val="009999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DBD9-9767-4D30-9E82-C766B2C7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fld id="{4F82895F-B626-4F52-A856-6EAC42388413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E73A5073-9820-4ACA-BEFA-9D282FAB99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7297" y="260451"/>
            <a:ext cx="2585797" cy="601462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DC93F5D-C153-4A96-A614-87C07B7378B0}"/>
              </a:ext>
            </a:extLst>
          </p:cNvPr>
          <p:cNvSpPr txBox="1"/>
          <p:nvPr userDrawn="1"/>
        </p:nvSpPr>
        <p:spPr>
          <a:xfrm>
            <a:off x="86201" y="6418209"/>
            <a:ext cx="172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www.intelia.com.au</a:t>
            </a:r>
            <a:endParaRPr lang="en-AU" sz="120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891142-D870-911C-A8FA-38218912949E}"/>
              </a:ext>
            </a:extLst>
          </p:cNvPr>
          <p:cNvGrpSpPr/>
          <p:nvPr userDrawn="1"/>
        </p:nvGrpSpPr>
        <p:grpSpPr>
          <a:xfrm>
            <a:off x="8027081" y="4123421"/>
            <a:ext cx="1782000" cy="1930242"/>
            <a:chOff x="10349554" y="94891"/>
            <a:chExt cx="1782000" cy="1930242"/>
          </a:xfrm>
        </p:grpSpPr>
        <p:pic>
          <p:nvPicPr>
            <p:cNvPr id="19" name="Picture 18" descr="Icon&#10;&#10;Description automatically generated">
              <a:extLst>
                <a:ext uri="{FF2B5EF4-FFF2-40B4-BE49-F238E27FC236}">
                  <a16:creationId xmlns:a16="http://schemas.microsoft.com/office/drawing/2014/main" id="{79068037-4AAD-B28C-CB52-AFDAB71AE53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38" t="7430" r="6871" b="19015"/>
            <a:stretch/>
          </p:blipFill>
          <p:spPr>
            <a:xfrm>
              <a:off x="10350536" y="94891"/>
              <a:ext cx="1780037" cy="162246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9E87E7-2B9C-4A9B-31C2-918C25A94560}"/>
                </a:ext>
              </a:extLst>
            </p:cNvPr>
            <p:cNvSpPr txBox="1"/>
            <p:nvPr userDrawn="1"/>
          </p:nvSpPr>
          <p:spPr>
            <a:xfrm>
              <a:off x="10349554" y="1717356"/>
              <a:ext cx="178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Data &amp; Analytics</a:t>
              </a:r>
              <a:endParaRPr lang="en-AU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833B67-B360-C9FD-92B5-7B75C70CDA95}"/>
              </a:ext>
            </a:extLst>
          </p:cNvPr>
          <p:cNvGrpSpPr/>
          <p:nvPr userDrawn="1"/>
        </p:nvGrpSpPr>
        <p:grpSpPr>
          <a:xfrm>
            <a:off x="9108453" y="2283258"/>
            <a:ext cx="1782000" cy="1840163"/>
            <a:chOff x="8715954" y="1389779"/>
            <a:chExt cx="1782000" cy="1840163"/>
          </a:xfrm>
        </p:grpSpPr>
        <p:pic>
          <p:nvPicPr>
            <p:cNvPr id="17" name="Picture 16" descr="Logo, icon&#10;&#10;Description automatically generated">
              <a:extLst>
                <a:ext uri="{FF2B5EF4-FFF2-40B4-BE49-F238E27FC236}">
                  <a16:creationId xmlns:a16="http://schemas.microsoft.com/office/drawing/2014/main" id="{FFA6495E-A54B-7FEC-ED53-A059FD10FD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69" t="17003" r="12153" b="17511"/>
            <a:stretch/>
          </p:blipFill>
          <p:spPr>
            <a:xfrm>
              <a:off x="8716936" y="1389779"/>
              <a:ext cx="1780037" cy="153238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1ADA261-186E-0C31-FBFF-2C1531B89C3A}"/>
                </a:ext>
              </a:extLst>
            </p:cNvPr>
            <p:cNvSpPr txBox="1"/>
            <p:nvPr userDrawn="1"/>
          </p:nvSpPr>
          <p:spPr>
            <a:xfrm>
              <a:off x="8715954" y="2922165"/>
              <a:ext cx="178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Cloud</a:t>
              </a:r>
              <a:endParaRPr lang="en-AU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47C692-F50C-7DE0-75CE-B3B172A6B15A}"/>
              </a:ext>
            </a:extLst>
          </p:cNvPr>
          <p:cNvGrpSpPr/>
          <p:nvPr userDrawn="1"/>
        </p:nvGrpSpPr>
        <p:grpSpPr>
          <a:xfrm>
            <a:off x="9987538" y="4123421"/>
            <a:ext cx="2088000" cy="1930350"/>
            <a:chOff x="10136038" y="2777706"/>
            <a:chExt cx="2088000" cy="1930350"/>
          </a:xfrm>
        </p:grpSpPr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DAC88306-5F71-1EB8-B3F0-C6814B2E0C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" t="13872" r="12717" b="12574"/>
            <a:stretch/>
          </p:blipFill>
          <p:spPr>
            <a:xfrm>
              <a:off x="10298704" y="2777706"/>
              <a:ext cx="1762669" cy="162246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FEC531-9608-E319-3B4F-F9B0367D7B03}"/>
                </a:ext>
              </a:extLst>
            </p:cNvPr>
            <p:cNvSpPr txBox="1"/>
            <p:nvPr userDrawn="1"/>
          </p:nvSpPr>
          <p:spPr>
            <a:xfrm>
              <a:off x="10136038" y="4398456"/>
              <a:ext cx="2088000" cy="30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Intelligent Automation</a:t>
              </a:r>
              <a:endParaRPr lang="en-AU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AF560B31-A0FC-C6DF-531B-98CC54401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644" y="1389779"/>
            <a:ext cx="7470262" cy="2387600"/>
          </a:xfrm>
        </p:spPr>
        <p:txBody>
          <a:bodyPr anchor="t"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8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25A0-5F20-4D24-A8BC-6440FAFB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7367-A524-40B9-A3B3-134252CCA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ACE4-A4CD-42B2-89E3-BFE8D841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0841D17-466E-683F-AC29-2B46A5582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375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62A4-8F23-4FB2-8BFD-C6D43A60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578E-17CF-471C-AECF-C9B1EFB18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E7E8E-DF17-4394-B0B4-6FCD6FD4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16EA432-F9E4-D56A-B7AB-B530762CF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74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5723B-F10E-4519-810A-FD82D613D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506" y="1394309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C1B85-B45B-40E3-98F3-1B3A1AB5C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9506" y="1394309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459DC-4FB6-4903-A623-900CB9F0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28FBA18-7484-4528-8FC5-8C340ED1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06" y="365125"/>
            <a:ext cx="10515600" cy="8770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05B8B91-3501-F99C-EFB5-D661B5C04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83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60D5F-9268-4C4B-BC5E-866D53E68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06" y="1387868"/>
            <a:ext cx="5157787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817D2-6B2D-400B-AD32-B7E277D6A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5506" y="2237658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561AE-7FD9-48AF-A173-5D3368F1B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47918" y="1387868"/>
            <a:ext cx="5183188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8C898D-80AB-485A-B922-6095F0F1F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47918" y="2237658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72B8E-BEB0-4864-A065-01EFE283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3456741-C5F3-40D4-8BB3-F119D920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06" y="365125"/>
            <a:ext cx="10515600" cy="8770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E822FB1-1879-2CE5-2BA9-AC7B1A60E41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99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7C57-2A31-4A48-BD44-D8759BA4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10D8B-1F44-4E88-AD30-7A10F71E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504F5EA-247A-3C9B-2620-BD6B0D2D7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31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FE0EE-2CE7-48F3-AEA7-86DE845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F5B3ED0-B68C-0217-EEC6-F95BFAE36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721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E8E6-5117-4A94-B83F-D5C36A69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74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28D66-C2FA-4F95-8FA1-F1F2C9B56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956" y="987425"/>
            <a:ext cx="6172200" cy="4873625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35A53-5151-4B3F-8775-1B0793181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074" y="2057400"/>
            <a:ext cx="3932237" cy="3811588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9DA68-F2A4-4970-8B3C-4FD30CBB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4AF0900-758D-4004-C108-E282B4968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25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03DAB-66E9-4949-9BCD-60047B9AB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18959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0EF2F-83F0-4D46-822C-C0D8B4F2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D16296-914A-4A54-9890-6FACC84D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74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0FEA6EA-16E5-43A1-86EA-9B5F02A00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074" y="2057400"/>
            <a:ext cx="3932237" cy="3811588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C8FECE0-11F9-62F7-A8F0-FC62DDF37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63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6C814-8405-4787-8A9F-79C32222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C3ADE-28BA-4D72-A43F-43AFAFC6D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4C9D7-65DA-434C-BFF6-1AEABBFE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9985F0C-4E96-50EB-BE49-536DC5FAA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077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87B95-18E9-4C96-A70E-5DEEEF848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666DC-8EA6-4727-A8B2-DAE9D73F8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31568-5565-4ED4-BD9A-699B5705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F150AAF-22A1-9A1C-9D6D-BC61416A6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197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5723B-F10E-4519-810A-FD82D613D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506" y="1394309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C1B85-B45B-40E3-98F3-1B3A1AB5C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9506" y="1394309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9F25E-56A4-47D3-B705-6C1076F9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459DC-4FB6-4903-A623-900CB9F0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28FBA18-7484-4528-8FC5-8C340ED1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06" y="365125"/>
            <a:ext cx="10515600" cy="8770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9976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60D5F-9268-4C4B-BC5E-866D53E68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06" y="1387868"/>
            <a:ext cx="5157787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817D2-6B2D-400B-AD32-B7E277D6A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5506" y="2237658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561AE-7FD9-48AF-A173-5D3368F1B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47918" y="1387868"/>
            <a:ext cx="5183188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8C898D-80AB-485A-B922-6095F0F1F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47918" y="2237658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82EF0D-D3D5-4F12-94AD-9B4D7A3E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72B8E-BEB0-4864-A065-01EFE2836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3456741-C5F3-40D4-8BB3-F119D920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06" y="365125"/>
            <a:ext cx="10515600" cy="8770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817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03DAB-66E9-4949-9BCD-60047B9AB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18959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DEBFD-3E48-4CFB-890E-DC876DC6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0EF2F-83F0-4D46-822C-C0D8B4F2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D16296-914A-4A54-9890-6FACC84D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74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0FEA6EA-16E5-43A1-86EA-9B5F02A00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074" y="2057400"/>
            <a:ext cx="3932237" cy="3811588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289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>
            <a:extLst>
              <a:ext uri="{FF2B5EF4-FFF2-40B4-BE49-F238E27FC236}">
                <a16:creationId xmlns:a16="http://schemas.microsoft.com/office/drawing/2014/main" id="{FFFC6368-2211-F40F-C8C7-184EFFE62F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rcRect t="20571" r="13865" b="6706"/>
          <a:stretch>
            <a:fillRect/>
          </a:stretch>
        </p:blipFill>
        <p:spPr>
          <a:xfrm>
            <a:off x="0" y="893"/>
            <a:ext cx="12192000" cy="68562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868B0F-9A80-C09D-42CC-B0C5FF600B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36199" r="21351"/>
          <a:stretch/>
        </p:blipFill>
        <p:spPr>
          <a:xfrm>
            <a:off x="9729215" y="0"/>
            <a:ext cx="2462785" cy="18242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80E6B7-C01D-6996-0A90-2117B0A64D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0721" b="75435"/>
          <a:stretch/>
        </p:blipFill>
        <p:spPr>
          <a:xfrm>
            <a:off x="10764593" y="6360647"/>
            <a:ext cx="1427407" cy="4964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3D258D-9E24-50F2-55E4-DF336A2DF6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1547" y="2926039"/>
            <a:ext cx="4635768" cy="107390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9D68BCE-6280-A6DE-4A7D-6C462A23C2D7}"/>
              </a:ext>
            </a:extLst>
          </p:cNvPr>
          <p:cNvGrpSpPr/>
          <p:nvPr userDrawn="1"/>
        </p:nvGrpSpPr>
        <p:grpSpPr>
          <a:xfrm>
            <a:off x="7754519" y="1543797"/>
            <a:ext cx="4048457" cy="3770405"/>
            <a:chOff x="8027081" y="1509922"/>
            <a:chExt cx="4048457" cy="377040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CCFE219-6F57-0678-7A50-CAA773F961AD}"/>
                </a:ext>
              </a:extLst>
            </p:cNvPr>
            <p:cNvGrpSpPr/>
            <p:nvPr userDrawn="1"/>
          </p:nvGrpSpPr>
          <p:grpSpPr>
            <a:xfrm>
              <a:off x="8027081" y="3350085"/>
              <a:ext cx="1782000" cy="1930242"/>
              <a:chOff x="10349554" y="94891"/>
              <a:chExt cx="1782000" cy="1930242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08F3CB9F-3E80-2573-84C8-43E8BE5774B8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738" t="7430" r="6871" b="19015"/>
              <a:stretch/>
            </p:blipFill>
            <p:spPr>
              <a:xfrm>
                <a:off x="10350536" y="94891"/>
                <a:ext cx="1780037" cy="162246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B44FD6-0CC1-BC9C-D2A5-185353449826}"/>
                  </a:ext>
                </a:extLst>
              </p:cNvPr>
              <p:cNvSpPr txBox="1"/>
              <p:nvPr userDrawn="1"/>
            </p:nvSpPr>
            <p:spPr>
              <a:xfrm>
                <a:off x="10349554" y="1717356"/>
                <a:ext cx="178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Data &amp; Analytics</a:t>
                </a:r>
                <a:endParaRPr lang="en-AU" sz="1400" b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8E4D12C-308A-5991-DFE8-3CD9657382E0}"/>
                </a:ext>
              </a:extLst>
            </p:cNvPr>
            <p:cNvGrpSpPr/>
            <p:nvPr userDrawn="1"/>
          </p:nvGrpSpPr>
          <p:grpSpPr>
            <a:xfrm>
              <a:off x="9108453" y="1509922"/>
              <a:ext cx="1782000" cy="1840163"/>
              <a:chOff x="8715954" y="1389779"/>
              <a:chExt cx="1782000" cy="1840163"/>
            </a:xfrm>
          </p:grpSpPr>
          <p:pic>
            <p:nvPicPr>
              <p:cNvPr id="23" name="Picture 22" descr="Logo, icon&#10;&#10;Description automatically generated">
                <a:extLst>
                  <a:ext uri="{FF2B5EF4-FFF2-40B4-BE49-F238E27FC236}">
                    <a16:creationId xmlns:a16="http://schemas.microsoft.com/office/drawing/2014/main" id="{B93B6BEB-2816-B173-7D87-0FDC846C945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069" t="17003" r="12153" b="17511"/>
              <a:stretch/>
            </p:blipFill>
            <p:spPr>
              <a:xfrm>
                <a:off x="8716936" y="1389779"/>
                <a:ext cx="1780037" cy="1532386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5B0B4E-D6DB-D21F-9D90-530E92EFDBC8}"/>
                  </a:ext>
                </a:extLst>
              </p:cNvPr>
              <p:cNvSpPr txBox="1"/>
              <p:nvPr userDrawn="1"/>
            </p:nvSpPr>
            <p:spPr>
              <a:xfrm>
                <a:off x="8715954" y="2922165"/>
                <a:ext cx="178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Cloud</a:t>
                </a:r>
                <a:endParaRPr lang="en-AU" sz="1400" b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80D774D-4B3A-D62B-E4B4-93C29F0A6FFC}"/>
                </a:ext>
              </a:extLst>
            </p:cNvPr>
            <p:cNvGrpSpPr/>
            <p:nvPr userDrawn="1"/>
          </p:nvGrpSpPr>
          <p:grpSpPr>
            <a:xfrm>
              <a:off x="9987538" y="3350087"/>
              <a:ext cx="2088000" cy="1928527"/>
              <a:chOff x="10136038" y="2777706"/>
              <a:chExt cx="2088000" cy="1928527"/>
            </a:xfrm>
          </p:grpSpPr>
          <p:pic>
            <p:nvPicPr>
              <p:cNvPr id="21" name="Picture 20" descr="Icon&#10;&#10;Description automatically generated">
                <a:extLst>
                  <a:ext uri="{FF2B5EF4-FFF2-40B4-BE49-F238E27FC236}">
                    <a16:creationId xmlns:a16="http://schemas.microsoft.com/office/drawing/2014/main" id="{70C1A7F4-E143-2453-2434-32B3188BEDF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" t="13872" r="12717" b="12574"/>
              <a:stretch/>
            </p:blipFill>
            <p:spPr>
              <a:xfrm>
                <a:off x="10298704" y="2777706"/>
                <a:ext cx="1762669" cy="1622465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3EE125-01C8-71A3-0398-6151E9DB3E7B}"/>
                  </a:ext>
                </a:extLst>
              </p:cNvPr>
              <p:cNvSpPr txBox="1"/>
              <p:nvPr userDrawn="1"/>
            </p:nvSpPr>
            <p:spPr>
              <a:xfrm>
                <a:off x="10136038" y="4398456"/>
                <a:ext cx="2088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Intelligent Automation</a:t>
                </a:r>
                <a:endParaRPr lang="en-AU" sz="1400" b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796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4BC594-B2C3-218B-E90B-2FA73C8CC1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defTabSz="609630"/>
            <a:endParaRPr lang="en-AU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EFE79C-D348-4742-B4E8-9B06BAC16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1547" y="2925480"/>
            <a:ext cx="4635768" cy="10750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3A4CC6D-69B0-6729-AD90-052D1B6566B2}"/>
              </a:ext>
            </a:extLst>
          </p:cNvPr>
          <p:cNvGrpSpPr/>
          <p:nvPr userDrawn="1"/>
        </p:nvGrpSpPr>
        <p:grpSpPr>
          <a:xfrm>
            <a:off x="7754519" y="1543797"/>
            <a:ext cx="4048457" cy="3770405"/>
            <a:chOff x="8027081" y="1509922"/>
            <a:chExt cx="4048457" cy="377040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6F987B7-F5D3-6CC0-DB73-2D3F7571BB7A}"/>
                </a:ext>
              </a:extLst>
            </p:cNvPr>
            <p:cNvGrpSpPr/>
            <p:nvPr userDrawn="1"/>
          </p:nvGrpSpPr>
          <p:grpSpPr>
            <a:xfrm>
              <a:off x="8027081" y="3350085"/>
              <a:ext cx="1782000" cy="1930242"/>
              <a:chOff x="10349554" y="94891"/>
              <a:chExt cx="1782000" cy="1930242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EFE73C06-4ECC-D8E3-A776-A42DE2511E74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738" t="7430" r="6871" b="19015"/>
              <a:stretch/>
            </p:blipFill>
            <p:spPr>
              <a:xfrm>
                <a:off x="10350536" y="94891"/>
                <a:ext cx="1780037" cy="162246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445DAD-B381-C4F5-2973-386DB4F15EA9}"/>
                  </a:ext>
                </a:extLst>
              </p:cNvPr>
              <p:cNvSpPr txBox="1"/>
              <p:nvPr userDrawn="1"/>
            </p:nvSpPr>
            <p:spPr>
              <a:xfrm>
                <a:off x="10349554" y="1717356"/>
                <a:ext cx="178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Data &amp; Analytics</a:t>
                </a:r>
                <a:endParaRPr lang="en-AU" sz="14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1039B4E-F5A1-44F9-EB59-EA69EEE7A367}"/>
                </a:ext>
              </a:extLst>
            </p:cNvPr>
            <p:cNvGrpSpPr/>
            <p:nvPr userDrawn="1"/>
          </p:nvGrpSpPr>
          <p:grpSpPr>
            <a:xfrm>
              <a:off x="9108453" y="1509922"/>
              <a:ext cx="1782000" cy="1840163"/>
              <a:chOff x="8715954" y="1389779"/>
              <a:chExt cx="1782000" cy="1840163"/>
            </a:xfrm>
          </p:grpSpPr>
          <p:pic>
            <p:nvPicPr>
              <p:cNvPr id="23" name="Picture 22" descr="Logo, icon&#10;&#10;Description automatically generated">
                <a:extLst>
                  <a:ext uri="{FF2B5EF4-FFF2-40B4-BE49-F238E27FC236}">
                    <a16:creationId xmlns:a16="http://schemas.microsoft.com/office/drawing/2014/main" id="{5368BBF6-04BE-060A-5698-92B09F92CE0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069" t="17003" r="12153" b="17511"/>
              <a:stretch/>
            </p:blipFill>
            <p:spPr>
              <a:xfrm>
                <a:off x="8716936" y="1389779"/>
                <a:ext cx="1780037" cy="1532386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14DC0BB-27CA-3012-14C2-CDB91E3E270B}"/>
                  </a:ext>
                </a:extLst>
              </p:cNvPr>
              <p:cNvSpPr txBox="1"/>
              <p:nvPr userDrawn="1"/>
            </p:nvSpPr>
            <p:spPr>
              <a:xfrm>
                <a:off x="8715954" y="2922165"/>
                <a:ext cx="178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Cloud</a:t>
                </a:r>
                <a:endParaRPr lang="en-AU" sz="14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0DF9FD9-B284-678D-92B2-315769A44CAF}"/>
                </a:ext>
              </a:extLst>
            </p:cNvPr>
            <p:cNvGrpSpPr/>
            <p:nvPr userDrawn="1"/>
          </p:nvGrpSpPr>
          <p:grpSpPr>
            <a:xfrm>
              <a:off x="9987538" y="3350087"/>
              <a:ext cx="2088000" cy="1928527"/>
              <a:chOff x="10136038" y="2777706"/>
              <a:chExt cx="2088000" cy="1928527"/>
            </a:xfrm>
          </p:grpSpPr>
          <p:pic>
            <p:nvPicPr>
              <p:cNvPr id="21" name="Picture 20" descr="Icon&#10;&#10;Description automatically generated">
                <a:extLst>
                  <a:ext uri="{FF2B5EF4-FFF2-40B4-BE49-F238E27FC236}">
                    <a16:creationId xmlns:a16="http://schemas.microsoft.com/office/drawing/2014/main" id="{AA4A5B74-C345-511F-2A35-CEE4D4153E2D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" t="13872" r="12717" b="12574"/>
              <a:stretch/>
            </p:blipFill>
            <p:spPr>
              <a:xfrm>
                <a:off x="10298704" y="2777706"/>
                <a:ext cx="1762669" cy="1622465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EFD140-A5B7-1D80-64A6-4185A481E189}"/>
                  </a:ext>
                </a:extLst>
              </p:cNvPr>
              <p:cNvSpPr txBox="1"/>
              <p:nvPr userDrawn="1"/>
            </p:nvSpPr>
            <p:spPr>
              <a:xfrm>
                <a:off x="10136038" y="4398456"/>
                <a:ext cx="2088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Intelligent Automation</a:t>
                </a:r>
                <a:endParaRPr lang="en-AU" sz="14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8810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T003_ConsultantTemplate_REV00.png" descr="INT003_ConsultantTemplate_REV00.png">
            <a:extLst>
              <a:ext uri="{FF2B5EF4-FFF2-40B4-BE49-F238E27FC236}">
                <a16:creationId xmlns:a16="http://schemas.microsoft.com/office/drawing/2014/main" id="{FE12FEFA-74C0-472B-9F5D-EE189C68E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F534B777-DBA3-4759-86BD-43A10B5989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45710" y="48126"/>
            <a:ext cx="3849968" cy="6734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3804FE-D633-4EDA-B1FB-16D49574D7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1034" y="1141540"/>
            <a:ext cx="3523793" cy="4669941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EFE79C-D348-4742-B4E8-9B06BAC16B3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917" y="3025557"/>
            <a:ext cx="3798165" cy="9019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C81699-ECE7-4F00-B684-FB417DB378C2}"/>
              </a:ext>
            </a:extLst>
          </p:cNvPr>
          <p:cNvSpPr txBox="1"/>
          <p:nvPr userDrawn="1"/>
        </p:nvSpPr>
        <p:spPr>
          <a:xfrm>
            <a:off x="5896234" y="4065480"/>
            <a:ext cx="172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Arial Nova" panose="020B0504020202020204"/>
              </a:rPr>
              <a:t>www.intelia.com.au</a:t>
            </a:r>
            <a:endParaRPr lang="en-AU" sz="1200">
              <a:solidFill>
                <a:schemeClr val="bg1"/>
              </a:solidFill>
              <a:latin typeface="Arial Nova" panose="020B05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32293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T003_ConsultantTemplate_REV00.png" descr="INT003_ConsultantTemplate_REV00.png">
            <a:extLst>
              <a:ext uri="{FF2B5EF4-FFF2-40B4-BE49-F238E27FC236}">
                <a16:creationId xmlns:a16="http://schemas.microsoft.com/office/drawing/2014/main" id="{9844B039-1D8C-4943-9EB8-C5F9CBCCB2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8BF71F-947B-4A15-B786-84A5366E6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644" y="1389779"/>
            <a:ext cx="7470262" cy="2387600"/>
          </a:xfrm>
        </p:spPr>
        <p:txBody>
          <a:bodyPr anchor="t"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81DF8-70B3-4E03-A811-6CE516B6B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644" y="4166138"/>
            <a:ext cx="7470262" cy="1655762"/>
          </a:xfrm>
        </p:spPr>
        <p:txBody>
          <a:bodyPr/>
          <a:lstStyle>
            <a:lvl1pPr marL="0" indent="0" algn="l">
              <a:buNone/>
              <a:defRPr sz="2400" b="0">
                <a:solidFill>
                  <a:srgbClr val="009999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DBD9-9767-4D30-9E82-C766B2C7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fld id="{4F82895F-B626-4F52-A856-6EAC42388413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E73A5073-9820-4ACA-BEFA-9D282FAB99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7297" y="260451"/>
            <a:ext cx="2585797" cy="60146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370880-C909-45AF-8EC1-89C2B98AE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74799" y="997162"/>
            <a:ext cx="3523793" cy="4669941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DC93F5D-C153-4A96-A614-87C07B7378B0}"/>
              </a:ext>
            </a:extLst>
          </p:cNvPr>
          <p:cNvSpPr txBox="1"/>
          <p:nvPr userDrawn="1"/>
        </p:nvSpPr>
        <p:spPr>
          <a:xfrm>
            <a:off x="86201" y="6418209"/>
            <a:ext cx="172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www.intelia.com.au</a:t>
            </a:r>
            <a:endParaRPr lang="en-AU" sz="120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774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FE0EE-2CE7-48F3-AEA7-86DE845B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DA39F6D-6CFB-484A-A8A8-76FFBC1431FF}"/>
              </a:ext>
            </a:extLst>
          </p:cNvPr>
          <p:cNvGrpSpPr/>
          <p:nvPr userDrawn="1"/>
        </p:nvGrpSpPr>
        <p:grpSpPr>
          <a:xfrm>
            <a:off x="3728040" y="733245"/>
            <a:ext cx="3508084" cy="4613165"/>
            <a:chOff x="8603812" y="94891"/>
            <a:chExt cx="3508084" cy="46131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7482CB7-5C93-4E65-A503-D65186D0E1A7}"/>
                </a:ext>
              </a:extLst>
            </p:cNvPr>
            <p:cNvGrpSpPr/>
            <p:nvPr userDrawn="1"/>
          </p:nvGrpSpPr>
          <p:grpSpPr>
            <a:xfrm>
              <a:off x="10237412" y="94891"/>
              <a:ext cx="1782000" cy="1930242"/>
              <a:chOff x="10349554" y="94891"/>
              <a:chExt cx="1782000" cy="1930242"/>
            </a:xfrm>
          </p:grpSpPr>
          <p:pic>
            <p:nvPicPr>
              <p:cNvPr id="13" name="Picture 12" descr="Icon&#10;&#10;Description automatically generated">
                <a:extLst>
                  <a:ext uri="{FF2B5EF4-FFF2-40B4-BE49-F238E27FC236}">
                    <a16:creationId xmlns:a16="http://schemas.microsoft.com/office/drawing/2014/main" id="{2720BF2B-A8F7-4A7D-9007-C1C0EFFD98C6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738" t="7430" r="6871" b="19015"/>
              <a:stretch/>
            </p:blipFill>
            <p:spPr>
              <a:xfrm>
                <a:off x="10350536" y="94891"/>
                <a:ext cx="1780037" cy="1622465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1353BF-19A4-4B12-AB97-BCBCCA5E9866}"/>
                  </a:ext>
                </a:extLst>
              </p:cNvPr>
              <p:cNvSpPr txBox="1"/>
              <p:nvPr userDrawn="1"/>
            </p:nvSpPr>
            <p:spPr>
              <a:xfrm>
                <a:off x="10349554" y="1717356"/>
                <a:ext cx="178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bg2">
                        <a:lumMod val="8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Data &amp; Analytics</a:t>
                </a:r>
                <a:endParaRPr lang="en-AU" sz="1400" b="1">
                  <a:solidFill>
                    <a:schemeClr val="bg2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6474752-EB1E-483E-B921-DDD6AEDE4961}"/>
                </a:ext>
              </a:extLst>
            </p:cNvPr>
            <p:cNvGrpSpPr/>
            <p:nvPr userDrawn="1"/>
          </p:nvGrpSpPr>
          <p:grpSpPr>
            <a:xfrm>
              <a:off x="8603812" y="1648569"/>
              <a:ext cx="1782000" cy="1840163"/>
              <a:chOff x="8715954" y="1389779"/>
              <a:chExt cx="1782000" cy="1840163"/>
            </a:xfrm>
          </p:grpSpPr>
          <p:pic>
            <p:nvPicPr>
              <p:cNvPr id="11" name="Picture 10" descr="Logo, icon&#10;&#10;Description automatically generated">
                <a:extLst>
                  <a:ext uri="{FF2B5EF4-FFF2-40B4-BE49-F238E27FC236}">
                    <a16:creationId xmlns:a16="http://schemas.microsoft.com/office/drawing/2014/main" id="{CCA773DE-2902-4BF8-8027-DDBB06C4605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069" t="17003" r="12153" b="17511"/>
              <a:stretch/>
            </p:blipFill>
            <p:spPr>
              <a:xfrm>
                <a:off x="8716936" y="1389779"/>
                <a:ext cx="1780037" cy="153238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9EED40-A1B0-4CCF-82BB-D353AA878927}"/>
                  </a:ext>
                </a:extLst>
              </p:cNvPr>
              <p:cNvSpPr txBox="1"/>
              <p:nvPr userDrawn="1"/>
            </p:nvSpPr>
            <p:spPr>
              <a:xfrm>
                <a:off x="8715954" y="2922165"/>
                <a:ext cx="178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bg2">
                        <a:lumMod val="8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Cloud</a:t>
                </a:r>
                <a:endParaRPr lang="en-AU" sz="1400" b="1">
                  <a:solidFill>
                    <a:schemeClr val="bg2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B93C4E-1C27-41E1-8969-86291288B114}"/>
                </a:ext>
              </a:extLst>
            </p:cNvPr>
            <p:cNvGrpSpPr/>
            <p:nvPr userDrawn="1"/>
          </p:nvGrpSpPr>
          <p:grpSpPr>
            <a:xfrm>
              <a:off x="10023896" y="2777706"/>
              <a:ext cx="2088000" cy="1930350"/>
              <a:chOff x="10136038" y="2777706"/>
              <a:chExt cx="2088000" cy="1930350"/>
            </a:xfrm>
          </p:grpSpPr>
          <p:pic>
            <p:nvPicPr>
              <p:cNvPr id="9" name="Picture 8" descr="Icon&#10;&#10;Description automatically generated">
                <a:extLst>
                  <a:ext uri="{FF2B5EF4-FFF2-40B4-BE49-F238E27FC236}">
                    <a16:creationId xmlns:a16="http://schemas.microsoft.com/office/drawing/2014/main" id="{9BFB1EFD-E546-4288-8B57-E1302362ED6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" t="13872" r="12717" b="12574"/>
              <a:stretch/>
            </p:blipFill>
            <p:spPr>
              <a:xfrm>
                <a:off x="10298704" y="2777706"/>
                <a:ext cx="1762669" cy="1622465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43BA36-1C7D-463F-BBA5-61313EC6F0D5}"/>
                  </a:ext>
                </a:extLst>
              </p:cNvPr>
              <p:cNvSpPr txBox="1"/>
              <p:nvPr userDrawn="1"/>
            </p:nvSpPr>
            <p:spPr>
              <a:xfrm>
                <a:off x="10136038" y="4398456"/>
                <a:ext cx="2088000" cy="309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>
                    <a:solidFill>
                      <a:schemeClr val="bg2">
                        <a:lumMod val="8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Intelligent Automation</a:t>
                </a:r>
                <a:endParaRPr lang="en-AU" sz="1400" b="1">
                  <a:solidFill>
                    <a:schemeClr val="bg2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0987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4C348D2-DFB2-6D94-7943-9E6E3702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4183" y="6530375"/>
            <a:ext cx="462503" cy="252000"/>
          </a:xfrm>
        </p:spPr>
        <p:txBody>
          <a:bodyPr/>
          <a:lstStyle/>
          <a:p>
            <a:fld id="{4F82895F-B626-4F52-A856-6EAC42388413}" type="slidenum">
              <a:rPr lang="en-AU" smtClean="0"/>
              <a:t>‹#›</a:t>
            </a:fld>
            <a:endParaRPr lang="en-A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773782E-739C-0196-FF5E-638D0DE06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5575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67C16-0606-6390-4625-9FF193C98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397" y="1122363"/>
            <a:ext cx="9144000" cy="23876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77F38-848C-9CD1-67DB-5E7A7027B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397" y="3602038"/>
            <a:ext cx="9144000" cy="1655763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20C4A-D175-CD7E-A139-E27CBB35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62C7E-1A35-B128-98CC-085E5529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A470E-824E-A52C-A91B-063CEB27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284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B63B-6AE8-082A-AF45-58D4E446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7F8E-575E-1FFD-CC7D-2B50E1550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3CFF-F162-F758-E267-D9DF923B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B04A-EFF6-FAC3-F7AB-8554850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EFF07-0EC7-5BCB-4A23-10B9E1E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2BA88-BE21-7968-D54B-C2C9146E0A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336" y="143026"/>
            <a:ext cx="1548033" cy="3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29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2C56-CEC5-C528-1BF2-78062AAB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67" y="1709738"/>
            <a:ext cx="10515163" cy="2852738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51486-7CC0-320C-19DE-ECC3351E3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067" y="4589463"/>
            <a:ext cx="10515163" cy="1500188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B097D-5C87-B023-99EA-0F4230B6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DDC5D-F039-73F2-D188-B00C20EE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2D66-B5EA-0995-2F60-DC05D6E6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61223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1E08-8A89-8F3E-0ED8-F2F9E8FE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A057-3AE0-CB3C-92FA-BE2C50F8F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418" y="1825625"/>
            <a:ext cx="521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B5DE6-C35E-3821-6CF8-16B0CCA8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110" y="1825625"/>
            <a:ext cx="521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3CE0C-CF2C-BB29-006C-3807EABD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96CAE-6A7A-B8A9-F554-C0EAA8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9245D-291A-81E3-6977-0DDBBE95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2880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56A3-2BB8-4E26-7A7F-992EE135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6" y="365125"/>
            <a:ext cx="1051516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1AFD1-A6C1-E04E-DDE4-73319F128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06" y="1681163"/>
            <a:ext cx="5157543" cy="82391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67C73-6777-1793-3737-16C8CC7E9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006" y="2505075"/>
            <a:ext cx="5157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5E1F1-B5D2-1E98-33C8-D6E2DD61E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20" y="1681163"/>
            <a:ext cx="5182950" cy="82391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9A114-740F-B192-6453-1061C07D6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20" y="2505075"/>
            <a:ext cx="518295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9B06C4-9D2D-9CF1-EC97-86205ECA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BBF6D5-59D2-62B2-EB4F-AD015573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FAE2CE-5F72-7A54-3C1B-09221C81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8139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E532-5E5E-B91C-9DD8-124B6692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ECE21-F699-3C01-3269-6D877C73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7993A-0E64-762C-556D-1AF6D02E6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170BF-0A42-1E57-47D2-BFC2CEC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3506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95EC62-B5E0-A00B-D05F-ED2C6C87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A8A9-C067-DF6E-6B30-343BF998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2A1AD-3CD7-E2C8-70CE-4428D8A9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5914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B7E9-8EBF-ED0C-4213-8F23B0BC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6" y="457200"/>
            <a:ext cx="3931674" cy="16002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25F9-2DB3-9518-8385-31F1E6585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2950" y="987425"/>
            <a:ext cx="6172220" cy="487362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1A838-DA0E-43AD-BCDB-F7BC34EDE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006" y="2057400"/>
            <a:ext cx="3931674" cy="38115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ABE92-B574-DEF7-A1C7-AD8F4F9B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6AC94-7174-7362-818B-FFFDB456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2E5C0-1ACC-1778-CAD8-2DDC30C2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141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88D1-5CD2-4837-7C04-F6829E8F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6" y="457200"/>
            <a:ext cx="3931674" cy="16002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9F5C1-9E13-02A7-0EC5-BA80B7CE5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2950" y="987425"/>
            <a:ext cx="6172220" cy="4873625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250D8-8410-C49E-AF79-7C6F5AA59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006" y="2057400"/>
            <a:ext cx="3931674" cy="38115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8230E-163F-4475-6DBF-4B6C0FDF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57CC-F6F0-CC86-D736-9AD421B9E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73C7B-F728-E0D4-A48F-9539C9A3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98589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7228-D779-25C1-71F6-09EC5DB5D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DDD79-87FE-8B0A-3F1C-8976EEAD3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7C1DA-FFE5-F251-058D-59E038D9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583B0-E521-9584-BD24-95A6F786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067D0-CE05-2C6B-8515-97A34360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9650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C66487-8135-C36D-0452-DB7F6D389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791" y="365125"/>
            <a:ext cx="262879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7B806-9D19-2774-21B1-6736BC476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418" y="365125"/>
            <a:ext cx="781015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E1EEA-ED23-C699-E302-2665FF5F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A7F2-AA79-B1EE-54B5-63300235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BE5DC-3D3A-35E3-A211-C377CF62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81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B8C7-C31B-EA93-C25A-D05D59DA8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64816-39A8-B8D9-8702-E66CD7488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9A866-5501-8BEE-4686-7B98EEBD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724CB-0C18-F1D2-363B-7B28B575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70DE3-8418-4D97-6BC6-AE135200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44726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491A-5D76-336C-9759-9938EB44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64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59AE5-2FC2-F159-F5BE-815371489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EAAD9-3D44-AF7E-7A7F-F9CD4159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259BA-2DDC-453B-3CFA-FBC059A9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34620-F20B-9C76-A750-8839942E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40189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0102-CBF0-D843-369D-B5B0888A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73907-1245-B3E1-B551-4544EF3DB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5BEF4-E1D4-2AD0-5F9F-BA93B5DF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2E788-017F-6F13-54DD-1E52E1AE0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DEF14-4604-513B-A851-69578D66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20668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406C-0E11-A439-6365-CA35F627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64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54C9C-351D-2880-FACD-D6F50600E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A863F-F3E1-1117-CDC1-2D16E76C6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BA5F7-508C-204F-3300-40F11179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23C9-553E-3DA4-B45A-3127E7F2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05383-37DA-C93A-D22A-BBCB1FFD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583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4F650-1A3A-FB0D-6B99-51A9CEB6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CE073-89B8-917C-7986-01451B9C4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DAE6D-9EB9-D9FF-04FC-4CAF5F0C1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0CC00-36C5-7482-E885-2DC8197CE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EEFCE-B2E5-064D-2E85-A5A7C357F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3BC028-8045-73F5-14E5-D2549F1C87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C4AB4-3BE0-AB67-0718-D1A68AB27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7BBBE-7B81-A400-ACE5-ECD2477E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79345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1856-B1CF-90EA-B782-4811DB7B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64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BF581-0D70-407B-53B9-8153E2EA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548F0-5D0F-2C95-5915-1C244C9B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8EDBD-8AEB-1CF8-3458-C8C26CFA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70614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D72DFA-CF95-6F45-0C81-C76BB33B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1ABBF-E37B-A334-896D-AC3D737A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9ADC4-277E-6936-D0F0-CDAE8CF7D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25214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AF14-DB75-0CB2-9679-44B3312C9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469A-D73A-848D-FA3B-2DEF825D3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2080A-A7A1-ED5A-0786-848EB52C3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2B081-067F-4EB4-48C8-898D12FE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9DB5D-2FD5-66A6-DA58-25747D4D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9C774-F79D-24D1-9ABF-603E3B30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24412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A743-6A46-0AAF-B7C5-6E2B0E87A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989FF-5850-18D2-AB3F-9056C5685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51E8F-FF7C-6985-295D-EC7E4994E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57EB6-FA17-1918-DA46-2FC41FD7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294D8-4894-D6A0-6131-FB93D61C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83919-BFA3-F826-E6F5-F4FC68AA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0630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44B3D-2126-5F91-B55A-F61DEED79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64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CF0A9-CCF6-C245-D658-4B0F5460C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59A2-FC84-8761-C9A3-3833C32C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58D60-1729-7ACF-29F0-6F911799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C1282-B0FE-9DB9-1046-41680730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9864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85CCD-0CA2-FC23-9DEF-60C27B2C9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3091C-AD3B-5C92-2C49-AC2E4C693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B523-BA5B-0AA6-7EDA-BE283BE9C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745D6-BD15-46F4-8F61-5B76DC6813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9D627-0CF5-2E8B-2FAC-86772E4D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3FB6-991A-6E88-18E5-9F5DD041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56EAF8-6659-4771-8BB2-799448F6FC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50385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67C16-0606-6390-4625-9FF193C98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397" y="1122363"/>
            <a:ext cx="9144000" cy="23876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77F38-848C-9CD1-67DB-5E7A7027B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397" y="3602038"/>
            <a:ext cx="9144000" cy="1655763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20C4A-D175-CD7E-A139-E27CBB35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62C7E-1A35-B128-98CC-085E5529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A470E-824E-A52C-A91B-063CEB27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3997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B63B-6AE8-082A-AF45-58D4E446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7F8E-575E-1FFD-CC7D-2B50E1550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3CFF-F162-F758-E267-D9DF923B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B04A-EFF6-FAC3-F7AB-8554850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EFF07-0EC7-5BCB-4A23-10B9E1E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2BA88-BE21-7968-D54B-C2C9146E0A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336" y="143026"/>
            <a:ext cx="1548033" cy="3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129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2C56-CEC5-C528-1BF2-78062AAB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67" y="1709738"/>
            <a:ext cx="10515163" cy="2852738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51486-7CC0-320C-19DE-ECC3351E3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067" y="4589463"/>
            <a:ext cx="10515163" cy="1500188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B097D-5C87-B023-99EA-0F4230B6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DDC5D-F039-73F2-D188-B00C20EE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2D66-B5EA-0995-2F60-DC05D6E6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09043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1E08-8A89-8F3E-0ED8-F2F9E8FE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A057-3AE0-CB3C-92FA-BE2C50F8F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418" y="1825625"/>
            <a:ext cx="521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B5DE6-C35E-3821-6CF8-16B0CCA8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110" y="1825625"/>
            <a:ext cx="521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3CE0C-CF2C-BB29-006C-3807EABD6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96CAE-6A7A-B8A9-F554-C0EAA8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9245D-291A-81E3-6977-0DDBBE95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7558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56A3-2BB8-4E26-7A7F-992EE135F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6" y="365125"/>
            <a:ext cx="1051516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1AFD1-A6C1-E04E-DDE4-73319F128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006" y="1681163"/>
            <a:ext cx="5157543" cy="82391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67C73-6777-1793-3737-16C8CC7E9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006" y="2505075"/>
            <a:ext cx="5157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5E1F1-B5D2-1E98-33C8-D6E2DD61E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20" y="1681163"/>
            <a:ext cx="5182950" cy="823913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9A114-740F-B192-6453-1061C07D6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20" y="2505075"/>
            <a:ext cx="518295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9B06C4-9D2D-9CF1-EC97-86205ECA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BBF6D5-59D2-62B2-EB4F-AD015573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FAE2CE-5F72-7A54-3C1B-09221C81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671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E532-5E5E-B91C-9DD8-124B6692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ECE21-F699-3C01-3269-6D877C73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7993A-0E64-762C-556D-1AF6D02E6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170BF-0A42-1E57-47D2-BFC2CEC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0347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95EC62-B5E0-A00B-D05F-ED2C6C87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A8A9-C067-DF6E-6B30-343BF998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2A1AD-3CD7-E2C8-70CE-4428D8A9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4888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B7E9-8EBF-ED0C-4213-8F23B0BC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6" y="457200"/>
            <a:ext cx="3931674" cy="16002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25F9-2DB3-9518-8385-31F1E6585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2950" y="987425"/>
            <a:ext cx="6172220" cy="487362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1A838-DA0E-43AD-BCDB-F7BC34EDE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006" y="2057400"/>
            <a:ext cx="3931674" cy="38115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ABE92-B574-DEF7-A1C7-AD8F4F9B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6AC94-7174-7362-818B-FFFDB456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2E5C0-1ACC-1778-CAD8-2DDC30C2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39374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88D1-5CD2-4837-7C04-F6829E8F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06" y="457200"/>
            <a:ext cx="3931674" cy="16002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9F5C1-9E13-02A7-0EC5-BA80B7CE5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2950" y="987425"/>
            <a:ext cx="6172220" cy="4873625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250D8-8410-C49E-AF79-7C6F5AA59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006" y="2057400"/>
            <a:ext cx="3931674" cy="38115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8230E-163F-4475-6DBF-4B6C0FDF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57CC-F6F0-CC86-D736-9AD421B9E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73C7B-F728-E0D4-A48F-9539C9A3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9333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7228-D779-25C1-71F6-09EC5DB5D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DDD79-87FE-8B0A-3F1C-8976EEAD3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7C1DA-FFE5-F251-058D-59E038D9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583B0-E521-9584-BD24-95A6F786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067D0-CE05-2C6B-8515-97A34360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7188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C66487-8135-C36D-0452-DB7F6D389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791" y="365125"/>
            <a:ext cx="262879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7B806-9D19-2774-21B1-6736BC476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418" y="365125"/>
            <a:ext cx="781015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E1EEA-ED23-C699-E302-2665FF5F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A7F2-AA79-B1EE-54B5-63300235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BE5DC-3D3A-35E3-A211-C377CF62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62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7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44A2C-67A6-4716-B2D7-5A80DD47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06" y="365126"/>
            <a:ext cx="11307792" cy="6614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377B8-A19D-4081-98B6-5B96142DE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05" y="1204523"/>
            <a:ext cx="113077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BF1CC-4239-411F-BE28-8F7BD3DA3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4183" y="6530375"/>
            <a:ext cx="462503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Arial Nova" panose="020B0504020202020204"/>
              </a:defRPr>
            </a:lvl1pPr>
          </a:lstStyle>
          <a:p>
            <a:fld id="{4F82895F-B626-4F52-A856-6EAC4238841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A04A418-4E8E-76C1-1E11-665FF4811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0392" y="6494374"/>
            <a:ext cx="8557404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/>
              <a:t>Deakin Propsal: Review of Current Business Insights &amp; Analytics Platforms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32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706" r:id="rId16"/>
    <p:sldLayoutId id="2147483689" r:id="rId17"/>
    <p:sldLayoutId id="2147483690" r:id="rId18"/>
    <p:sldLayoutId id="2147483691" r:id="rId19"/>
    <p:sldLayoutId id="2147483692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10AB8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1pPr>
      <a:lvl2pPr marL="53498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2pPr>
      <a:lvl3pPr marL="896938" indent="-1809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3pPr>
      <a:lvl4pPr marL="1258888" indent="-1809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4pPr>
      <a:lvl5pPr marL="1612900" indent="-1809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28C2D-4FCC-1263-92B4-6B12B5E5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19" y="365125"/>
            <a:ext cx="105151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2C1DE-E006-2290-6097-91B5B3D4C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419" y="1825625"/>
            <a:ext cx="105151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97023-D646-D830-3B23-0F0BD3C61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419" y="6356350"/>
            <a:ext cx="2743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7FE10-6C61-576E-C8A7-FD1804F77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859" y="6356350"/>
            <a:ext cx="41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D63DE-A5A0-A10E-5E59-886E84C7F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461" y="6356350"/>
            <a:ext cx="27431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2FDE301-3DA5-CFEA-0E9F-E3B767A3404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5000"/>
          </a:blip>
          <a:srcRect t="20571" r="13865" b="6706"/>
          <a:stretch>
            <a:fillRect/>
          </a:stretch>
        </p:blipFill>
        <p:spPr>
          <a:xfrm>
            <a:off x="0" y="893"/>
            <a:ext cx="12192000" cy="685621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16C467C-1BE9-C5A8-9502-C2049048A2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36199" r="21351"/>
          <a:stretch/>
        </p:blipFill>
        <p:spPr>
          <a:xfrm>
            <a:off x="9729215" y="0"/>
            <a:ext cx="2462785" cy="182422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60FBCEC-23D8-1003-DE0E-019141D84F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r="50721" b="75435"/>
          <a:stretch/>
        </p:blipFill>
        <p:spPr>
          <a:xfrm>
            <a:off x="10764593" y="6360647"/>
            <a:ext cx="1427407" cy="4964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E0009B-F6B3-7526-0898-43B097A22A5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336" y="143026"/>
            <a:ext cx="1548033" cy="3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5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BE0A7ECA-3E46-0EE3-AF21-05B0F990716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5000"/>
          </a:blip>
          <a:srcRect t="20571" r="13865" b="6706"/>
          <a:stretch>
            <a:fillRect/>
          </a:stretch>
        </p:blipFill>
        <p:spPr>
          <a:xfrm>
            <a:off x="0" y="893"/>
            <a:ext cx="12192000" cy="6856214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ED019773-26C1-11B3-B2DA-F614312C4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7B1C286-74DF-B21D-D670-9CE020733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E56105F-E8EC-AFEF-A8CF-D840C5B8C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A6C4C-A77D-4214-9F18-6BCEF178DDDB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BF65997-BD8F-B021-E461-3336B7097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A944868-43F9-8BD4-CA7A-A600019AA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F1CAE-5020-434F-8CA9-C10AA43EEC34}" type="slidenum">
              <a:rPr lang="en-AU" smtClean="0"/>
              <a:t>‹#›</a:t>
            </a:fld>
            <a:endParaRPr lang="en-AU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8A49F8-329B-05C6-D16E-1ABFF6E487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36199" r="21351"/>
          <a:stretch/>
        </p:blipFill>
        <p:spPr>
          <a:xfrm>
            <a:off x="9729215" y="0"/>
            <a:ext cx="2462785" cy="18242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1BB44A-72A2-877E-7A48-B2AD8C2B9F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r="50721" b="75435"/>
          <a:stretch/>
        </p:blipFill>
        <p:spPr>
          <a:xfrm>
            <a:off x="10764593" y="6360647"/>
            <a:ext cx="1427407" cy="4964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7D9FA5-9B34-8314-AA0E-BD52F2567AF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336" y="143026"/>
            <a:ext cx="1548033" cy="3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0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28C2D-4FCC-1263-92B4-6B12B5E5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19" y="365125"/>
            <a:ext cx="105151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2C1DE-E006-2290-6097-91B5B3D4C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419" y="1825625"/>
            <a:ext cx="105151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97023-D646-D830-3B23-0F0BD3C61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419" y="6356350"/>
            <a:ext cx="2743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2E99B-5078-42CE-B77C-4E7FBBA232A2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7FE10-6C61-576E-C8A7-FD1804F77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859" y="6356350"/>
            <a:ext cx="41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D63DE-A5A0-A10E-5E59-886E84C7F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461" y="6356350"/>
            <a:ext cx="27431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FC54D-A98A-48F9-BCC1-6D8888A313A0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2FDE301-3DA5-CFEA-0E9F-E3B767A3404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7000"/>
          </a:blip>
          <a:srcRect t="20571" r="13865" b="6706"/>
          <a:stretch>
            <a:fillRect/>
          </a:stretch>
        </p:blipFill>
        <p:spPr>
          <a:xfrm>
            <a:off x="0" y="893"/>
            <a:ext cx="12192000" cy="685621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16C467C-1BE9-C5A8-9502-C2049048A2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36199" r="21351"/>
          <a:stretch/>
        </p:blipFill>
        <p:spPr>
          <a:xfrm>
            <a:off x="9729215" y="0"/>
            <a:ext cx="2462785" cy="182422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60FBCEC-23D8-1003-DE0E-019141D84F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r="50721" b="75435"/>
          <a:stretch/>
        </p:blipFill>
        <p:spPr>
          <a:xfrm>
            <a:off x="10764593" y="6360647"/>
            <a:ext cx="1427407" cy="4964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E0009B-F6B3-7526-0898-43B097A22A5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336" y="143026"/>
            <a:ext cx="1548033" cy="36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2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9.svg"/><Relationship Id="rId2" Type="http://schemas.openxmlformats.org/officeDocument/2006/relationships/slideLayout" Target="../slideLayouts/slideLayout2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E21C05-0F0D-50F8-C286-B5DE02C1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1BD5CB-6CE2-99FB-6F10-9FF173AF5081}"/>
              </a:ext>
            </a:extLst>
          </p:cNvPr>
          <p:cNvCxnSpPr/>
          <p:nvPr/>
        </p:nvCxnSpPr>
        <p:spPr>
          <a:xfrm>
            <a:off x="1588" y="2630012"/>
            <a:ext cx="1218882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5281982D-73E9-4BC9-0DB5-B3F145E05A3F}"/>
              </a:ext>
            </a:extLst>
          </p:cNvPr>
          <p:cNvSpPr/>
          <p:nvPr/>
        </p:nvSpPr>
        <p:spPr>
          <a:xfrm>
            <a:off x="7850204" y="2193971"/>
            <a:ext cx="862149" cy="862149"/>
          </a:xfrm>
          <a:prstGeom prst="ellipse">
            <a:avLst/>
          </a:prstGeom>
          <a:solidFill>
            <a:srgbClr val="FDFDFD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AD9839C7-9427-3215-12C7-6BEF74A2BCE8}"/>
              </a:ext>
            </a:extLst>
          </p:cNvPr>
          <p:cNvSpPr txBox="1"/>
          <p:nvPr/>
        </p:nvSpPr>
        <p:spPr>
          <a:xfrm>
            <a:off x="139374" y="6477242"/>
            <a:ext cx="810537" cy="278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4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93" normalizeH="0" baseline="0" noProof="0">
                <a:ln>
                  <a:noFill/>
                </a:ln>
                <a:solidFill>
                  <a:srgbClr val="0F2B3F"/>
                </a:solidFill>
                <a:effectLst/>
                <a:uLnTx/>
                <a:uFillTx/>
                <a:latin typeface="Roboto"/>
                <a:ea typeface="Roboto"/>
                <a:cs typeface="Roboto"/>
              </a:rPr>
              <a:t>intelia.ai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440109-1CC8-A692-02D9-EABAA07700E3}"/>
              </a:ext>
            </a:extLst>
          </p:cNvPr>
          <p:cNvSpPr/>
          <p:nvPr/>
        </p:nvSpPr>
        <p:spPr>
          <a:xfrm>
            <a:off x="409575" y="3463313"/>
            <a:ext cx="2196000" cy="259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77E169-8812-E5F1-D450-C577EBBE933C}"/>
              </a:ext>
            </a:extLst>
          </p:cNvPr>
          <p:cNvSpPr/>
          <p:nvPr/>
        </p:nvSpPr>
        <p:spPr>
          <a:xfrm>
            <a:off x="4925377" y="3463313"/>
            <a:ext cx="2196000" cy="259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E6EB2F-982B-AE64-DCBF-50460EA25E82}"/>
              </a:ext>
            </a:extLst>
          </p:cNvPr>
          <p:cNvSpPr/>
          <p:nvPr/>
        </p:nvSpPr>
        <p:spPr>
          <a:xfrm>
            <a:off x="2667476" y="3463313"/>
            <a:ext cx="2196000" cy="259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54844B-77F5-9E3B-6236-620ED058CBE7}"/>
              </a:ext>
            </a:extLst>
          </p:cNvPr>
          <p:cNvSpPr/>
          <p:nvPr/>
        </p:nvSpPr>
        <p:spPr>
          <a:xfrm>
            <a:off x="9441180" y="3463313"/>
            <a:ext cx="2196000" cy="259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6D787-67D1-17C4-C021-CA8991E2E566}"/>
              </a:ext>
            </a:extLst>
          </p:cNvPr>
          <p:cNvSpPr/>
          <p:nvPr/>
        </p:nvSpPr>
        <p:spPr>
          <a:xfrm>
            <a:off x="7183278" y="3463313"/>
            <a:ext cx="2196000" cy="259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BFBAE-F7C8-DFAB-3A09-161B9D6B73CD}"/>
              </a:ext>
            </a:extLst>
          </p:cNvPr>
          <p:cNvSpPr txBox="1"/>
          <p:nvPr/>
        </p:nvSpPr>
        <p:spPr>
          <a:xfrm>
            <a:off x="737973" y="1559841"/>
            <a:ext cx="1539204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DISCOVERY &amp; </a:t>
            </a:r>
          </a:p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PLANNING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8AC81E-9B33-5D7A-B8F1-5B3E570CEB09}"/>
              </a:ext>
            </a:extLst>
          </p:cNvPr>
          <p:cNvSpPr txBox="1"/>
          <p:nvPr/>
        </p:nvSpPr>
        <p:spPr>
          <a:xfrm>
            <a:off x="3107283" y="1559841"/>
            <a:ext cx="1316386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ESTABLISH</a:t>
            </a:r>
          </a:p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PLATFORM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1F8D4E-0703-FE43-D56A-199E2FF9935B}"/>
              </a:ext>
            </a:extLst>
          </p:cNvPr>
          <p:cNvSpPr txBox="1"/>
          <p:nvPr/>
        </p:nvSpPr>
        <p:spPr>
          <a:xfrm>
            <a:off x="5085460" y="1559841"/>
            <a:ext cx="1875834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BUILD, MIGRATE, </a:t>
            </a:r>
          </a:p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TEST, DEPLOY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9D64A8-428D-5E98-A496-1A7A02A760E7}"/>
              </a:ext>
            </a:extLst>
          </p:cNvPr>
          <p:cNvSpPr txBox="1"/>
          <p:nvPr/>
        </p:nvSpPr>
        <p:spPr>
          <a:xfrm>
            <a:off x="7504463" y="1559841"/>
            <a:ext cx="1553630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TRANSITION </a:t>
            </a:r>
          </a:p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&amp; HYPERCARE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49BEE0-428A-1293-85AD-6893164ED219}"/>
              </a:ext>
            </a:extLst>
          </p:cNvPr>
          <p:cNvSpPr txBox="1"/>
          <p:nvPr/>
        </p:nvSpPr>
        <p:spPr>
          <a:xfrm>
            <a:off x="9981175" y="1559841"/>
            <a:ext cx="1116011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PROJECT</a:t>
            </a:r>
          </a:p>
          <a:p>
            <a:pPr algn="ctr"/>
            <a:r>
              <a:rPr lang="en-US" sz="1600" b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CLOSURE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B29ECD-6ADE-B4FD-3C74-B73AC1122231}"/>
              </a:ext>
            </a:extLst>
          </p:cNvPr>
          <p:cNvSpPr/>
          <p:nvPr/>
        </p:nvSpPr>
        <p:spPr>
          <a:xfrm>
            <a:off x="1076501" y="2194039"/>
            <a:ext cx="862149" cy="862149"/>
          </a:xfrm>
          <a:prstGeom prst="ellipse">
            <a:avLst/>
          </a:prstGeom>
          <a:solidFill>
            <a:srgbClr val="FDFDFD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4AB2C1-E464-E31C-9420-1601057C7F3F}"/>
              </a:ext>
            </a:extLst>
          </p:cNvPr>
          <p:cNvSpPr/>
          <p:nvPr/>
        </p:nvSpPr>
        <p:spPr>
          <a:xfrm>
            <a:off x="3334402" y="2194039"/>
            <a:ext cx="862149" cy="862149"/>
          </a:xfrm>
          <a:prstGeom prst="ellipse">
            <a:avLst/>
          </a:prstGeom>
          <a:solidFill>
            <a:srgbClr val="FDFDFD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21" name="Freeform 962">
            <a:extLst>
              <a:ext uri="{FF2B5EF4-FFF2-40B4-BE49-F238E27FC236}">
                <a16:creationId xmlns:a16="http://schemas.microsoft.com/office/drawing/2014/main" id="{C011B98C-2F40-A683-E2D5-00DEBE7799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1575" y="2406504"/>
            <a:ext cx="432000" cy="434587"/>
          </a:xfrm>
          <a:custGeom>
            <a:avLst/>
            <a:gdLst>
              <a:gd name="T0" fmla="*/ 842054 w 291741"/>
              <a:gd name="T1" fmla="*/ 1527049 h 293327"/>
              <a:gd name="T2" fmla="*/ 182267 w 291741"/>
              <a:gd name="T3" fmla="*/ 1527049 h 293327"/>
              <a:gd name="T4" fmla="*/ 1556774 w 291741"/>
              <a:gd name="T5" fmla="*/ 1468990 h 293327"/>
              <a:gd name="T6" fmla="*/ 1658824 w 291741"/>
              <a:gd name="T7" fmla="*/ 1444975 h 293327"/>
              <a:gd name="T8" fmla="*/ 1056346 w 291741"/>
              <a:gd name="T9" fmla="*/ 1286940 h 293327"/>
              <a:gd name="T10" fmla="*/ 898593 w 291741"/>
              <a:gd name="T11" fmla="*/ 1342351 h 293327"/>
              <a:gd name="T12" fmla="*/ 527212 w 291741"/>
              <a:gd name="T13" fmla="*/ 1286940 h 293327"/>
              <a:gd name="T14" fmla="*/ 760509 w 291741"/>
              <a:gd name="T15" fmla="*/ 1342351 h 293327"/>
              <a:gd name="T16" fmla="*/ 527212 w 291741"/>
              <a:gd name="T17" fmla="*/ 1286940 h 293327"/>
              <a:gd name="T18" fmla="*/ 299979 w 291741"/>
              <a:gd name="T19" fmla="*/ 1373572 h 293327"/>
              <a:gd name="T20" fmla="*/ 299979 w 291741"/>
              <a:gd name="T21" fmla="*/ 1210106 h 293327"/>
              <a:gd name="T22" fmla="*/ 191863 w 291741"/>
              <a:gd name="T23" fmla="*/ 1318353 h 293327"/>
              <a:gd name="T24" fmla="*/ 1055950 w 291741"/>
              <a:gd name="T25" fmla="*/ 1075654 h 293327"/>
              <a:gd name="T26" fmla="*/ 738038 w 291741"/>
              <a:gd name="T27" fmla="*/ 1131066 h 293327"/>
              <a:gd name="T28" fmla="*/ 208107 w 291741"/>
              <a:gd name="T29" fmla="*/ 1075654 h 293327"/>
              <a:gd name="T30" fmla="*/ 595590 w 291741"/>
              <a:gd name="T31" fmla="*/ 1131066 h 293327"/>
              <a:gd name="T32" fmla="*/ 208107 w 291741"/>
              <a:gd name="T33" fmla="*/ 1075654 h 293327"/>
              <a:gd name="T34" fmla="*/ 1550264 w 291741"/>
              <a:gd name="T35" fmla="*/ 1412236 h 293327"/>
              <a:gd name="T36" fmla="*/ 1710928 w 291741"/>
              <a:gd name="T37" fmla="*/ 1412236 h 293327"/>
              <a:gd name="T38" fmla="*/ 1602365 w 291741"/>
              <a:gd name="T39" fmla="*/ 1017158 h 293327"/>
              <a:gd name="T40" fmla="*/ 1091476 w 291741"/>
              <a:gd name="T41" fmla="*/ 881358 h 293327"/>
              <a:gd name="T42" fmla="*/ 498869 w 291741"/>
              <a:gd name="T43" fmla="*/ 881358 h 293327"/>
              <a:gd name="T44" fmla="*/ 247028 w 291741"/>
              <a:gd name="T45" fmla="*/ 880374 h 293327"/>
              <a:gd name="T46" fmla="*/ 299979 w 291741"/>
              <a:gd name="T47" fmla="*/ 829158 h 293327"/>
              <a:gd name="T48" fmla="*/ 299979 w 291741"/>
              <a:gd name="T49" fmla="*/ 987090 h 293327"/>
              <a:gd name="T50" fmla="*/ 594134 w 291741"/>
              <a:gd name="T51" fmla="*/ 643474 h 293327"/>
              <a:gd name="T52" fmla="*/ 914214 w 291741"/>
              <a:gd name="T53" fmla="*/ 698886 h 293327"/>
              <a:gd name="T54" fmla="*/ 594134 w 291741"/>
              <a:gd name="T55" fmla="*/ 643474 h 293327"/>
              <a:gd name="T56" fmla="*/ 487093 w 291741"/>
              <a:gd name="T57" fmla="*/ 672282 h 293327"/>
              <a:gd name="T58" fmla="*/ 182267 w 291741"/>
              <a:gd name="T59" fmla="*/ 672282 h 293327"/>
              <a:gd name="T60" fmla="*/ 1056112 w 291741"/>
              <a:gd name="T61" fmla="*/ 432180 h 293327"/>
              <a:gd name="T62" fmla="*/ 860436 w 291741"/>
              <a:gd name="T63" fmla="*/ 487593 h 293327"/>
              <a:gd name="T64" fmla="*/ 527061 w 291741"/>
              <a:gd name="T65" fmla="*/ 432180 h 293327"/>
              <a:gd name="T66" fmla="*/ 720098 w 291741"/>
              <a:gd name="T67" fmla="*/ 487593 h 293327"/>
              <a:gd name="T68" fmla="*/ 527061 w 291741"/>
              <a:gd name="T69" fmla="*/ 432180 h 293327"/>
              <a:gd name="T70" fmla="*/ 299979 w 291741"/>
              <a:gd name="T71" fmla="*/ 501546 h 293327"/>
              <a:gd name="T72" fmla="*/ 299979 w 291741"/>
              <a:gd name="T73" fmla="*/ 345751 h 293327"/>
              <a:gd name="T74" fmla="*/ 191863 w 291741"/>
              <a:gd name="T75" fmla="*/ 450328 h 293327"/>
              <a:gd name="T76" fmla="*/ 1550264 w 291741"/>
              <a:gd name="T77" fmla="*/ 222634 h 293327"/>
              <a:gd name="T78" fmla="*/ 1682705 w 291741"/>
              <a:gd name="T79" fmla="*/ 971322 h 293327"/>
              <a:gd name="T80" fmla="*/ 1658824 w 291741"/>
              <a:gd name="T81" fmla="*/ 196445 h 293327"/>
              <a:gd name="T82" fmla="*/ 1600197 w 291741"/>
              <a:gd name="T83" fmla="*/ 65470 h 293327"/>
              <a:gd name="T84" fmla="*/ 1660989 w 291741"/>
              <a:gd name="T85" fmla="*/ 65470 h 293327"/>
              <a:gd name="T86" fmla="*/ 336692 w 291741"/>
              <a:gd name="T87" fmla="*/ 52240 h 293327"/>
              <a:gd name="T88" fmla="*/ 844949 w 291741"/>
              <a:gd name="T89" fmla="*/ 211100 h 293327"/>
              <a:gd name="T90" fmla="*/ 336692 w 291741"/>
              <a:gd name="T91" fmla="*/ 52240 h 293327"/>
              <a:gd name="T92" fmla="*/ 54300 w 291741"/>
              <a:gd name="T93" fmla="*/ 1595221 h 293327"/>
              <a:gd name="T94" fmla="*/ 1209874 w 291741"/>
              <a:gd name="T95" fmla="*/ 1595221 h 293327"/>
              <a:gd name="T96" fmla="*/ 977458 w 291741"/>
              <a:gd name="T97" fmla="*/ 52240 h 293327"/>
              <a:gd name="T98" fmla="*/ 417043 w 291741"/>
              <a:gd name="T99" fmla="*/ 265503 h 293327"/>
              <a:gd name="T100" fmla="*/ 169434 w 291741"/>
              <a:gd name="T101" fmla="*/ 52240 h 293327"/>
              <a:gd name="T102" fmla="*/ 1700071 w 291741"/>
              <a:gd name="T103" fmla="*/ 24014 h 293327"/>
              <a:gd name="T104" fmla="*/ 1750011 w 291741"/>
              <a:gd name="T105" fmla="*/ 183343 h 293327"/>
              <a:gd name="T106" fmla="*/ 1760868 w 291741"/>
              <a:gd name="T107" fmla="*/ 1466797 h 293327"/>
              <a:gd name="T108" fmla="*/ 1606714 w 291741"/>
              <a:gd name="T109" fmla="*/ 1759292 h 293327"/>
              <a:gd name="T110" fmla="*/ 1495988 w 291741"/>
              <a:gd name="T111" fmla="*/ 235733 h 293327"/>
              <a:gd name="T112" fmla="*/ 1383078 w 291741"/>
              <a:gd name="T113" fmla="*/ 722486 h 293327"/>
              <a:gd name="T114" fmla="*/ 1515525 w 291741"/>
              <a:gd name="T115" fmla="*/ 178981 h 293327"/>
              <a:gd name="T116" fmla="*/ 1563288 w 291741"/>
              <a:gd name="T117" fmla="*/ 24014 h 293327"/>
              <a:gd name="T118" fmla="*/ 1094745 w 291741"/>
              <a:gd name="T119" fmla="*/ 0 h 293327"/>
              <a:gd name="T120" fmla="*/ 1094745 w 291741"/>
              <a:gd name="T121" fmla="*/ 1764964 h 293327"/>
              <a:gd name="T122" fmla="*/ 0 w 291741"/>
              <a:gd name="T123" fmla="*/ 169765 h 293327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1741" h="293327">
                <a:moveTo>
                  <a:pt x="34486" y="247650"/>
                </a:moveTo>
                <a:lnTo>
                  <a:pt x="135376" y="247650"/>
                </a:lnTo>
                <a:cubicBezTo>
                  <a:pt x="137178" y="247650"/>
                  <a:pt x="139340" y="249848"/>
                  <a:pt x="139340" y="252413"/>
                </a:cubicBezTo>
                <a:cubicBezTo>
                  <a:pt x="139340" y="254611"/>
                  <a:pt x="137178" y="256809"/>
                  <a:pt x="135376" y="256809"/>
                </a:cubicBezTo>
                <a:lnTo>
                  <a:pt x="34486" y="256809"/>
                </a:lnTo>
                <a:cubicBezTo>
                  <a:pt x="31964" y="256809"/>
                  <a:pt x="30162" y="254611"/>
                  <a:pt x="30162" y="252413"/>
                </a:cubicBezTo>
                <a:cubicBezTo>
                  <a:pt x="30162" y="249848"/>
                  <a:pt x="31964" y="247650"/>
                  <a:pt x="34486" y="247650"/>
                </a:cubicBezTo>
                <a:close/>
                <a:moveTo>
                  <a:pt x="265154" y="238847"/>
                </a:moveTo>
                <a:lnTo>
                  <a:pt x="257609" y="242816"/>
                </a:lnTo>
                <a:lnTo>
                  <a:pt x="269825" y="276009"/>
                </a:lnTo>
                <a:lnTo>
                  <a:pt x="282040" y="242816"/>
                </a:lnTo>
                <a:lnTo>
                  <a:pt x="274496" y="238847"/>
                </a:lnTo>
                <a:cubicBezTo>
                  <a:pt x="271621" y="237404"/>
                  <a:pt x="268029" y="237404"/>
                  <a:pt x="265154" y="238847"/>
                </a:cubicBezTo>
                <a:close/>
                <a:moveTo>
                  <a:pt x="148696" y="212725"/>
                </a:moveTo>
                <a:lnTo>
                  <a:pt x="174801" y="212725"/>
                </a:lnTo>
                <a:cubicBezTo>
                  <a:pt x="177271" y="212725"/>
                  <a:pt x="179034" y="214557"/>
                  <a:pt x="179034" y="217121"/>
                </a:cubicBezTo>
                <a:cubicBezTo>
                  <a:pt x="179034" y="219686"/>
                  <a:pt x="177271" y="221884"/>
                  <a:pt x="174801" y="221884"/>
                </a:cubicBezTo>
                <a:lnTo>
                  <a:pt x="148696" y="221884"/>
                </a:lnTo>
                <a:cubicBezTo>
                  <a:pt x="146226" y="221884"/>
                  <a:pt x="144462" y="219686"/>
                  <a:pt x="144462" y="217121"/>
                </a:cubicBezTo>
                <a:cubicBezTo>
                  <a:pt x="144462" y="214557"/>
                  <a:pt x="146226" y="212725"/>
                  <a:pt x="148696" y="212725"/>
                </a:cubicBezTo>
                <a:close/>
                <a:moveTo>
                  <a:pt x="87241" y="212725"/>
                </a:moveTo>
                <a:lnTo>
                  <a:pt x="125846" y="212725"/>
                </a:lnTo>
                <a:cubicBezTo>
                  <a:pt x="127650" y="212725"/>
                  <a:pt x="129814" y="214557"/>
                  <a:pt x="129814" y="217121"/>
                </a:cubicBezTo>
                <a:cubicBezTo>
                  <a:pt x="129814" y="219686"/>
                  <a:pt x="127650" y="221884"/>
                  <a:pt x="125846" y="221884"/>
                </a:cubicBezTo>
                <a:lnTo>
                  <a:pt x="87241" y="221884"/>
                </a:lnTo>
                <a:cubicBezTo>
                  <a:pt x="84354" y="221884"/>
                  <a:pt x="82550" y="219686"/>
                  <a:pt x="82550" y="217121"/>
                </a:cubicBezTo>
                <a:cubicBezTo>
                  <a:pt x="82550" y="214557"/>
                  <a:pt x="84354" y="212725"/>
                  <a:pt x="87241" y="212725"/>
                </a:cubicBezTo>
                <a:close/>
                <a:moveTo>
                  <a:pt x="49641" y="208788"/>
                </a:moveTo>
                <a:cubicBezTo>
                  <a:pt x="44895" y="208788"/>
                  <a:pt x="40878" y="213170"/>
                  <a:pt x="40878" y="217916"/>
                </a:cubicBezTo>
                <a:cubicBezTo>
                  <a:pt x="40878" y="223028"/>
                  <a:pt x="44895" y="227045"/>
                  <a:pt x="49641" y="227045"/>
                </a:cubicBezTo>
                <a:cubicBezTo>
                  <a:pt x="54388" y="227045"/>
                  <a:pt x="58769" y="223028"/>
                  <a:pt x="58769" y="217916"/>
                </a:cubicBezTo>
                <a:cubicBezTo>
                  <a:pt x="58769" y="213170"/>
                  <a:pt x="54388" y="208788"/>
                  <a:pt x="49641" y="208788"/>
                </a:cubicBezTo>
                <a:close/>
                <a:moveTo>
                  <a:pt x="49641" y="200025"/>
                </a:moveTo>
                <a:cubicBezTo>
                  <a:pt x="59499" y="200025"/>
                  <a:pt x="67897" y="208058"/>
                  <a:pt x="67897" y="217916"/>
                </a:cubicBezTo>
                <a:cubicBezTo>
                  <a:pt x="67897" y="227775"/>
                  <a:pt x="59499" y="236173"/>
                  <a:pt x="49641" y="236173"/>
                </a:cubicBezTo>
                <a:cubicBezTo>
                  <a:pt x="39783" y="236173"/>
                  <a:pt x="31750" y="227775"/>
                  <a:pt x="31750" y="217916"/>
                </a:cubicBezTo>
                <a:cubicBezTo>
                  <a:pt x="31750" y="208058"/>
                  <a:pt x="39783" y="200025"/>
                  <a:pt x="49641" y="200025"/>
                </a:cubicBezTo>
                <a:close/>
                <a:moveTo>
                  <a:pt x="122128" y="177800"/>
                </a:moveTo>
                <a:lnTo>
                  <a:pt x="174735" y="177800"/>
                </a:lnTo>
                <a:cubicBezTo>
                  <a:pt x="177240" y="177800"/>
                  <a:pt x="179029" y="179998"/>
                  <a:pt x="179029" y="182562"/>
                </a:cubicBezTo>
                <a:cubicBezTo>
                  <a:pt x="179029" y="184761"/>
                  <a:pt x="177240" y="186959"/>
                  <a:pt x="174735" y="186959"/>
                </a:cubicBezTo>
                <a:lnTo>
                  <a:pt x="122128" y="186959"/>
                </a:lnTo>
                <a:cubicBezTo>
                  <a:pt x="119265" y="186959"/>
                  <a:pt x="117475" y="184761"/>
                  <a:pt x="117475" y="182562"/>
                </a:cubicBezTo>
                <a:cubicBezTo>
                  <a:pt x="117475" y="179998"/>
                  <a:pt x="119265" y="177800"/>
                  <a:pt x="122128" y="177800"/>
                </a:cubicBezTo>
                <a:close/>
                <a:moveTo>
                  <a:pt x="34437" y="177800"/>
                </a:moveTo>
                <a:lnTo>
                  <a:pt x="98556" y="177800"/>
                </a:lnTo>
                <a:cubicBezTo>
                  <a:pt x="101406" y="177800"/>
                  <a:pt x="102831" y="179998"/>
                  <a:pt x="102831" y="182562"/>
                </a:cubicBezTo>
                <a:cubicBezTo>
                  <a:pt x="102831" y="184761"/>
                  <a:pt x="101406" y="186959"/>
                  <a:pt x="98556" y="186959"/>
                </a:cubicBezTo>
                <a:lnTo>
                  <a:pt x="34437" y="186959"/>
                </a:lnTo>
                <a:cubicBezTo>
                  <a:pt x="31943" y="186959"/>
                  <a:pt x="30162" y="184761"/>
                  <a:pt x="30162" y="182562"/>
                </a:cubicBezTo>
                <a:cubicBezTo>
                  <a:pt x="30162" y="179998"/>
                  <a:pt x="31943" y="177800"/>
                  <a:pt x="34437" y="177800"/>
                </a:cubicBezTo>
                <a:close/>
                <a:moveTo>
                  <a:pt x="265154" y="168131"/>
                </a:moveTo>
                <a:lnTo>
                  <a:pt x="256532" y="172460"/>
                </a:lnTo>
                <a:lnTo>
                  <a:pt x="256532" y="233435"/>
                </a:lnTo>
                <a:lnTo>
                  <a:pt x="260843" y="230910"/>
                </a:lnTo>
                <a:cubicBezTo>
                  <a:pt x="266591" y="228745"/>
                  <a:pt x="273058" y="228745"/>
                  <a:pt x="278448" y="230910"/>
                </a:cubicBezTo>
                <a:lnTo>
                  <a:pt x="283118" y="233435"/>
                </a:lnTo>
                <a:lnTo>
                  <a:pt x="283118" y="172460"/>
                </a:lnTo>
                <a:lnTo>
                  <a:pt x="274496" y="168131"/>
                </a:lnTo>
                <a:cubicBezTo>
                  <a:pt x="271621" y="167049"/>
                  <a:pt x="268029" y="167049"/>
                  <a:pt x="265154" y="168131"/>
                </a:cubicBezTo>
                <a:close/>
                <a:moveTo>
                  <a:pt x="87254" y="141288"/>
                </a:moveTo>
                <a:lnTo>
                  <a:pt x="176271" y="141288"/>
                </a:lnTo>
                <a:cubicBezTo>
                  <a:pt x="178804" y="141288"/>
                  <a:pt x="180613" y="143852"/>
                  <a:pt x="180613" y="145684"/>
                </a:cubicBezTo>
                <a:cubicBezTo>
                  <a:pt x="180613" y="148249"/>
                  <a:pt x="178804" y="150447"/>
                  <a:pt x="176271" y="150447"/>
                </a:cubicBezTo>
                <a:lnTo>
                  <a:pt x="87254" y="150447"/>
                </a:lnTo>
                <a:cubicBezTo>
                  <a:pt x="84360" y="150447"/>
                  <a:pt x="82550" y="148249"/>
                  <a:pt x="82550" y="145684"/>
                </a:cubicBezTo>
                <a:cubicBezTo>
                  <a:pt x="82550" y="143852"/>
                  <a:pt x="84360" y="141288"/>
                  <a:pt x="87254" y="141288"/>
                </a:cubicBezTo>
                <a:close/>
                <a:moveTo>
                  <a:pt x="49641" y="137055"/>
                </a:moveTo>
                <a:cubicBezTo>
                  <a:pt x="44895" y="137055"/>
                  <a:pt x="40878" y="140935"/>
                  <a:pt x="40878" y="145521"/>
                </a:cubicBezTo>
                <a:cubicBezTo>
                  <a:pt x="40878" y="150460"/>
                  <a:pt x="44895" y="154341"/>
                  <a:pt x="49641" y="154341"/>
                </a:cubicBezTo>
                <a:cubicBezTo>
                  <a:pt x="54388" y="154341"/>
                  <a:pt x="58769" y="150460"/>
                  <a:pt x="58769" y="145521"/>
                </a:cubicBezTo>
                <a:cubicBezTo>
                  <a:pt x="58769" y="140935"/>
                  <a:pt x="54388" y="137055"/>
                  <a:pt x="49641" y="137055"/>
                </a:cubicBezTo>
                <a:close/>
                <a:moveTo>
                  <a:pt x="49641" y="128588"/>
                </a:moveTo>
                <a:cubicBezTo>
                  <a:pt x="59499" y="128588"/>
                  <a:pt x="67897" y="135996"/>
                  <a:pt x="67897" y="145521"/>
                </a:cubicBezTo>
                <a:cubicBezTo>
                  <a:pt x="67897" y="155046"/>
                  <a:pt x="59499" y="163160"/>
                  <a:pt x="49641" y="163160"/>
                </a:cubicBezTo>
                <a:cubicBezTo>
                  <a:pt x="39783" y="163160"/>
                  <a:pt x="31750" y="155046"/>
                  <a:pt x="31750" y="145521"/>
                </a:cubicBezTo>
                <a:cubicBezTo>
                  <a:pt x="31750" y="135996"/>
                  <a:pt x="39783" y="128588"/>
                  <a:pt x="49641" y="128588"/>
                </a:cubicBezTo>
                <a:close/>
                <a:moveTo>
                  <a:pt x="98315" y="106363"/>
                </a:moveTo>
                <a:lnTo>
                  <a:pt x="151281" y="106363"/>
                </a:lnTo>
                <a:cubicBezTo>
                  <a:pt x="153786" y="106363"/>
                  <a:pt x="155217" y="108927"/>
                  <a:pt x="155217" y="111125"/>
                </a:cubicBezTo>
                <a:cubicBezTo>
                  <a:pt x="155217" y="113690"/>
                  <a:pt x="153786" y="115522"/>
                  <a:pt x="151281" y="115522"/>
                </a:cubicBezTo>
                <a:lnTo>
                  <a:pt x="98315" y="115522"/>
                </a:lnTo>
                <a:cubicBezTo>
                  <a:pt x="96167" y="115522"/>
                  <a:pt x="93662" y="113690"/>
                  <a:pt x="93662" y="111125"/>
                </a:cubicBezTo>
                <a:cubicBezTo>
                  <a:pt x="93662" y="108927"/>
                  <a:pt x="96167" y="106363"/>
                  <a:pt x="98315" y="106363"/>
                </a:cubicBezTo>
                <a:close/>
                <a:moveTo>
                  <a:pt x="34486" y="106363"/>
                </a:moveTo>
                <a:lnTo>
                  <a:pt x="75558" y="106363"/>
                </a:lnTo>
                <a:cubicBezTo>
                  <a:pt x="78080" y="106363"/>
                  <a:pt x="80602" y="108927"/>
                  <a:pt x="80602" y="111125"/>
                </a:cubicBezTo>
                <a:cubicBezTo>
                  <a:pt x="80602" y="113690"/>
                  <a:pt x="78080" y="115522"/>
                  <a:pt x="75558" y="115522"/>
                </a:cubicBezTo>
                <a:lnTo>
                  <a:pt x="34486" y="115522"/>
                </a:lnTo>
                <a:cubicBezTo>
                  <a:pt x="31964" y="115522"/>
                  <a:pt x="30162" y="113690"/>
                  <a:pt x="30162" y="111125"/>
                </a:cubicBezTo>
                <a:cubicBezTo>
                  <a:pt x="30162" y="108927"/>
                  <a:pt x="31964" y="106363"/>
                  <a:pt x="34486" y="106363"/>
                </a:cubicBezTo>
                <a:close/>
                <a:moveTo>
                  <a:pt x="142382" y="71438"/>
                </a:moveTo>
                <a:lnTo>
                  <a:pt x="174762" y="71438"/>
                </a:lnTo>
                <a:cubicBezTo>
                  <a:pt x="177252" y="71438"/>
                  <a:pt x="179031" y="74002"/>
                  <a:pt x="179031" y="76200"/>
                </a:cubicBezTo>
                <a:cubicBezTo>
                  <a:pt x="179031" y="78399"/>
                  <a:pt x="177252" y="80597"/>
                  <a:pt x="174762" y="80597"/>
                </a:cubicBezTo>
                <a:lnTo>
                  <a:pt x="142382" y="80597"/>
                </a:lnTo>
                <a:cubicBezTo>
                  <a:pt x="139891" y="80597"/>
                  <a:pt x="138112" y="78399"/>
                  <a:pt x="138112" y="76200"/>
                </a:cubicBezTo>
                <a:cubicBezTo>
                  <a:pt x="138112" y="74002"/>
                  <a:pt x="139891" y="71438"/>
                  <a:pt x="142382" y="71438"/>
                </a:cubicBezTo>
                <a:close/>
                <a:moveTo>
                  <a:pt x="87216" y="71438"/>
                </a:moveTo>
                <a:lnTo>
                  <a:pt x="119159" y="71438"/>
                </a:lnTo>
                <a:cubicBezTo>
                  <a:pt x="121313" y="71438"/>
                  <a:pt x="123466" y="74002"/>
                  <a:pt x="123466" y="76200"/>
                </a:cubicBezTo>
                <a:cubicBezTo>
                  <a:pt x="123466" y="78399"/>
                  <a:pt x="121313" y="80597"/>
                  <a:pt x="119159" y="80597"/>
                </a:cubicBezTo>
                <a:lnTo>
                  <a:pt x="87216" y="80597"/>
                </a:lnTo>
                <a:cubicBezTo>
                  <a:pt x="84345" y="80597"/>
                  <a:pt x="82550" y="78399"/>
                  <a:pt x="82550" y="76200"/>
                </a:cubicBezTo>
                <a:cubicBezTo>
                  <a:pt x="82550" y="74002"/>
                  <a:pt x="84345" y="71438"/>
                  <a:pt x="87216" y="71438"/>
                </a:cubicBezTo>
                <a:close/>
                <a:moveTo>
                  <a:pt x="49641" y="65969"/>
                </a:moveTo>
                <a:cubicBezTo>
                  <a:pt x="44895" y="65969"/>
                  <a:pt x="40878" y="69497"/>
                  <a:pt x="40878" y="74436"/>
                </a:cubicBezTo>
                <a:cubicBezTo>
                  <a:pt x="40878" y="79022"/>
                  <a:pt x="44895" y="82903"/>
                  <a:pt x="49641" y="82903"/>
                </a:cubicBezTo>
                <a:cubicBezTo>
                  <a:pt x="54388" y="82903"/>
                  <a:pt x="58769" y="79022"/>
                  <a:pt x="58769" y="74436"/>
                </a:cubicBezTo>
                <a:cubicBezTo>
                  <a:pt x="58769" y="69497"/>
                  <a:pt x="54388" y="65969"/>
                  <a:pt x="49641" y="65969"/>
                </a:cubicBezTo>
                <a:close/>
                <a:moveTo>
                  <a:pt x="49641" y="57150"/>
                </a:moveTo>
                <a:cubicBezTo>
                  <a:pt x="59499" y="57150"/>
                  <a:pt x="67897" y="64911"/>
                  <a:pt x="67897" y="74436"/>
                </a:cubicBezTo>
                <a:cubicBezTo>
                  <a:pt x="67897" y="84314"/>
                  <a:pt x="59499" y="91722"/>
                  <a:pt x="49641" y="91722"/>
                </a:cubicBezTo>
                <a:cubicBezTo>
                  <a:pt x="39783" y="91722"/>
                  <a:pt x="31750" y="84314"/>
                  <a:pt x="31750" y="74436"/>
                </a:cubicBezTo>
                <a:cubicBezTo>
                  <a:pt x="31750" y="64911"/>
                  <a:pt x="39783" y="57150"/>
                  <a:pt x="49641" y="57150"/>
                </a:cubicBezTo>
                <a:close/>
                <a:moveTo>
                  <a:pt x="265154" y="32472"/>
                </a:moveTo>
                <a:lnTo>
                  <a:pt x="256532" y="36801"/>
                </a:lnTo>
                <a:lnTo>
                  <a:pt x="256532" y="162719"/>
                </a:lnTo>
                <a:lnTo>
                  <a:pt x="260843" y="160554"/>
                </a:lnTo>
                <a:cubicBezTo>
                  <a:pt x="266591" y="157668"/>
                  <a:pt x="273058" y="157668"/>
                  <a:pt x="278448" y="160554"/>
                </a:cubicBezTo>
                <a:lnTo>
                  <a:pt x="283118" y="162719"/>
                </a:lnTo>
                <a:lnTo>
                  <a:pt x="283118" y="36801"/>
                </a:lnTo>
                <a:lnTo>
                  <a:pt x="274496" y="32472"/>
                </a:lnTo>
                <a:cubicBezTo>
                  <a:pt x="271621" y="31028"/>
                  <a:pt x="268029" y="31028"/>
                  <a:pt x="265154" y="32472"/>
                </a:cubicBezTo>
                <a:close/>
                <a:moveTo>
                  <a:pt x="265514" y="10463"/>
                </a:moveTo>
                <a:lnTo>
                  <a:pt x="264795" y="10824"/>
                </a:lnTo>
                <a:lnTo>
                  <a:pt x="264795" y="23091"/>
                </a:lnTo>
                <a:cubicBezTo>
                  <a:pt x="268029" y="22009"/>
                  <a:pt x="271621" y="22009"/>
                  <a:pt x="274855" y="23091"/>
                </a:cubicBezTo>
                <a:lnTo>
                  <a:pt x="274855" y="10824"/>
                </a:lnTo>
                <a:lnTo>
                  <a:pt x="274136" y="10463"/>
                </a:lnTo>
                <a:cubicBezTo>
                  <a:pt x="271621" y="9381"/>
                  <a:pt x="268388" y="9381"/>
                  <a:pt x="265514" y="10463"/>
                </a:cubicBezTo>
                <a:close/>
                <a:moveTo>
                  <a:pt x="55713" y="8633"/>
                </a:moveTo>
                <a:lnTo>
                  <a:pt x="55713" y="21943"/>
                </a:lnTo>
                <a:cubicBezTo>
                  <a:pt x="55713" y="29498"/>
                  <a:pt x="61823" y="34894"/>
                  <a:pt x="69012" y="34894"/>
                </a:cubicBezTo>
                <a:lnTo>
                  <a:pt x="139820" y="34894"/>
                </a:lnTo>
                <a:cubicBezTo>
                  <a:pt x="147368" y="34894"/>
                  <a:pt x="153119" y="29498"/>
                  <a:pt x="153119" y="21943"/>
                </a:cubicBezTo>
                <a:lnTo>
                  <a:pt x="153119" y="8633"/>
                </a:lnTo>
                <a:lnTo>
                  <a:pt x="55713" y="8633"/>
                </a:lnTo>
                <a:close/>
                <a:moveTo>
                  <a:pt x="28036" y="8633"/>
                </a:moveTo>
                <a:cubicBezTo>
                  <a:pt x="17612" y="8633"/>
                  <a:pt x="8986" y="17267"/>
                  <a:pt x="8986" y="28059"/>
                </a:cubicBezTo>
                <a:lnTo>
                  <a:pt x="8986" y="263681"/>
                </a:lnTo>
                <a:cubicBezTo>
                  <a:pt x="8986" y="274473"/>
                  <a:pt x="17612" y="283107"/>
                  <a:pt x="28036" y="283107"/>
                </a:cubicBezTo>
                <a:lnTo>
                  <a:pt x="181155" y="283107"/>
                </a:lnTo>
                <a:cubicBezTo>
                  <a:pt x="191579" y="283107"/>
                  <a:pt x="200205" y="274473"/>
                  <a:pt x="200205" y="263681"/>
                </a:cubicBezTo>
                <a:lnTo>
                  <a:pt x="200205" y="28059"/>
                </a:lnTo>
                <a:cubicBezTo>
                  <a:pt x="200205" y="17267"/>
                  <a:pt x="191579" y="8633"/>
                  <a:pt x="181155" y="8633"/>
                </a:cubicBezTo>
                <a:lnTo>
                  <a:pt x="161746" y="8633"/>
                </a:lnTo>
                <a:lnTo>
                  <a:pt x="161746" y="21943"/>
                </a:lnTo>
                <a:cubicBezTo>
                  <a:pt x="161746" y="34174"/>
                  <a:pt x="152041" y="43887"/>
                  <a:pt x="139820" y="43887"/>
                </a:cubicBezTo>
                <a:lnTo>
                  <a:pt x="69012" y="43887"/>
                </a:lnTo>
                <a:cubicBezTo>
                  <a:pt x="57150" y="43887"/>
                  <a:pt x="47086" y="34174"/>
                  <a:pt x="47086" y="21943"/>
                </a:cubicBezTo>
                <a:lnTo>
                  <a:pt x="47086" y="8633"/>
                </a:lnTo>
                <a:lnTo>
                  <a:pt x="28036" y="8633"/>
                </a:lnTo>
                <a:close/>
                <a:moveTo>
                  <a:pt x="261921" y="2526"/>
                </a:moveTo>
                <a:cubicBezTo>
                  <a:pt x="266591" y="0"/>
                  <a:pt x="272699" y="0"/>
                  <a:pt x="278088" y="2526"/>
                </a:cubicBezTo>
                <a:lnTo>
                  <a:pt x="281322" y="3969"/>
                </a:lnTo>
                <a:cubicBezTo>
                  <a:pt x="282400" y="4690"/>
                  <a:pt x="283837" y="6494"/>
                  <a:pt x="283837" y="7937"/>
                </a:cubicBezTo>
                <a:lnTo>
                  <a:pt x="283837" y="27420"/>
                </a:lnTo>
                <a:lnTo>
                  <a:pt x="289585" y="30307"/>
                </a:lnTo>
                <a:cubicBezTo>
                  <a:pt x="291022" y="31028"/>
                  <a:pt x="291741" y="32472"/>
                  <a:pt x="291741" y="34276"/>
                </a:cubicBezTo>
                <a:lnTo>
                  <a:pt x="291741" y="240651"/>
                </a:lnTo>
                <a:cubicBezTo>
                  <a:pt x="291741" y="241373"/>
                  <a:pt x="291382" y="241733"/>
                  <a:pt x="291382" y="242455"/>
                </a:cubicBezTo>
                <a:lnTo>
                  <a:pt x="274136" y="290802"/>
                </a:lnTo>
                <a:cubicBezTo>
                  <a:pt x="273058" y="292245"/>
                  <a:pt x="271621" y="293327"/>
                  <a:pt x="269825" y="293327"/>
                </a:cubicBezTo>
                <a:cubicBezTo>
                  <a:pt x="268029" y="293327"/>
                  <a:pt x="266232" y="292245"/>
                  <a:pt x="265873" y="290802"/>
                </a:cubicBezTo>
                <a:lnTo>
                  <a:pt x="247909" y="242455"/>
                </a:lnTo>
                <a:cubicBezTo>
                  <a:pt x="247550" y="241733"/>
                  <a:pt x="247550" y="241373"/>
                  <a:pt x="247550" y="240651"/>
                </a:cubicBezTo>
                <a:lnTo>
                  <a:pt x="247550" y="38966"/>
                </a:lnTo>
                <a:cubicBezTo>
                  <a:pt x="239286" y="40770"/>
                  <a:pt x="232819" y="47264"/>
                  <a:pt x="232819" y="54480"/>
                </a:cubicBezTo>
                <a:lnTo>
                  <a:pt x="232819" y="115094"/>
                </a:lnTo>
                <a:cubicBezTo>
                  <a:pt x="232819" y="117980"/>
                  <a:pt x="231023" y="119423"/>
                  <a:pt x="228867" y="119423"/>
                </a:cubicBezTo>
                <a:cubicBezTo>
                  <a:pt x="225993" y="119423"/>
                  <a:pt x="223837" y="117980"/>
                  <a:pt x="223837" y="115094"/>
                </a:cubicBezTo>
                <a:lnTo>
                  <a:pt x="223837" y="54480"/>
                </a:lnTo>
                <a:cubicBezTo>
                  <a:pt x="223837" y="41131"/>
                  <a:pt x="236053" y="30668"/>
                  <a:pt x="250783" y="29585"/>
                </a:cubicBezTo>
                <a:lnTo>
                  <a:pt x="255813" y="27420"/>
                </a:lnTo>
                <a:lnTo>
                  <a:pt x="255813" y="7937"/>
                </a:lnTo>
                <a:cubicBezTo>
                  <a:pt x="255813" y="6494"/>
                  <a:pt x="256891" y="4690"/>
                  <a:pt x="258687" y="3969"/>
                </a:cubicBezTo>
                <a:lnTo>
                  <a:pt x="261921" y="2526"/>
                </a:lnTo>
                <a:close/>
                <a:moveTo>
                  <a:pt x="28036" y="0"/>
                </a:moveTo>
                <a:lnTo>
                  <a:pt x="181155" y="0"/>
                </a:lnTo>
                <a:cubicBezTo>
                  <a:pt x="196611" y="0"/>
                  <a:pt x="209191" y="12591"/>
                  <a:pt x="209191" y="28059"/>
                </a:cubicBezTo>
                <a:lnTo>
                  <a:pt x="209191" y="263681"/>
                </a:lnTo>
                <a:cubicBezTo>
                  <a:pt x="209191" y="279150"/>
                  <a:pt x="196611" y="291740"/>
                  <a:pt x="181155" y="291740"/>
                </a:cubicBezTo>
                <a:lnTo>
                  <a:pt x="28036" y="291740"/>
                </a:lnTo>
                <a:cubicBezTo>
                  <a:pt x="12221" y="291740"/>
                  <a:pt x="0" y="279150"/>
                  <a:pt x="0" y="263681"/>
                </a:cubicBezTo>
                <a:lnTo>
                  <a:pt x="0" y="28059"/>
                </a:lnTo>
                <a:cubicBezTo>
                  <a:pt x="0" y="12591"/>
                  <a:pt x="12221" y="0"/>
                  <a:pt x="28036" y="0"/>
                </a:cubicBezTo>
                <a:close/>
              </a:path>
            </a:pathLst>
          </a:custGeom>
          <a:solidFill>
            <a:srgbClr val="00AA7F"/>
          </a:solidFill>
          <a:ln>
            <a:solidFill>
              <a:srgbClr val="00AA7F"/>
            </a:solidFill>
          </a:ln>
          <a:effectLst/>
        </p:spPr>
        <p:txBody>
          <a:bodyPr anchor="ctr"/>
          <a:lstStyle/>
          <a:p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979BD7-360F-E4A5-1011-822BBC30CF15}"/>
              </a:ext>
            </a:extLst>
          </p:cNvPr>
          <p:cNvSpPr/>
          <p:nvPr/>
        </p:nvSpPr>
        <p:spPr>
          <a:xfrm>
            <a:off x="5592303" y="2194039"/>
            <a:ext cx="862149" cy="862149"/>
          </a:xfrm>
          <a:prstGeom prst="ellipse">
            <a:avLst/>
          </a:prstGeom>
          <a:solidFill>
            <a:srgbClr val="FDFDFD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D3EC63C-2CAC-F9B8-CC49-B9253FB9817B}"/>
              </a:ext>
            </a:extLst>
          </p:cNvPr>
          <p:cNvSpPr/>
          <p:nvPr/>
        </p:nvSpPr>
        <p:spPr>
          <a:xfrm>
            <a:off x="10108106" y="2194039"/>
            <a:ext cx="862149" cy="862149"/>
          </a:xfrm>
          <a:prstGeom prst="ellipse">
            <a:avLst/>
          </a:prstGeom>
          <a:solidFill>
            <a:srgbClr val="FDFDFD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A893D421-BF5A-1A36-AA9C-61EE4FBF0289}"/>
              </a:ext>
            </a:extLst>
          </p:cNvPr>
          <p:cNvSpPr txBox="1">
            <a:spLocks/>
          </p:cNvSpPr>
          <p:nvPr/>
        </p:nvSpPr>
        <p:spPr>
          <a:xfrm>
            <a:off x="445575" y="3507946"/>
            <a:ext cx="2124000" cy="1522725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 kick off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Capture detailed requirements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Comprehensive solution architecture 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Detailed project plan</a:t>
            </a:r>
            <a:endParaRPr lang="en-US" sz="1200">
              <a:solidFill>
                <a:srgbClr val="0F2B3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7" name="Freeform 116">
            <a:extLst>
              <a:ext uri="{FF2B5EF4-FFF2-40B4-BE49-F238E27FC236}">
                <a16:creationId xmlns:a16="http://schemas.microsoft.com/office/drawing/2014/main" id="{46232519-71CE-D707-9E3D-39BF56471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5278" y="2405140"/>
            <a:ext cx="432000" cy="432000"/>
          </a:xfrm>
          <a:custGeom>
            <a:avLst/>
            <a:gdLst>
              <a:gd name="T0" fmla="*/ 463 w 1500"/>
              <a:gd name="T1" fmla="*/ 274 h 1485"/>
              <a:gd name="T2" fmla="*/ 488 w 1500"/>
              <a:gd name="T3" fmla="*/ 367 h 1485"/>
              <a:gd name="T4" fmla="*/ 590 w 1500"/>
              <a:gd name="T5" fmla="*/ 190 h 1485"/>
              <a:gd name="T6" fmla="*/ 497 w 1500"/>
              <a:gd name="T7" fmla="*/ 214 h 1485"/>
              <a:gd name="T8" fmla="*/ 590 w 1500"/>
              <a:gd name="T9" fmla="*/ 190 h 1485"/>
              <a:gd name="T10" fmla="*/ 954 w 1500"/>
              <a:gd name="T11" fmla="*/ 871 h 1485"/>
              <a:gd name="T12" fmla="*/ 545 w 1500"/>
              <a:gd name="T13" fmla="*/ 939 h 1485"/>
              <a:gd name="T14" fmla="*/ 545 w 1500"/>
              <a:gd name="T15" fmla="*/ 1008 h 1485"/>
              <a:gd name="T16" fmla="*/ 954 w 1500"/>
              <a:gd name="T17" fmla="*/ 1008 h 1485"/>
              <a:gd name="T18" fmla="*/ 1022 w 1500"/>
              <a:gd name="T19" fmla="*/ 871 h 1485"/>
              <a:gd name="T20" fmla="*/ 954 w 1500"/>
              <a:gd name="T21" fmla="*/ 804 h 1485"/>
              <a:gd name="T22" fmla="*/ 545 w 1500"/>
              <a:gd name="T23" fmla="*/ 804 h 1485"/>
              <a:gd name="T24" fmla="*/ 477 w 1500"/>
              <a:gd name="T25" fmla="*/ 940 h 1485"/>
              <a:gd name="T26" fmla="*/ 545 w 1500"/>
              <a:gd name="T27" fmla="*/ 1008 h 1485"/>
              <a:gd name="T28" fmla="*/ 67 w 1500"/>
              <a:gd name="T29" fmla="*/ 598 h 1485"/>
              <a:gd name="T30" fmla="*/ 1431 w 1500"/>
              <a:gd name="T31" fmla="*/ 462 h 1485"/>
              <a:gd name="T32" fmla="*/ 1295 w 1500"/>
              <a:gd name="T33" fmla="*/ 1416 h 1485"/>
              <a:gd name="T34" fmla="*/ 204 w 1500"/>
              <a:gd name="T35" fmla="*/ 667 h 1485"/>
              <a:gd name="T36" fmla="*/ 1295 w 1500"/>
              <a:gd name="T37" fmla="*/ 1416 h 1485"/>
              <a:gd name="T38" fmla="*/ 472 w 1500"/>
              <a:gd name="T39" fmla="*/ 121 h 1485"/>
              <a:gd name="T40" fmla="*/ 684 w 1500"/>
              <a:gd name="T41" fmla="*/ 165 h 1485"/>
              <a:gd name="T42" fmla="*/ 399 w 1500"/>
              <a:gd name="T43" fmla="*/ 394 h 1485"/>
              <a:gd name="T44" fmla="*/ 393 w 1500"/>
              <a:gd name="T45" fmla="*/ 394 h 1485"/>
              <a:gd name="T46" fmla="*/ 472 w 1500"/>
              <a:gd name="T47" fmla="*/ 121 h 1485"/>
              <a:gd name="T48" fmla="*/ 630 w 1500"/>
              <a:gd name="T49" fmla="*/ 394 h 1485"/>
              <a:gd name="T50" fmla="*/ 1081 w 1500"/>
              <a:gd name="T51" fmla="*/ 394 h 1485"/>
              <a:gd name="T52" fmla="*/ 1105 w 1500"/>
              <a:gd name="T53" fmla="*/ 209 h 1485"/>
              <a:gd name="T54" fmla="*/ 1226 w 1500"/>
              <a:gd name="T55" fmla="*/ 394 h 1485"/>
              <a:gd name="T56" fmla="*/ 1130 w 1500"/>
              <a:gd name="T57" fmla="*/ 344 h 1485"/>
              <a:gd name="T58" fmla="*/ 1123 w 1500"/>
              <a:gd name="T59" fmla="*/ 275 h 1485"/>
              <a:gd name="T60" fmla="*/ 1060 w 1500"/>
              <a:gd name="T61" fmla="*/ 304 h 1485"/>
              <a:gd name="T62" fmla="*/ 974 w 1500"/>
              <a:gd name="T63" fmla="*/ 244 h 1485"/>
              <a:gd name="T64" fmla="*/ 1431 w 1500"/>
              <a:gd name="T65" fmla="*/ 394 h 1485"/>
              <a:gd name="T66" fmla="*/ 1254 w 1500"/>
              <a:gd name="T67" fmla="*/ 240 h 1485"/>
              <a:gd name="T68" fmla="*/ 1087 w 1500"/>
              <a:gd name="T69" fmla="*/ 143 h 1485"/>
              <a:gd name="T70" fmla="*/ 599 w 1500"/>
              <a:gd name="T71" fmla="*/ 38 h 1485"/>
              <a:gd name="T72" fmla="*/ 414 w 1500"/>
              <a:gd name="T73" fmla="*/ 87 h 1485"/>
              <a:gd name="T74" fmla="*/ 67 w 1500"/>
              <a:gd name="T75" fmla="*/ 394 h 1485"/>
              <a:gd name="T76" fmla="*/ 0 w 1500"/>
              <a:gd name="T77" fmla="*/ 462 h 1485"/>
              <a:gd name="T78" fmla="*/ 0 w 1500"/>
              <a:gd name="T79" fmla="*/ 598 h 1485"/>
              <a:gd name="T80" fmla="*/ 136 w 1500"/>
              <a:gd name="T81" fmla="*/ 667 h 1485"/>
              <a:gd name="T82" fmla="*/ 136 w 1500"/>
              <a:gd name="T83" fmla="*/ 1416 h 1485"/>
              <a:gd name="T84" fmla="*/ 1295 w 1500"/>
              <a:gd name="T85" fmla="*/ 1484 h 1485"/>
              <a:gd name="T86" fmla="*/ 1363 w 1500"/>
              <a:gd name="T87" fmla="*/ 1416 h 1485"/>
              <a:gd name="T88" fmla="*/ 1431 w 1500"/>
              <a:gd name="T89" fmla="*/ 667 h 1485"/>
              <a:gd name="T90" fmla="*/ 1499 w 1500"/>
              <a:gd name="T91" fmla="*/ 598 h 1485"/>
              <a:gd name="T92" fmla="*/ 1499 w 1500"/>
              <a:gd name="T93" fmla="*/ 462 h 1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00" h="1485">
                <a:moveTo>
                  <a:pt x="523" y="308"/>
                </a:moveTo>
                <a:lnTo>
                  <a:pt x="463" y="274"/>
                </a:lnTo>
                <a:lnTo>
                  <a:pt x="429" y="333"/>
                </a:lnTo>
                <a:lnTo>
                  <a:pt x="488" y="367"/>
                </a:lnTo>
                <a:lnTo>
                  <a:pt x="523" y="308"/>
                </a:lnTo>
                <a:close/>
                <a:moveTo>
                  <a:pt x="590" y="190"/>
                </a:moveTo>
                <a:lnTo>
                  <a:pt x="532" y="156"/>
                </a:lnTo>
                <a:lnTo>
                  <a:pt x="497" y="214"/>
                </a:lnTo>
                <a:lnTo>
                  <a:pt x="557" y="249"/>
                </a:lnTo>
                <a:lnTo>
                  <a:pt x="590" y="190"/>
                </a:lnTo>
                <a:close/>
                <a:moveTo>
                  <a:pt x="545" y="871"/>
                </a:moveTo>
                <a:lnTo>
                  <a:pt x="954" y="871"/>
                </a:lnTo>
                <a:lnTo>
                  <a:pt x="954" y="939"/>
                </a:lnTo>
                <a:lnTo>
                  <a:pt x="545" y="939"/>
                </a:lnTo>
                <a:lnTo>
                  <a:pt x="545" y="871"/>
                </a:lnTo>
                <a:close/>
                <a:moveTo>
                  <a:pt x="545" y="1008"/>
                </a:moveTo>
                <a:lnTo>
                  <a:pt x="954" y="1008"/>
                </a:lnTo>
                <a:lnTo>
                  <a:pt x="954" y="1008"/>
                </a:lnTo>
                <a:cubicBezTo>
                  <a:pt x="992" y="1008"/>
                  <a:pt x="1022" y="977"/>
                  <a:pt x="1022" y="940"/>
                </a:cubicBezTo>
                <a:lnTo>
                  <a:pt x="1022" y="871"/>
                </a:lnTo>
                <a:lnTo>
                  <a:pt x="1022" y="871"/>
                </a:lnTo>
                <a:cubicBezTo>
                  <a:pt x="1022" y="833"/>
                  <a:pt x="992" y="804"/>
                  <a:pt x="954" y="804"/>
                </a:cubicBezTo>
                <a:lnTo>
                  <a:pt x="545" y="804"/>
                </a:lnTo>
                <a:lnTo>
                  <a:pt x="545" y="804"/>
                </a:lnTo>
                <a:cubicBezTo>
                  <a:pt x="507" y="804"/>
                  <a:pt x="477" y="833"/>
                  <a:pt x="477" y="871"/>
                </a:cubicBezTo>
                <a:lnTo>
                  <a:pt x="477" y="940"/>
                </a:lnTo>
                <a:lnTo>
                  <a:pt x="477" y="940"/>
                </a:lnTo>
                <a:cubicBezTo>
                  <a:pt x="477" y="977"/>
                  <a:pt x="507" y="1008"/>
                  <a:pt x="545" y="1008"/>
                </a:cubicBezTo>
                <a:close/>
                <a:moveTo>
                  <a:pt x="1431" y="598"/>
                </a:moveTo>
                <a:lnTo>
                  <a:pt x="67" y="598"/>
                </a:lnTo>
                <a:lnTo>
                  <a:pt x="67" y="462"/>
                </a:lnTo>
                <a:lnTo>
                  <a:pt x="1431" y="462"/>
                </a:lnTo>
                <a:lnTo>
                  <a:pt x="1431" y="598"/>
                </a:lnTo>
                <a:close/>
                <a:moveTo>
                  <a:pt x="1295" y="1416"/>
                </a:moveTo>
                <a:lnTo>
                  <a:pt x="204" y="1416"/>
                </a:lnTo>
                <a:lnTo>
                  <a:pt x="204" y="667"/>
                </a:lnTo>
                <a:lnTo>
                  <a:pt x="1295" y="667"/>
                </a:lnTo>
                <a:lnTo>
                  <a:pt x="1295" y="1416"/>
                </a:lnTo>
                <a:close/>
                <a:moveTo>
                  <a:pt x="472" y="121"/>
                </a:moveTo>
                <a:lnTo>
                  <a:pt x="472" y="121"/>
                </a:lnTo>
                <a:cubicBezTo>
                  <a:pt x="491" y="89"/>
                  <a:pt x="533" y="78"/>
                  <a:pt x="565" y="97"/>
                </a:cubicBezTo>
                <a:lnTo>
                  <a:pt x="684" y="165"/>
                </a:lnTo>
                <a:lnTo>
                  <a:pt x="551" y="394"/>
                </a:lnTo>
                <a:lnTo>
                  <a:pt x="399" y="394"/>
                </a:lnTo>
                <a:lnTo>
                  <a:pt x="395" y="392"/>
                </a:lnTo>
                <a:lnTo>
                  <a:pt x="393" y="394"/>
                </a:lnTo>
                <a:lnTo>
                  <a:pt x="315" y="394"/>
                </a:lnTo>
                <a:lnTo>
                  <a:pt x="472" y="121"/>
                </a:lnTo>
                <a:close/>
                <a:moveTo>
                  <a:pt x="1081" y="394"/>
                </a:moveTo>
                <a:lnTo>
                  <a:pt x="630" y="394"/>
                </a:lnTo>
                <a:lnTo>
                  <a:pt x="743" y="199"/>
                </a:lnTo>
                <a:lnTo>
                  <a:pt x="1081" y="394"/>
                </a:lnTo>
                <a:close/>
                <a:moveTo>
                  <a:pt x="1105" y="209"/>
                </a:moveTo>
                <a:lnTo>
                  <a:pt x="1105" y="209"/>
                </a:lnTo>
                <a:cubicBezTo>
                  <a:pt x="1142" y="199"/>
                  <a:pt x="1179" y="221"/>
                  <a:pt x="1189" y="257"/>
                </a:cubicBezTo>
                <a:lnTo>
                  <a:pt x="1226" y="394"/>
                </a:lnTo>
                <a:lnTo>
                  <a:pt x="1217" y="394"/>
                </a:lnTo>
                <a:lnTo>
                  <a:pt x="1130" y="344"/>
                </a:lnTo>
                <a:lnTo>
                  <a:pt x="1141" y="340"/>
                </a:lnTo>
                <a:lnTo>
                  <a:pt x="1123" y="275"/>
                </a:lnTo>
                <a:lnTo>
                  <a:pt x="1057" y="292"/>
                </a:lnTo>
                <a:lnTo>
                  <a:pt x="1060" y="304"/>
                </a:lnTo>
                <a:lnTo>
                  <a:pt x="977" y="255"/>
                </a:lnTo>
                <a:lnTo>
                  <a:pt x="974" y="244"/>
                </a:lnTo>
                <a:lnTo>
                  <a:pt x="1105" y="209"/>
                </a:lnTo>
                <a:close/>
                <a:moveTo>
                  <a:pt x="1431" y="394"/>
                </a:moveTo>
                <a:lnTo>
                  <a:pt x="1296" y="394"/>
                </a:lnTo>
                <a:lnTo>
                  <a:pt x="1254" y="240"/>
                </a:lnTo>
                <a:lnTo>
                  <a:pt x="1254" y="240"/>
                </a:lnTo>
                <a:cubicBezTo>
                  <a:pt x="1236" y="167"/>
                  <a:pt x="1160" y="123"/>
                  <a:pt x="1087" y="143"/>
                </a:cubicBezTo>
                <a:lnTo>
                  <a:pt x="879" y="199"/>
                </a:lnTo>
                <a:lnTo>
                  <a:pt x="599" y="38"/>
                </a:lnTo>
                <a:lnTo>
                  <a:pt x="599" y="38"/>
                </a:lnTo>
                <a:cubicBezTo>
                  <a:pt x="535" y="0"/>
                  <a:pt x="451" y="23"/>
                  <a:pt x="414" y="87"/>
                </a:cubicBezTo>
                <a:lnTo>
                  <a:pt x="236" y="394"/>
                </a:lnTo>
                <a:lnTo>
                  <a:pt x="67" y="394"/>
                </a:lnTo>
                <a:lnTo>
                  <a:pt x="67" y="394"/>
                </a:lnTo>
                <a:cubicBezTo>
                  <a:pt x="30" y="394"/>
                  <a:pt x="0" y="425"/>
                  <a:pt x="0" y="462"/>
                </a:cubicBezTo>
                <a:lnTo>
                  <a:pt x="0" y="598"/>
                </a:lnTo>
                <a:lnTo>
                  <a:pt x="0" y="598"/>
                </a:lnTo>
                <a:cubicBezTo>
                  <a:pt x="0" y="637"/>
                  <a:pt x="30" y="667"/>
                  <a:pt x="67" y="667"/>
                </a:cubicBezTo>
                <a:lnTo>
                  <a:pt x="136" y="667"/>
                </a:lnTo>
                <a:lnTo>
                  <a:pt x="136" y="1416"/>
                </a:lnTo>
                <a:lnTo>
                  <a:pt x="136" y="1416"/>
                </a:lnTo>
                <a:cubicBezTo>
                  <a:pt x="136" y="1453"/>
                  <a:pt x="167" y="1484"/>
                  <a:pt x="204" y="1484"/>
                </a:cubicBezTo>
                <a:lnTo>
                  <a:pt x="1295" y="1484"/>
                </a:lnTo>
                <a:lnTo>
                  <a:pt x="1295" y="1484"/>
                </a:lnTo>
                <a:cubicBezTo>
                  <a:pt x="1332" y="1484"/>
                  <a:pt x="1363" y="1453"/>
                  <a:pt x="1363" y="1416"/>
                </a:cubicBezTo>
                <a:lnTo>
                  <a:pt x="1363" y="667"/>
                </a:lnTo>
                <a:lnTo>
                  <a:pt x="1431" y="667"/>
                </a:lnTo>
                <a:lnTo>
                  <a:pt x="1431" y="667"/>
                </a:lnTo>
                <a:cubicBezTo>
                  <a:pt x="1469" y="667"/>
                  <a:pt x="1499" y="637"/>
                  <a:pt x="1499" y="598"/>
                </a:cubicBezTo>
                <a:lnTo>
                  <a:pt x="1499" y="462"/>
                </a:lnTo>
                <a:lnTo>
                  <a:pt x="1499" y="462"/>
                </a:lnTo>
                <a:cubicBezTo>
                  <a:pt x="1499" y="425"/>
                  <a:pt x="1469" y="394"/>
                  <a:pt x="1431" y="394"/>
                </a:cubicBezTo>
                <a:close/>
              </a:path>
            </a:pathLst>
          </a:custGeom>
          <a:solidFill>
            <a:srgbClr val="00AA7F"/>
          </a:solidFill>
          <a:ln>
            <a:noFill/>
          </a:ln>
          <a:effectLst/>
        </p:spPr>
        <p:txBody>
          <a:bodyPr wrap="none" anchor="ctr"/>
          <a:lstStyle/>
          <a:p>
            <a:endParaRPr lang="en-US">
              <a:latin typeface="DM Sans" pitchFamily="2" charset="77"/>
            </a:endParaRPr>
          </a:p>
        </p:txBody>
      </p:sp>
      <p:pic>
        <p:nvPicPr>
          <p:cNvPr id="51" name="Graphic 50" descr="Rocket outline">
            <a:extLst>
              <a:ext uri="{FF2B5EF4-FFF2-40B4-BE49-F238E27FC236}">
                <a16:creationId xmlns:a16="http://schemas.microsoft.com/office/drawing/2014/main" id="{B5FA91C9-8DDD-0D43-B92F-FC5CD001C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377" y="2378455"/>
            <a:ext cx="504000" cy="504000"/>
          </a:xfrm>
          <a:prstGeom prst="rect">
            <a:avLst/>
          </a:prstGeom>
        </p:spPr>
      </p:pic>
      <p:pic>
        <p:nvPicPr>
          <p:cNvPr id="52" name="Graphic 51" descr="Rocket outline">
            <a:extLst>
              <a:ext uri="{FF2B5EF4-FFF2-40B4-BE49-F238E27FC236}">
                <a16:creationId xmlns:a16="http://schemas.microsoft.com/office/drawing/2014/main" id="{0F71820D-F51B-A916-ADFB-4B0F69334D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377" y="2387980"/>
            <a:ext cx="504000" cy="504000"/>
          </a:xfrm>
          <a:prstGeom prst="rect">
            <a:avLst/>
          </a:prstGeom>
        </p:spPr>
      </p:pic>
      <p:pic>
        <p:nvPicPr>
          <p:cNvPr id="54" name="Graphic 53" descr="Race Flag with solid fill">
            <a:extLst>
              <a:ext uri="{FF2B5EF4-FFF2-40B4-BE49-F238E27FC236}">
                <a16:creationId xmlns:a16="http://schemas.microsoft.com/office/drawing/2014/main" id="{E78AE79E-A352-01B4-D361-A3A6C7EAA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9180" y="2358355"/>
            <a:ext cx="540000" cy="540000"/>
          </a:xfrm>
          <a:prstGeom prst="rect">
            <a:avLst/>
          </a:prstGeom>
        </p:spPr>
      </p:pic>
      <p:pic>
        <p:nvPicPr>
          <p:cNvPr id="58" name="Picture 57" descr="A logo of a cloud&#10;&#10;AI-generated content may be incorrect.">
            <a:extLst>
              <a:ext uri="{FF2B5EF4-FFF2-40B4-BE49-F238E27FC236}">
                <a16:creationId xmlns:a16="http://schemas.microsoft.com/office/drawing/2014/main" id="{1A9DC5CE-E725-17CD-2845-16921C36363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AA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2" t="17500" r="22598" b="37222"/>
          <a:stretch>
            <a:fillRect/>
          </a:stretch>
        </p:blipFill>
        <p:spPr>
          <a:xfrm>
            <a:off x="3469869" y="2367040"/>
            <a:ext cx="591215" cy="4860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C66A2691-5EF4-078D-B4DF-5780B632A61B}"/>
              </a:ext>
            </a:extLst>
          </p:cNvPr>
          <p:cNvSpPr txBox="1"/>
          <p:nvPr/>
        </p:nvSpPr>
        <p:spPr>
          <a:xfrm>
            <a:off x="1070597" y="3113762"/>
            <a:ext cx="873957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8 Weeks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E52FF9-1CE3-F96E-18FF-EA83C1149C2C}"/>
              </a:ext>
            </a:extLst>
          </p:cNvPr>
          <p:cNvSpPr txBox="1"/>
          <p:nvPr/>
        </p:nvSpPr>
        <p:spPr>
          <a:xfrm>
            <a:off x="3330902" y="3113762"/>
            <a:ext cx="869149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6 Weeks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57F221-BB3B-A371-EAFC-71599377D4AD}"/>
              </a:ext>
            </a:extLst>
          </p:cNvPr>
          <p:cNvSpPr txBox="1"/>
          <p:nvPr/>
        </p:nvSpPr>
        <p:spPr>
          <a:xfrm>
            <a:off x="5537507" y="3105611"/>
            <a:ext cx="97174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28 Weeks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E490B2-D7B0-AEFE-727F-7FCC347D5B4B}"/>
              </a:ext>
            </a:extLst>
          </p:cNvPr>
          <p:cNvSpPr txBox="1"/>
          <p:nvPr/>
        </p:nvSpPr>
        <p:spPr>
          <a:xfrm>
            <a:off x="7720067" y="3144263"/>
            <a:ext cx="1122423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2 - 8 Weeks</a:t>
            </a:r>
          </a:p>
        </p:txBody>
      </p:sp>
      <p:sp>
        <p:nvSpPr>
          <p:cNvPr id="63" name="Subtitle 2">
            <a:extLst>
              <a:ext uri="{FF2B5EF4-FFF2-40B4-BE49-F238E27FC236}">
                <a16:creationId xmlns:a16="http://schemas.microsoft.com/office/drawing/2014/main" id="{56F54D53-783E-77A9-3E5C-D2780B815843}"/>
              </a:ext>
            </a:extLst>
          </p:cNvPr>
          <p:cNvSpPr txBox="1">
            <a:spLocks/>
          </p:cNvSpPr>
          <p:nvPr/>
        </p:nvSpPr>
        <p:spPr>
          <a:xfrm>
            <a:off x="2703476" y="3507945"/>
            <a:ext cx="2124000" cy="1947456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Provision Google Cloud platform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Establish secure connectivity into Epworth environment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Provision Development, UAT, and Production environments</a:t>
            </a:r>
            <a:endParaRPr lang="en-US" sz="1200">
              <a:solidFill>
                <a:srgbClr val="0F2B3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Subtitle 2">
            <a:extLst>
              <a:ext uri="{FF2B5EF4-FFF2-40B4-BE49-F238E27FC236}">
                <a16:creationId xmlns:a16="http://schemas.microsoft.com/office/drawing/2014/main" id="{C94C53C4-C5D2-6EEF-925D-C350968DFA00}"/>
              </a:ext>
            </a:extLst>
          </p:cNvPr>
          <p:cNvSpPr txBox="1">
            <a:spLocks/>
          </p:cNvSpPr>
          <p:nvPr/>
        </p:nvSpPr>
        <p:spPr>
          <a:xfrm>
            <a:off x="4947060" y="3507943"/>
            <a:ext cx="2152634" cy="2519921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14 x 2 week Sprints (agreed backlog order)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Migrate data source(s) + SSIS packages etc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Reconstruct and present Interface Layer models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US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 &amp; Validation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US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Documentation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US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Iterative Production Deployment</a:t>
            </a:r>
          </a:p>
        </p:txBody>
      </p:sp>
      <p:sp>
        <p:nvSpPr>
          <p:cNvPr id="65" name="Subtitle 2">
            <a:extLst>
              <a:ext uri="{FF2B5EF4-FFF2-40B4-BE49-F238E27FC236}">
                <a16:creationId xmlns:a16="http://schemas.microsoft.com/office/drawing/2014/main" id="{3BDC5267-0F97-92D9-C104-C6D434DD5B1E}"/>
              </a:ext>
            </a:extLst>
          </p:cNvPr>
          <p:cNvSpPr txBox="1">
            <a:spLocks/>
          </p:cNvSpPr>
          <p:nvPr/>
        </p:nvSpPr>
        <p:spPr>
          <a:xfrm>
            <a:off x="7219278" y="3507943"/>
            <a:ext cx="2124000" cy="244605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Deliver technical handover documentation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Conduct handover sessions for Epworth IT team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Host training workshops for business users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Provide up to 2 months Hypercare</a:t>
            </a:r>
            <a:endParaRPr lang="en-US" sz="1200">
              <a:solidFill>
                <a:srgbClr val="0F2B3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DE729B35-D46D-73AB-A81E-FBFE924A5AE2}"/>
              </a:ext>
            </a:extLst>
          </p:cNvPr>
          <p:cNvSpPr txBox="1">
            <a:spLocks/>
          </p:cNvSpPr>
          <p:nvPr/>
        </p:nvSpPr>
        <p:spPr>
          <a:xfrm>
            <a:off x="9477180" y="3507942"/>
            <a:ext cx="2124000" cy="1254959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Final project status / update meeting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Agree next steps</a:t>
            </a:r>
          </a:p>
          <a:p>
            <a:pPr marL="266700" indent="-266700" algn="l">
              <a:lnSpc>
                <a:spcPts val="1750"/>
              </a:lnSpc>
              <a:buFont typeface="Webdings" panose="05030102010509060703" pitchFamily="18" charset="2"/>
              <a:buChar char=""/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Formally agree to close project</a:t>
            </a:r>
            <a:endParaRPr lang="en-US" sz="1200">
              <a:solidFill>
                <a:srgbClr val="0F2B3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04F89DD-25E7-B1A0-2B0A-7EE4C849D9A5}"/>
              </a:ext>
            </a:extLst>
          </p:cNvPr>
          <p:cNvSpPr/>
          <p:nvPr/>
        </p:nvSpPr>
        <p:spPr>
          <a:xfrm>
            <a:off x="409575" y="6105413"/>
            <a:ext cx="11227605" cy="3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B19924B9-2B22-AA3B-6856-EA6E44E3A4C9}"/>
              </a:ext>
            </a:extLst>
          </p:cNvPr>
          <p:cNvSpPr txBox="1">
            <a:spLocks/>
          </p:cNvSpPr>
          <p:nvPr/>
        </p:nvSpPr>
        <p:spPr>
          <a:xfrm>
            <a:off x="409575" y="6156532"/>
            <a:ext cx="11227605" cy="257763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AU" sz="12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 Management and Status Reporting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03CDA2-603C-3B9A-A38C-EC0588A11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80" y="738588"/>
            <a:ext cx="10515163" cy="5860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D2435"/>
                </a:solidFill>
                <a:latin typeface="Roboto"/>
                <a:ea typeface="Roboto"/>
                <a:cs typeface="Roboto"/>
              </a:rPr>
              <a:t>High-level Plan: Main Phases and Outcomes</a:t>
            </a:r>
            <a:endParaRPr lang="en-US" sz="1800" dirty="0">
              <a:solidFill>
                <a:srgbClr val="0D2435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6293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FBA840E-7FE4-4859-492A-1516EC37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0">
            <a:extLst>
              <a:ext uri="{FF2B5EF4-FFF2-40B4-BE49-F238E27FC236}">
                <a16:creationId xmlns:a16="http://schemas.microsoft.com/office/drawing/2014/main" id="{CCFAAC16-8889-E735-7414-D7A91F50A0A1}"/>
              </a:ext>
            </a:extLst>
          </p:cNvPr>
          <p:cNvSpPr txBox="1"/>
          <p:nvPr/>
        </p:nvSpPr>
        <p:spPr>
          <a:xfrm>
            <a:off x="139374" y="6477242"/>
            <a:ext cx="810537" cy="278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4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93" normalizeH="0" baseline="0" noProof="0">
                <a:ln>
                  <a:noFill/>
                </a:ln>
                <a:solidFill>
                  <a:srgbClr val="0F2B3F"/>
                </a:solidFill>
                <a:effectLst/>
                <a:uLnTx/>
                <a:uFillTx/>
                <a:latin typeface="Roboto"/>
                <a:ea typeface="Roboto"/>
                <a:cs typeface="Roboto"/>
              </a:rPr>
              <a:t>intelia.ai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DC0D0-2C81-D675-FCE3-58BED7E4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49587"/>
              </p:ext>
            </p:extLst>
          </p:nvPr>
        </p:nvGraphicFramePr>
        <p:xfrm>
          <a:off x="301038" y="1405466"/>
          <a:ext cx="11341092" cy="395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0078">
                  <a:extLst>
                    <a:ext uri="{9D8B030D-6E8A-4147-A177-3AD203B41FA5}">
                      <a16:colId xmlns:a16="http://schemas.microsoft.com/office/drawing/2014/main" val="1298311982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3760470307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1493939469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1025979419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2939445692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3617730284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630531601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180729519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1441522436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1146861429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127943341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3027525287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1299722137"/>
                    </a:ext>
                  </a:extLst>
                </a:gridCol>
                <a:gridCol w="810078">
                  <a:extLst>
                    <a:ext uri="{9D8B030D-6E8A-4147-A177-3AD203B41FA5}">
                      <a16:colId xmlns:a16="http://schemas.microsoft.com/office/drawing/2014/main" val="3686116455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12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13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1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Month 14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4611"/>
                  </a:ext>
                </a:extLst>
              </a:tr>
              <a:tr h="360000">
                <a:tc gridSpan="6">
                  <a:txBody>
                    <a:bodyPr/>
                    <a:lstStyle/>
                    <a:p>
                      <a:pPr algn="ctr"/>
                      <a:r>
                        <a:rPr lang="en-AU" sz="2000" b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AU" sz="2000" b="1" kern="120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AU" sz="2000" b="1" kern="120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5812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JUL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OCT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NOV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JUN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JUL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00AA7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0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272813"/>
                  </a:ext>
                </a:extLst>
              </a:tr>
            </a:tbl>
          </a:graphicData>
        </a:graphic>
      </p:graphicFrame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BA17E74-2A08-B211-7149-64DA07DE4F7E}"/>
              </a:ext>
            </a:extLst>
          </p:cNvPr>
          <p:cNvSpPr/>
          <p:nvPr/>
        </p:nvSpPr>
        <p:spPr>
          <a:xfrm>
            <a:off x="348017" y="2705100"/>
            <a:ext cx="1563826" cy="476250"/>
          </a:xfrm>
          <a:prstGeom prst="homePlate">
            <a:avLst/>
          </a:prstGeom>
          <a:solidFill>
            <a:srgbClr val="00A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484AD52D-A232-1FE1-3337-9461E2389691}"/>
              </a:ext>
            </a:extLst>
          </p:cNvPr>
          <p:cNvSpPr/>
          <p:nvPr/>
        </p:nvSpPr>
        <p:spPr>
          <a:xfrm>
            <a:off x="1920719" y="2705100"/>
            <a:ext cx="1219425" cy="476250"/>
          </a:xfrm>
          <a:prstGeom prst="homePlate">
            <a:avLst/>
          </a:prstGeom>
          <a:solidFill>
            <a:srgbClr val="00A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4061F0E2-8F4D-1409-961C-84A18266EBC8}"/>
              </a:ext>
            </a:extLst>
          </p:cNvPr>
          <p:cNvSpPr/>
          <p:nvPr/>
        </p:nvSpPr>
        <p:spPr>
          <a:xfrm>
            <a:off x="3157021" y="2705100"/>
            <a:ext cx="6200042" cy="476250"/>
          </a:xfrm>
          <a:prstGeom prst="homePlate">
            <a:avLst/>
          </a:prstGeom>
          <a:solidFill>
            <a:srgbClr val="00A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3045DCD8-0C31-B095-C55F-E85637B601B6}"/>
              </a:ext>
            </a:extLst>
          </p:cNvPr>
          <p:cNvSpPr/>
          <p:nvPr/>
        </p:nvSpPr>
        <p:spPr>
          <a:xfrm>
            <a:off x="9330790" y="2705100"/>
            <a:ext cx="1419228" cy="476250"/>
          </a:xfrm>
          <a:prstGeom prst="homePlate">
            <a:avLst/>
          </a:prstGeom>
          <a:solidFill>
            <a:srgbClr val="00AA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F7A88-415D-4D66-CBDE-72C902D1180C}"/>
              </a:ext>
            </a:extLst>
          </p:cNvPr>
          <p:cNvSpPr txBox="1"/>
          <p:nvPr/>
        </p:nvSpPr>
        <p:spPr>
          <a:xfrm>
            <a:off x="371961" y="2763225"/>
            <a:ext cx="1296000" cy="360000"/>
          </a:xfrm>
          <a:prstGeom prst="rect">
            <a:avLst/>
          </a:prstGeom>
          <a:noFill/>
        </p:spPr>
        <p:txBody>
          <a:bodyPr wrap="square" lIns="72000" tIns="0" rIns="72000" bIns="0" rtlCol="0">
            <a:spAutoFit/>
          </a:bodyPr>
          <a:lstStyle/>
          <a:p>
            <a:pPr algn="ctr"/>
            <a:r>
              <a:rPr lang="en-AU"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Discovery &amp; Planning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406526-65AB-D892-4B11-93880CBE328B}"/>
              </a:ext>
            </a:extLst>
          </p:cNvPr>
          <p:cNvSpPr txBox="1"/>
          <p:nvPr/>
        </p:nvSpPr>
        <p:spPr>
          <a:xfrm>
            <a:off x="1993558" y="2781643"/>
            <a:ext cx="893062" cy="323165"/>
          </a:xfrm>
          <a:prstGeom prst="rect">
            <a:avLst/>
          </a:prstGeom>
          <a:noFill/>
        </p:spPr>
        <p:txBody>
          <a:bodyPr wrap="square" lIns="72000" tIns="0" rIns="72000" bIns="0" rtlCol="0">
            <a:spAutoFit/>
          </a:bodyPr>
          <a:lstStyle/>
          <a:p>
            <a:pPr algn="ctr"/>
            <a:r>
              <a:rPr lang="en-AU"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Establish </a:t>
            </a:r>
          </a:p>
          <a:p>
            <a:pPr algn="ctr"/>
            <a:r>
              <a:rPr lang="en-AU"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Platform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4F775-4D5A-272F-DD2A-91CB2EE664ED}"/>
              </a:ext>
            </a:extLst>
          </p:cNvPr>
          <p:cNvSpPr txBox="1"/>
          <p:nvPr/>
        </p:nvSpPr>
        <p:spPr>
          <a:xfrm>
            <a:off x="3188036" y="2862434"/>
            <a:ext cx="6068186" cy="161583"/>
          </a:xfrm>
          <a:prstGeom prst="rect">
            <a:avLst/>
          </a:prstGeom>
          <a:noFill/>
        </p:spPr>
        <p:txBody>
          <a:bodyPr wrap="square" lIns="72000" tIns="0" rIns="72000" bIns="0" rtlCol="0">
            <a:spAutoFit/>
          </a:bodyPr>
          <a:lstStyle/>
          <a:p>
            <a:pPr algn="ctr"/>
            <a:r>
              <a:rPr lang="en-AU"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Build, Migrate, Test, Deploy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160B3-657D-C3B7-96B7-69A15A66ADA0}"/>
              </a:ext>
            </a:extLst>
          </p:cNvPr>
          <p:cNvSpPr txBox="1"/>
          <p:nvPr/>
        </p:nvSpPr>
        <p:spPr>
          <a:xfrm>
            <a:off x="9326409" y="2781643"/>
            <a:ext cx="1353422" cy="323165"/>
          </a:xfrm>
          <a:prstGeom prst="rect">
            <a:avLst/>
          </a:prstGeom>
          <a:noFill/>
        </p:spPr>
        <p:txBody>
          <a:bodyPr wrap="square" lIns="72000" tIns="0" rIns="72000" bIns="0" rtlCol="0">
            <a:spAutoFit/>
          </a:bodyPr>
          <a:lstStyle/>
          <a:p>
            <a:pPr algn="ctr"/>
            <a:r>
              <a:rPr lang="en-AU"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Transition &amp; </a:t>
            </a:r>
          </a:p>
          <a:p>
            <a:pPr algn="ctr"/>
            <a:r>
              <a:rPr lang="en-AU"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Hypercare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FF72F-376B-3D52-2BEB-B40F843B1D47}"/>
              </a:ext>
            </a:extLst>
          </p:cNvPr>
          <p:cNvSpPr txBox="1"/>
          <p:nvPr/>
        </p:nvSpPr>
        <p:spPr>
          <a:xfrm>
            <a:off x="373362" y="2474013"/>
            <a:ext cx="1443025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 rtlCol="0" anchor="ctr">
            <a:spAutoFit/>
          </a:bodyPr>
          <a:lstStyle/>
          <a:p>
            <a:pPr algn="ctr"/>
            <a:r>
              <a:rPr lang="en-AU" sz="11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 weeks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CDF624-E0E8-CA6D-AAF9-D1891A47D9FF}"/>
              </a:ext>
            </a:extLst>
          </p:cNvPr>
          <p:cNvSpPr txBox="1"/>
          <p:nvPr/>
        </p:nvSpPr>
        <p:spPr>
          <a:xfrm>
            <a:off x="2072391" y="2474013"/>
            <a:ext cx="90162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 rtlCol="0" anchor="ctr">
            <a:spAutoFit/>
          </a:bodyPr>
          <a:lstStyle/>
          <a:p>
            <a:pPr algn="ctr"/>
            <a:r>
              <a:rPr lang="en-AU" sz="11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weeks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AFA5F-016A-784F-FEE0-F77E03008575}"/>
              </a:ext>
            </a:extLst>
          </p:cNvPr>
          <p:cNvSpPr txBox="1"/>
          <p:nvPr/>
        </p:nvSpPr>
        <p:spPr>
          <a:xfrm>
            <a:off x="3560336" y="2474013"/>
            <a:ext cx="5004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 rtlCol="0" anchor="ctr">
            <a:spAutoFit/>
          </a:bodyPr>
          <a:lstStyle/>
          <a:p>
            <a:pPr algn="ctr"/>
            <a:r>
              <a:rPr lang="en-AU" sz="11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28 weeks (14 x 2 week sprints delivering iterative value drops into Production)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C53D10-EA88-3C7F-CB00-50E8CC5A73E0}"/>
              </a:ext>
            </a:extLst>
          </p:cNvPr>
          <p:cNvSpPr txBox="1"/>
          <p:nvPr/>
        </p:nvSpPr>
        <p:spPr>
          <a:xfrm>
            <a:off x="9304785" y="2474013"/>
            <a:ext cx="1319724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72000" tIns="0" rIns="72000" bIns="0" rtlCol="0" anchor="ctr">
            <a:spAutoFit/>
          </a:bodyPr>
          <a:lstStyle/>
          <a:p>
            <a:pPr algn="ctr"/>
            <a:r>
              <a:rPr lang="en-AU" sz="11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 to 8 weeks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94C1DCE9-ED23-2D34-4164-11E274F29FE4}"/>
              </a:ext>
            </a:extLst>
          </p:cNvPr>
          <p:cNvSpPr txBox="1">
            <a:spLocks/>
          </p:cNvSpPr>
          <p:nvPr/>
        </p:nvSpPr>
        <p:spPr>
          <a:xfrm>
            <a:off x="329613" y="3258435"/>
            <a:ext cx="1453550" cy="15227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 kick off</a:t>
            </a:r>
          </a:p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Capture detailed requirements</a:t>
            </a:r>
          </a:p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Comprehensive solution architecture </a:t>
            </a:r>
          </a:p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 timeline</a:t>
            </a:r>
            <a:endParaRPr lang="en-US" sz="1000">
              <a:solidFill>
                <a:srgbClr val="0F2B3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F12814C3-DEBE-F218-4FE0-AFCD0D8A06D8}"/>
              </a:ext>
            </a:extLst>
          </p:cNvPr>
          <p:cNvSpPr txBox="1">
            <a:spLocks/>
          </p:cNvSpPr>
          <p:nvPr/>
        </p:nvSpPr>
        <p:spPr>
          <a:xfrm>
            <a:off x="1928950" y="3242561"/>
            <a:ext cx="1078028" cy="12409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en-US"/>
            </a:defPPr>
            <a:lvl1pPr marL="266700" indent="-266700" defTabSz="1087636">
              <a:lnSpc>
                <a:spcPts val="1750"/>
              </a:lnSpc>
              <a:spcBef>
                <a:spcPct val="20000"/>
              </a:spcBef>
              <a:buFont typeface="Webdings" panose="05030102010509060703" pitchFamily="18" charset="2"/>
              <a:buChar char=""/>
              <a:defRPr sz="105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88900" indent="-88900">
              <a:buFont typeface="Wingdings" panose="05000000000000000000" pitchFamily="2" charset="2"/>
              <a:buChar char="§"/>
            </a:pPr>
            <a:r>
              <a:rPr lang="en-AU" sz="1000" dirty="0"/>
              <a:t>Provision GCP</a:t>
            </a:r>
          </a:p>
          <a:p>
            <a:pPr marL="88900" indent="-88900">
              <a:buFont typeface="Wingdings" panose="05000000000000000000" pitchFamily="2" charset="2"/>
              <a:buChar char="§"/>
            </a:pPr>
            <a:r>
              <a:rPr lang="en-AU" sz="1000" dirty="0"/>
              <a:t>Establish connectivity</a:t>
            </a:r>
          </a:p>
          <a:p>
            <a:pPr marL="88900" indent="-88900">
              <a:buFont typeface="Wingdings" panose="05000000000000000000" pitchFamily="2" charset="2"/>
              <a:buChar char="§"/>
            </a:pPr>
            <a:r>
              <a:rPr lang="en-AU" sz="1000" dirty="0"/>
              <a:t>Provision DEV, TEST &amp; PROD</a:t>
            </a:r>
            <a:endParaRPr lang="en-US" sz="1000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39E6412C-46B3-E643-F61D-6FB275F0F9B7}"/>
              </a:ext>
            </a:extLst>
          </p:cNvPr>
          <p:cNvSpPr txBox="1">
            <a:spLocks/>
          </p:cNvSpPr>
          <p:nvPr/>
        </p:nvSpPr>
        <p:spPr>
          <a:xfrm>
            <a:off x="9366768" y="3258435"/>
            <a:ext cx="1363119" cy="10054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en-US"/>
            </a:defPPr>
            <a:lvl1pPr marL="180975" indent="-180975" defTabSz="1087636">
              <a:lnSpc>
                <a:spcPts val="1750"/>
              </a:lnSpc>
              <a:spcBef>
                <a:spcPct val="20000"/>
              </a:spcBef>
              <a:buFont typeface="Wingdings" panose="05000000000000000000" pitchFamily="2" charset="2"/>
              <a:buChar char="§"/>
              <a:defRPr sz="105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88900" indent="-88900"/>
            <a:r>
              <a:rPr lang="en-AU" sz="1000"/>
              <a:t>Handover sessions</a:t>
            </a:r>
          </a:p>
          <a:p>
            <a:pPr marL="88900" indent="-88900"/>
            <a:r>
              <a:rPr lang="en-AU" sz="1000"/>
              <a:t>Training </a:t>
            </a:r>
            <a:r>
              <a:rPr lang="en-AU" sz="1000" err="1"/>
              <a:t>w’shops</a:t>
            </a:r>
            <a:endParaRPr lang="en-AU" sz="1000"/>
          </a:p>
          <a:p>
            <a:pPr marL="88900" indent="-88900"/>
            <a:r>
              <a:rPr lang="en-AU" sz="1000"/>
              <a:t>Up to 2 months </a:t>
            </a:r>
            <a:br>
              <a:rPr lang="en-AU" sz="1000"/>
            </a:br>
            <a:r>
              <a:rPr lang="en-AU" sz="1000"/>
              <a:t>Hypercare</a:t>
            </a:r>
            <a:endParaRPr lang="en-US" sz="1000"/>
          </a:p>
        </p:txBody>
      </p:sp>
      <p:pic>
        <p:nvPicPr>
          <p:cNvPr id="17" name="Graphic 16" descr="Bullseye with solid fill">
            <a:extLst>
              <a:ext uri="{FF2B5EF4-FFF2-40B4-BE49-F238E27FC236}">
                <a16:creationId xmlns:a16="http://schemas.microsoft.com/office/drawing/2014/main" id="{4CFBE14E-5763-4E8F-B304-87E4147820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3253" y="2733158"/>
            <a:ext cx="396000" cy="396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79F7D0E-AFAB-8AC2-EE94-F761E83A9F2C}"/>
              </a:ext>
            </a:extLst>
          </p:cNvPr>
          <p:cNvSpPr txBox="1"/>
          <p:nvPr/>
        </p:nvSpPr>
        <p:spPr>
          <a:xfrm>
            <a:off x="11019351" y="2776852"/>
            <a:ext cx="583765" cy="307777"/>
          </a:xfrm>
          <a:prstGeom prst="rect">
            <a:avLst/>
          </a:prstGeom>
          <a:noFill/>
        </p:spPr>
        <p:txBody>
          <a:bodyPr wrap="square" lIns="72000" tIns="0" rIns="72000" bIns="0" rtlCol="0" anchor="ctr">
            <a:spAutoFit/>
          </a:bodyPr>
          <a:lstStyle/>
          <a:p>
            <a:pPr algn="ctr"/>
            <a:r>
              <a:rPr lang="en-AU"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</a:t>
            </a:r>
          </a:p>
          <a:p>
            <a:pPr algn="ctr"/>
            <a:r>
              <a:rPr lang="en-AU" sz="1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Close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F6A5BBA-383F-B3D9-F004-370C666FF892}"/>
              </a:ext>
            </a:extLst>
          </p:cNvPr>
          <p:cNvSpPr/>
          <p:nvPr/>
        </p:nvSpPr>
        <p:spPr>
          <a:xfrm flipV="1">
            <a:off x="3395727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7633B594-130D-82ED-CB80-3EB6FC157422}"/>
              </a:ext>
            </a:extLst>
          </p:cNvPr>
          <p:cNvSpPr/>
          <p:nvPr/>
        </p:nvSpPr>
        <p:spPr>
          <a:xfrm flipV="1">
            <a:off x="3831491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8E1DBD1E-FA3E-2018-3A18-1237995DB346}"/>
              </a:ext>
            </a:extLst>
          </p:cNvPr>
          <p:cNvSpPr/>
          <p:nvPr/>
        </p:nvSpPr>
        <p:spPr>
          <a:xfrm flipV="1">
            <a:off x="4267255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7341976-B9C0-819A-2E5E-4FD5E456893D}"/>
              </a:ext>
            </a:extLst>
          </p:cNvPr>
          <p:cNvSpPr/>
          <p:nvPr/>
        </p:nvSpPr>
        <p:spPr>
          <a:xfrm flipV="1">
            <a:off x="4703019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47D81E50-B118-AADC-6967-CFA049E16301}"/>
              </a:ext>
            </a:extLst>
          </p:cNvPr>
          <p:cNvSpPr/>
          <p:nvPr/>
        </p:nvSpPr>
        <p:spPr>
          <a:xfrm flipV="1">
            <a:off x="5138783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945E1CEF-D5F9-D2B0-C6D3-828C3DEE4051}"/>
              </a:ext>
            </a:extLst>
          </p:cNvPr>
          <p:cNvSpPr/>
          <p:nvPr/>
        </p:nvSpPr>
        <p:spPr>
          <a:xfrm flipV="1">
            <a:off x="5574547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407EFACD-EE06-6DEE-9036-F54E71D982FD}"/>
              </a:ext>
            </a:extLst>
          </p:cNvPr>
          <p:cNvSpPr/>
          <p:nvPr/>
        </p:nvSpPr>
        <p:spPr>
          <a:xfrm flipV="1">
            <a:off x="6010311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F1149D71-89AF-F4A8-D168-CB33C4EA9CC0}"/>
              </a:ext>
            </a:extLst>
          </p:cNvPr>
          <p:cNvSpPr/>
          <p:nvPr/>
        </p:nvSpPr>
        <p:spPr>
          <a:xfrm flipV="1">
            <a:off x="6446075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1EFB1622-836C-4A30-8396-1D82D3C19638}"/>
              </a:ext>
            </a:extLst>
          </p:cNvPr>
          <p:cNvSpPr/>
          <p:nvPr/>
        </p:nvSpPr>
        <p:spPr>
          <a:xfrm flipV="1">
            <a:off x="6881839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A9121E7-FD31-B025-0FB5-7B08A16DCCF4}"/>
              </a:ext>
            </a:extLst>
          </p:cNvPr>
          <p:cNvSpPr/>
          <p:nvPr/>
        </p:nvSpPr>
        <p:spPr>
          <a:xfrm flipV="1">
            <a:off x="7317603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4594691C-1D68-7856-D18A-D39C0B9D952E}"/>
              </a:ext>
            </a:extLst>
          </p:cNvPr>
          <p:cNvSpPr/>
          <p:nvPr/>
        </p:nvSpPr>
        <p:spPr>
          <a:xfrm flipV="1">
            <a:off x="7753367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CC195A78-B259-4B7F-7662-C727BA422037}"/>
              </a:ext>
            </a:extLst>
          </p:cNvPr>
          <p:cNvSpPr/>
          <p:nvPr/>
        </p:nvSpPr>
        <p:spPr>
          <a:xfrm flipV="1">
            <a:off x="8189131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7409C56A-7E65-FC4E-2812-D11F7801F693}"/>
              </a:ext>
            </a:extLst>
          </p:cNvPr>
          <p:cNvSpPr/>
          <p:nvPr/>
        </p:nvSpPr>
        <p:spPr>
          <a:xfrm flipV="1">
            <a:off x="8624895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464D75D9-E996-460E-DA71-B36C6B6D5A87}"/>
              </a:ext>
            </a:extLst>
          </p:cNvPr>
          <p:cNvSpPr/>
          <p:nvPr/>
        </p:nvSpPr>
        <p:spPr>
          <a:xfrm flipV="1">
            <a:off x="9060659" y="3267312"/>
            <a:ext cx="165717" cy="197199"/>
          </a:xfrm>
          <a:prstGeom prst="triangle">
            <a:avLst/>
          </a:prstGeom>
          <a:solidFill>
            <a:srgbClr val="0F2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8BAC77F1-78AF-DCE1-839C-64C50782A3D5}"/>
              </a:ext>
            </a:extLst>
          </p:cNvPr>
          <p:cNvSpPr txBox="1">
            <a:spLocks/>
          </p:cNvSpPr>
          <p:nvPr/>
        </p:nvSpPr>
        <p:spPr>
          <a:xfrm>
            <a:off x="3422361" y="3562314"/>
            <a:ext cx="5763448" cy="15286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Iterative releases based on agreed prioritised backlog</a:t>
            </a:r>
            <a:endParaRPr lang="en-US" sz="1000">
              <a:solidFill>
                <a:srgbClr val="0F2B3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SSIS (and other) packages will be refactored to ingest source data into the platform</a:t>
            </a:r>
          </a:p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Interface Layer models will be reconstructed</a:t>
            </a:r>
          </a:p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 &amp; Validation will be completed, along with appropriate documentation</a:t>
            </a:r>
          </a:p>
          <a:p>
            <a:pPr marL="88900" indent="-88900" algn="l">
              <a:lnSpc>
                <a:spcPts val="1750"/>
              </a:lnSpc>
              <a:buFont typeface="Wingdings" panose="05000000000000000000" pitchFamily="2" charset="2"/>
              <a:buChar char="§"/>
            </a:pPr>
            <a:r>
              <a:rPr lang="en-AU" sz="1000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Each drop into Production will enable Power BI dashboards to be connected into the new Interface Layer ensuring Epworth can realise value throughout the project’s life cycle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E0A762B2-27CD-8A8C-0042-E5D31B91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80" y="623175"/>
            <a:ext cx="10515163" cy="5860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D2435"/>
                </a:solidFill>
                <a:latin typeface="Roboto"/>
                <a:ea typeface="Roboto"/>
                <a:cs typeface="Roboto"/>
              </a:rPr>
              <a:t>High-level Plan: Gantt Chart View</a:t>
            </a:r>
            <a:endParaRPr lang="en-US" sz="1800" dirty="0">
              <a:solidFill>
                <a:srgbClr val="0D243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1ABA0E9D-9BDA-85E7-065F-7DA7413493AD}"/>
              </a:ext>
            </a:extLst>
          </p:cNvPr>
          <p:cNvSpPr txBox="1">
            <a:spLocks/>
          </p:cNvSpPr>
          <p:nvPr/>
        </p:nvSpPr>
        <p:spPr>
          <a:xfrm>
            <a:off x="276410" y="5401932"/>
            <a:ext cx="11227605" cy="200055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AU" sz="1000" b="1" i="1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Note</a:t>
            </a:r>
            <a:r>
              <a:rPr lang="en-AU" sz="1000" i="1">
                <a:solidFill>
                  <a:srgbClr val="0F2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July 2025 commencement indicative only</a:t>
            </a:r>
          </a:p>
        </p:txBody>
      </p:sp>
    </p:spTree>
    <p:extLst>
      <p:ext uri="{BB962C8B-B14F-4D97-AF65-F5344CB8AC3E}">
        <p14:creationId xmlns:p14="http://schemas.microsoft.com/office/powerpoint/2010/main" val="2383470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4_Office Theme">
  <a:themeElements>
    <a:clrScheme name="intelia">
      <a:dk1>
        <a:srgbClr val="000000"/>
      </a:dk1>
      <a:lt1>
        <a:sysClr val="window" lastClr="FFFFFF"/>
      </a:lt1>
      <a:dk2>
        <a:srgbClr val="0D2A3E"/>
      </a:dk2>
      <a:lt2>
        <a:srgbClr val="FFFFFF"/>
      </a:lt2>
      <a:accent1>
        <a:srgbClr val="00AA7F"/>
      </a:accent1>
      <a:accent2>
        <a:srgbClr val="E37A19"/>
      </a:accent2>
      <a:accent3>
        <a:srgbClr val="C33D98"/>
      </a:accent3>
      <a:accent4>
        <a:srgbClr val="0F5EFD"/>
      </a:accent4>
      <a:accent5>
        <a:srgbClr val="FFC000"/>
      </a:accent5>
      <a:accent6>
        <a:srgbClr val="A5A5A5"/>
      </a:accent6>
      <a:hlink>
        <a:srgbClr val="0563C1"/>
      </a:hlink>
      <a:folHlink>
        <a:srgbClr val="954F72"/>
      </a:folHlink>
    </a:clrScheme>
    <a:fontScheme name="intelia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lia PPT Template - Logo Bottom Left Corner.potx" id="{1FCFC047-CC3B-434A-BB75-38637D81B93F}" vid="{23B8C91A-BEEA-4756-886F-210CBBD401D5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moder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df572-a05a-4d7a-b405-ea907adc8ef1" xsi:nil="true"/>
    <lcf76f155ced4ddcb4097134ff3c332f xmlns="1b9c1699-ebf9-4367-a19b-a2ba34f3551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4055F950154B4BB8632548C1CBB0E6" ma:contentTypeVersion="16" ma:contentTypeDescription="Create a new document." ma:contentTypeScope="" ma:versionID="afe6fb020ca010385eee4ed7effa1aad">
  <xsd:schema xmlns:xsd="http://www.w3.org/2001/XMLSchema" xmlns:xs="http://www.w3.org/2001/XMLSchema" xmlns:p="http://schemas.microsoft.com/office/2006/metadata/properties" xmlns:ns2="1b9c1699-ebf9-4367-a19b-a2ba34f35519" xmlns:ns3="552df572-a05a-4d7a-b405-ea907adc8ef1" targetNamespace="http://schemas.microsoft.com/office/2006/metadata/properties" ma:root="true" ma:fieldsID="3b8a228cc97967bcff58bc264716cc2b" ns2:_="" ns3:_="">
    <xsd:import namespace="1b9c1699-ebf9-4367-a19b-a2ba34f35519"/>
    <xsd:import namespace="552df572-a05a-4d7a-b405-ea907adc8e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9c1699-ebf9-4367-a19b-a2ba34f35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7d36a7d-b0e2-49af-8978-949f681152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df572-a05a-4d7a-b405-ea907adc8ef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219a893-e60a-465a-8ba3-77ab026a152f}" ma:internalName="TaxCatchAll" ma:showField="CatchAllData" ma:web="552df572-a05a-4d7a-b405-ea907adc8e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67598D-21E9-4D7F-9F04-093AFB032780}">
  <ds:schemaRefs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552df572-a05a-4d7a-b405-ea907adc8ef1"/>
    <ds:schemaRef ds:uri="http://schemas.openxmlformats.org/package/2006/metadata/core-properties"/>
    <ds:schemaRef ds:uri="1b9c1699-ebf9-4367-a19b-a2ba34f3551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E313339-7995-495C-BBC5-DB6E8157461F}">
  <ds:schemaRefs>
    <ds:schemaRef ds:uri="1b9c1699-ebf9-4367-a19b-a2ba34f35519"/>
    <ds:schemaRef ds:uri="552df572-a05a-4d7a-b405-ea907adc8e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328FD7A-390C-4CA8-9017-55F4B9FB546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ee502f0-ffb4-46d8-a0a7-711fa97ef456}" enabled="0" method="" siteId="{6ee502f0-ffb4-46d8-a0a7-711fa97ef45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Widescreen</PresentationFormat>
  <Paragraphs>118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19" baseType="lpstr">
      <vt:lpstr>Aptos</vt:lpstr>
      <vt:lpstr>Arial</vt:lpstr>
      <vt:lpstr>Arial Nova</vt:lpstr>
      <vt:lpstr>Calibri</vt:lpstr>
      <vt:lpstr>Calibri Light</vt:lpstr>
      <vt:lpstr>DM Sans</vt:lpstr>
      <vt:lpstr>Lato Light</vt:lpstr>
      <vt:lpstr>Roboto</vt:lpstr>
      <vt:lpstr>Roboto Black</vt:lpstr>
      <vt:lpstr>Roboto Light</vt:lpstr>
      <vt:lpstr>Roboto Medium</vt:lpstr>
      <vt:lpstr>Webdings</vt:lpstr>
      <vt:lpstr>Wingdings</vt:lpstr>
      <vt:lpstr>4_Office Theme</vt:lpstr>
      <vt:lpstr>6_Custom Design</vt:lpstr>
      <vt:lpstr>simple modern</vt:lpstr>
      <vt:lpstr>7_Custom Design</vt:lpstr>
      <vt:lpstr>High-level Plan: Main Phases and Outcomes</vt:lpstr>
      <vt:lpstr>High-level Plan: Gantt Chart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Darcy Roach</dc:creator>
  <cp:lastModifiedBy>Andrew Nisbett</cp:lastModifiedBy>
  <cp:revision>1</cp:revision>
  <dcterms:created xsi:type="dcterms:W3CDTF">2024-06-04T00:00:41Z</dcterms:created>
  <dcterms:modified xsi:type="dcterms:W3CDTF">2025-06-18T02:38:44Z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0x0101003E4055F950154B4BB8632548C1CBB0E6</vt:lpwstr>
  </property>
  <property fmtid="{D5CDD505-2E9C-101B-9397-08002B2CF9AE}" pid="3" name="MediaServiceImageTags">
    <vt:lpwstr/>
  </property>
</Properties>
</file>