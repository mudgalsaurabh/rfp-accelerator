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0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9FF"/>
    <a:srgbClr val="ED7D31"/>
    <a:srgbClr val="A93584"/>
    <a:srgbClr val="0F2B3F"/>
    <a:srgbClr val="00AB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A95799-DE8C-4985-90D6-86B6116C25DE}" v="2" dt="2024-09-18T03:11:04.859"/>
    <p1510:client id="{D176E048-31B1-AA4D-B73A-2BECD066BA7E}" v="44" dt="2024-09-18T03:18:07.6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328E5E69-2797-4B48-A0D3-E83CA41FAB4D}"/>
    <pc:docChg chg="undo custSel modSld">
      <pc:chgData name="Darcy Roach" userId="ba676ee9-e9b4-49e8-a515-8077106c948d" providerId="ADAL" clId="{328E5E69-2797-4B48-A0D3-E83CA41FAB4D}" dt="2024-02-06T23:43:48.908" v="57" actId="20577"/>
      <pc:docMkLst>
        <pc:docMk/>
      </pc:docMkLst>
      <pc:sldChg chg="modSp mod">
        <pc:chgData name="Darcy Roach" userId="ba676ee9-e9b4-49e8-a515-8077106c948d" providerId="ADAL" clId="{328E5E69-2797-4B48-A0D3-E83CA41FAB4D}" dt="2024-02-06T23:43:48.908" v="57" actId="20577"/>
        <pc:sldMkLst>
          <pc:docMk/>
          <pc:sldMk cId="2009923557" sldId="270"/>
        </pc:sldMkLst>
        <pc:spChg chg="mod">
          <ac:chgData name="Darcy Roach" userId="ba676ee9-e9b4-49e8-a515-8077106c948d" providerId="ADAL" clId="{328E5E69-2797-4B48-A0D3-E83CA41FAB4D}" dt="2024-02-06T23:02:03.905" v="21" actId="20577"/>
          <ac:spMkLst>
            <pc:docMk/>
            <pc:sldMk cId="2009923557" sldId="270"/>
            <ac:spMk id="12" creationId="{70DE989F-A988-8C86-5720-1FE5B119EB30}"/>
          </ac:spMkLst>
        </pc:spChg>
        <pc:spChg chg="mod">
          <ac:chgData name="Darcy Roach" userId="ba676ee9-e9b4-49e8-a515-8077106c948d" providerId="ADAL" clId="{328E5E69-2797-4B48-A0D3-E83CA41FAB4D}" dt="2024-02-06T22:53:43.570" v="15" actId="20577"/>
          <ac:spMkLst>
            <pc:docMk/>
            <pc:sldMk cId="2009923557" sldId="270"/>
            <ac:spMk id="17" creationId="{1BDE5051-9F34-F139-742D-4450E5D6591E}"/>
          </ac:spMkLst>
        </pc:spChg>
        <pc:spChg chg="mod">
          <ac:chgData name="Darcy Roach" userId="ba676ee9-e9b4-49e8-a515-8077106c948d" providerId="ADAL" clId="{328E5E69-2797-4B48-A0D3-E83CA41FAB4D}" dt="2024-02-06T22:53:00.625" v="9" actId="1076"/>
          <ac:spMkLst>
            <pc:docMk/>
            <pc:sldMk cId="2009923557" sldId="270"/>
            <ac:spMk id="19" creationId="{7513C49A-2DF2-8111-FED4-FC07A8EAD258}"/>
          </ac:spMkLst>
        </pc:spChg>
        <pc:spChg chg="mod">
          <ac:chgData name="Darcy Roach" userId="ba676ee9-e9b4-49e8-a515-8077106c948d" providerId="ADAL" clId="{328E5E69-2797-4B48-A0D3-E83CA41FAB4D}" dt="2024-02-06T22:55:02.283" v="20" actId="1076"/>
          <ac:spMkLst>
            <pc:docMk/>
            <pc:sldMk cId="2009923557" sldId="270"/>
            <ac:spMk id="26" creationId="{1A3D666D-00C8-D106-73C3-9FF300F8618C}"/>
          </ac:spMkLst>
        </pc:spChg>
        <pc:spChg chg="mod">
          <ac:chgData name="Darcy Roach" userId="ba676ee9-e9b4-49e8-a515-8077106c948d" providerId="ADAL" clId="{328E5E69-2797-4B48-A0D3-E83CA41FAB4D}" dt="2024-02-06T22:53:05.197" v="10" actId="1076"/>
          <ac:spMkLst>
            <pc:docMk/>
            <pc:sldMk cId="2009923557" sldId="270"/>
            <ac:spMk id="28" creationId="{6059F888-3BDF-A1C0-65E5-CB6FDD43D97C}"/>
          </ac:spMkLst>
        </pc:spChg>
        <pc:spChg chg="mod">
          <ac:chgData name="Darcy Roach" userId="ba676ee9-e9b4-49e8-a515-8077106c948d" providerId="ADAL" clId="{328E5E69-2797-4B48-A0D3-E83CA41FAB4D}" dt="2024-02-06T22:52:45.564" v="7" actId="14100"/>
          <ac:spMkLst>
            <pc:docMk/>
            <pc:sldMk cId="2009923557" sldId="270"/>
            <ac:spMk id="31" creationId="{5D644C1D-FE62-9752-27C7-42A94F729A86}"/>
          </ac:spMkLst>
        </pc:spChg>
        <pc:spChg chg="mod">
          <ac:chgData name="Darcy Roach" userId="ba676ee9-e9b4-49e8-a515-8077106c948d" providerId="ADAL" clId="{328E5E69-2797-4B48-A0D3-E83CA41FAB4D}" dt="2024-02-06T23:43:48.908" v="57" actId="20577"/>
          <ac:spMkLst>
            <pc:docMk/>
            <pc:sldMk cId="2009923557" sldId="270"/>
            <ac:spMk id="38" creationId="{AB47A2EE-BF0B-DB05-8B7C-DB6594B2B3D5}"/>
          </ac:spMkLst>
        </pc:spChg>
        <pc:grpChg chg="mod ord">
          <ac:chgData name="Darcy Roach" userId="ba676ee9-e9b4-49e8-a515-8077106c948d" providerId="ADAL" clId="{328E5E69-2797-4B48-A0D3-E83CA41FAB4D}" dt="2024-02-06T22:52:38.114" v="6" actId="1076"/>
          <ac:grpSpMkLst>
            <pc:docMk/>
            <pc:sldMk cId="2009923557" sldId="270"/>
            <ac:grpSpMk id="45" creationId="{7C004A0F-26FD-81BE-0DC7-EDCD01D4194B}"/>
          </ac:grpSpMkLst>
        </pc:grpChg>
        <pc:cxnChg chg="mod">
          <ac:chgData name="Darcy Roach" userId="ba676ee9-e9b4-49e8-a515-8077106c948d" providerId="ADAL" clId="{328E5E69-2797-4B48-A0D3-E83CA41FAB4D}" dt="2024-02-06T22:52:10.975" v="3" actId="14100"/>
          <ac:cxnSpMkLst>
            <pc:docMk/>
            <pc:sldMk cId="2009923557" sldId="270"/>
            <ac:cxnSpMk id="3" creationId="{67C34E10-2CF8-9BCA-1CC6-D78A3FF9CA80}"/>
          </ac:cxnSpMkLst>
        </pc:cxnChg>
        <pc:cxnChg chg="mod">
          <ac:chgData name="Darcy Roach" userId="ba676ee9-e9b4-49e8-a515-8077106c948d" providerId="ADAL" clId="{328E5E69-2797-4B48-A0D3-E83CA41FAB4D}" dt="2024-02-06T22:53:22.379" v="12" actId="14100"/>
          <ac:cxnSpMkLst>
            <pc:docMk/>
            <pc:sldMk cId="2009923557" sldId="270"/>
            <ac:cxnSpMk id="15" creationId="{F87F05F2-DA4C-4F55-A5D0-1887110DF155}"/>
          </ac:cxnSpMkLst>
        </pc:cxnChg>
        <pc:cxnChg chg="mod">
          <ac:chgData name="Darcy Roach" userId="ba676ee9-e9b4-49e8-a515-8077106c948d" providerId="ADAL" clId="{328E5E69-2797-4B48-A0D3-E83CA41FAB4D}" dt="2024-02-06T22:54:24.409" v="19" actId="1036"/>
          <ac:cxnSpMkLst>
            <pc:docMk/>
            <pc:sldMk cId="2009923557" sldId="270"/>
            <ac:cxnSpMk id="21" creationId="{B0913DE4-461D-CE43-AABC-C4B3D7D22F45}"/>
          </ac:cxnSpMkLst>
        </pc:cxnChg>
      </pc:sldChg>
    </pc:docChg>
  </pc:docChgLst>
  <pc:docChgLst>
    <pc:chgData name="Darcy Roach" userId="ba676ee9-e9b4-49e8-a515-8077106c948d" providerId="ADAL" clId="{8AA95799-DE8C-4985-90D6-86B6116C25DE}"/>
    <pc:docChg chg="custSel modSld">
      <pc:chgData name="Darcy Roach" userId="ba676ee9-e9b4-49e8-a515-8077106c948d" providerId="ADAL" clId="{8AA95799-DE8C-4985-90D6-86B6116C25DE}" dt="2024-09-18T03:14:48.945" v="159" actId="1035"/>
      <pc:docMkLst>
        <pc:docMk/>
      </pc:docMkLst>
      <pc:sldChg chg="addSp delSp modSp mod">
        <pc:chgData name="Darcy Roach" userId="ba676ee9-e9b4-49e8-a515-8077106c948d" providerId="ADAL" clId="{8AA95799-DE8C-4985-90D6-86B6116C25DE}" dt="2024-09-18T03:14:48.945" v="159" actId="1035"/>
        <pc:sldMkLst>
          <pc:docMk/>
          <pc:sldMk cId="2009923557" sldId="270"/>
        </pc:sldMkLst>
        <pc:spChg chg="mod">
          <ac:chgData name="Darcy Roach" userId="ba676ee9-e9b4-49e8-a515-8077106c948d" providerId="ADAL" clId="{8AA95799-DE8C-4985-90D6-86B6116C25DE}" dt="2024-09-18T03:09:41.777" v="25" actId="207"/>
          <ac:spMkLst>
            <pc:docMk/>
            <pc:sldMk cId="2009923557" sldId="270"/>
            <ac:spMk id="2" creationId="{2FA774CA-3857-9308-4D38-9414B0CC2B95}"/>
          </ac:spMkLst>
        </pc:spChg>
        <pc:spChg chg="mod">
          <ac:chgData name="Darcy Roach" userId="ba676ee9-e9b4-49e8-a515-8077106c948d" providerId="ADAL" clId="{8AA95799-DE8C-4985-90D6-86B6116C25DE}" dt="2024-09-18T03:14:48.945" v="159" actId="1035"/>
          <ac:spMkLst>
            <pc:docMk/>
            <pc:sldMk cId="2009923557" sldId="270"/>
            <ac:spMk id="6" creationId="{701E125D-B356-8A2A-B86B-AB6567CEABE1}"/>
          </ac:spMkLst>
        </pc:spChg>
        <pc:spChg chg="mod">
          <ac:chgData name="Darcy Roach" userId="ba676ee9-e9b4-49e8-a515-8077106c948d" providerId="ADAL" clId="{8AA95799-DE8C-4985-90D6-86B6116C25DE}" dt="2024-09-18T03:14:48.945" v="159" actId="1035"/>
          <ac:spMkLst>
            <pc:docMk/>
            <pc:sldMk cId="2009923557" sldId="270"/>
            <ac:spMk id="12" creationId="{70DE989F-A988-8C86-5720-1FE5B119EB30}"/>
          </ac:spMkLst>
        </pc:spChg>
        <pc:spChg chg="mod">
          <ac:chgData name="Darcy Roach" userId="ba676ee9-e9b4-49e8-a515-8077106c948d" providerId="ADAL" clId="{8AA95799-DE8C-4985-90D6-86B6116C25DE}" dt="2024-09-18T03:10:22.894" v="29"/>
          <ac:spMkLst>
            <pc:docMk/>
            <pc:sldMk cId="2009923557" sldId="270"/>
            <ac:spMk id="16" creationId="{2FA774CA-3857-9308-4D38-9414B0CC2B95}"/>
          </ac:spMkLst>
        </pc:spChg>
        <pc:spChg chg="mod">
          <ac:chgData name="Darcy Roach" userId="ba676ee9-e9b4-49e8-a515-8077106c948d" providerId="ADAL" clId="{8AA95799-DE8C-4985-90D6-86B6116C25DE}" dt="2024-09-18T03:13:11.152" v="44" actId="20577"/>
          <ac:spMkLst>
            <pc:docMk/>
            <pc:sldMk cId="2009923557" sldId="270"/>
            <ac:spMk id="18" creationId="{5D644C1D-FE62-9752-27C7-42A94F729A86}"/>
          </ac:spMkLst>
        </pc:spChg>
        <pc:spChg chg="del mod">
          <ac:chgData name="Darcy Roach" userId="ba676ee9-e9b4-49e8-a515-8077106c948d" providerId="ADAL" clId="{8AA95799-DE8C-4985-90D6-86B6116C25DE}" dt="2024-09-18T03:10:34.204" v="30" actId="21"/>
          <ac:spMkLst>
            <pc:docMk/>
            <pc:sldMk cId="2009923557" sldId="270"/>
            <ac:spMk id="19" creationId="{7513C49A-2DF2-8111-FED4-FC07A8EAD258}"/>
          </ac:spMkLst>
        </pc:spChg>
        <pc:spChg chg="add mod ord">
          <ac:chgData name="Darcy Roach" userId="ba676ee9-e9b4-49e8-a515-8077106c948d" providerId="ADAL" clId="{8AA95799-DE8C-4985-90D6-86B6116C25DE}" dt="2024-09-18T03:14:40.703" v="157" actId="1035"/>
          <ac:spMkLst>
            <pc:docMk/>
            <pc:sldMk cId="2009923557" sldId="270"/>
            <ac:spMk id="24" creationId="{7513C49A-2DF2-8111-FED4-FC07A8EAD258}"/>
          </ac:spMkLst>
        </pc:spChg>
        <pc:spChg chg="del mod">
          <ac:chgData name="Darcy Roach" userId="ba676ee9-e9b4-49e8-a515-8077106c948d" providerId="ADAL" clId="{8AA95799-DE8C-4985-90D6-86B6116C25DE}" dt="2024-09-18T03:10:34.204" v="30" actId="21"/>
          <ac:spMkLst>
            <pc:docMk/>
            <pc:sldMk cId="2009923557" sldId="270"/>
            <ac:spMk id="28" creationId="{6059F888-3BDF-A1C0-65E5-CB6FDD43D97C}"/>
          </ac:spMkLst>
        </pc:spChg>
        <pc:spChg chg="add mod">
          <ac:chgData name="Darcy Roach" userId="ba676ee9-e9b4-49e8-a515-8077106c948d" providerId="ADAL" clId="{8AA95799-DE8C-4985-90D6-86B6116C25DE}" dt="2024-09-18T03:14:40.703" v="157" actId="1035"/>
          <ac:spMkLst>
            <pc:docMk/>
            <pc:sldMk cId="2009923557" sldId="270"/>
            <ac:spMk id="30" creationId="{6059F888-3BDF-A1C0-65E5-CB6FDD43D97C}"/>
          </ac:spMkLst>
        </pc:spChg>
        <pc:spChg chg="mod">
          <ac:chgData name="Darcy Roach" userId="ba676ee9-e9b4-49e8-a515-8077106c948d" providerId="ADAL" clId="{8AA95799-DE8C-4985-90D6-86B6116C25DE}" dt="2024-09-18T03:09:15.084" v="22" actId="20577"/>
          <ac:spMkLst>
            <pc:docMk/>
            <pc:sldMk cId="2009923557" sldId="270"/>
            <ac:spMk id="31" creationId="{5D644C1D-FE62-9752-27C7-42A94F729A86}"/>
          </ac:spMkLst>
        </pc:spChg>
        <pc:grpChg chg="add mod">
          <ac:chgData name="Darcy Roach" userId="ba676ee9-e9b4-49e8-a515-8077106c948d" providerId="ADAL" clId="{8AA95799-DE8C-4985-90D6-86B6116C25DE}" dt="2024-09-18T03:13:18.212" v="45" actId="1076"/>
          <ac:grpSpMkLst>
            <pc:docMk/>
            <pc:sldMk cId="2009923557" sldId="270"/>
            <ac:grpSpMk id="9" creationId="{7C004A0F-26FD-81BE-0DC7-EDCD01D4194B}"/>
          </ac:grpSpMkLst>
        </pc:grpChg>
        <pc:grpChg chg="del mod">
          <ac:chgData name="Darcy Roach" userId="ba676ee9-e9b4-49e8-a515-8077106c948d" providerId="ADAL" clId="{8AA95799-DE8C-4985-90D6-86B6116C25DE}" dt="2024-09-18T03:10:02.442" v="27" actId="21"/>
          <ac:grpSpMkLst>
            <pc:docMk/>
            <pc:sldMk cId="2009923557" sldId="270"/>
            <ac:grpSpMk id="45" creationId="{7C004A0F-26FD-81BE-0DC7-EDCD01D4194B}"/>
          </ac:grpSpMkLst>
        </pc:grpChg>
        <pc:cxnChg chg="mod">
          <ac:chgData name="Darcy Roach" userId="ba676ee9-e9b4-49e8-a515-8077106c948d" providerId="ADAL" clId="{8AA95799-DE8C-4985-90D6-86B6116C25DE}" dt="2024-09-18T03:14:48.945" v="159" actId="1035"/>
          <ac:cxnSpMkLst>
            <pc:docMk/>
            <pc:sldMk cId="2009923557" sldId="270"/>
            <ac:cxnSpMk id="3" creationId="{67C34E10-2CF8-9BCA-1CC6-D78A3FF9CA80}"/>
          </ac:cxnSpMkLst>
        </pc:cxnChg>
        <pc:cxnChg chg="mod">
          <ac:chgData name="Darcy Roach" userId="ba676ee9-e9b4-49e8-a515-8077106c948d" providerId="ADAL" clId="{8AA95799-DE8C-4985-90D6-86B6116C25DE}" dt="2024-09-18T03:13:22.208" v="46" actId="14100"/>
          <ac:cxnSpMkLst>
            <pc:docMk/>
            <pc:sldMk cId="2009923557" sldId="270"/>
            <ac:cxnSpMk id="10" creationId="{F87F05F2-DA4C-4F55-A5D0-1887110DF155}"/>
          </ac:cxnSpMkLst>
        </pc:cxnChg>
        <pc:cxnChg chg="mod">
          <ac:chgData name="Darcy Roach" userId="ba676ee9-e9b4-49e8-a515-8077106c948d" providerId="ADAL" clId="{8AA95799-DE8C-4985-90D6-86B6116C25DE}" dt="2024-09-18T03:09:28.965" v="24" actId="208"/>
          <ac:cxnSpMkLst>
            <pc:docMk/>
            <pc:sldMk cId="2009923557" sldId="270"/>
            <ac:cxnSpMk id="15" creationId="{F87F05F2-DA4C-4F55-A5D0-1887110DF155}"/>
          </ac:cxnSpMkLst>
        </pc:cxnChg>
        <pc:cxnChg chg="del mod">
          <ac:chgData name="Darcy Roach" userId="ba676ee9-e9b4-49e8-a515-8077106c948d" providerId="ADAL" clId="{8AA95799-DE8C-4985-90D6-86B6116C25DE}" dt="2024-09-18T03:10:34.204" v="30" actId="21"/>
          <ac:cxnSpMkLst>
            <pc:docMk/>
            <pc:sldMk cId="2009923557" sldId="270"/>
            <ac:cxnSpMk id="21" creationId="{B0913DE4-461D-CE43-AABC-C4B3D7D22F45}"/>
          </ac:cxnSpMkLst>
        </pc:cxnChg>
        <pc:cxnChg chg="add mod">
          <ac:chgData name="Darcy Roach" userId="ba676ee9-e9b4-49e8-a515-8077106c948d" providerId="ADAL" clId="{8AA95799-DE8C-4985-90D6-86B6116C25DE}" dt="2024-09-18T03:14:40.703" v="157" actId="1035"/>
          <ac:cxnSpMkLst>
            <pc:docMk/>
            <pc:sldMk cId="2009923557" sldId="270"/>
            <ac:cxnSpMk id="29" creationId="{B0913DE4-461D-CE43-AABC-C4B3D7D22F45}"/>
          </ac:cxnSpMkLst>
        </pc:cxnChg>
      </pc:sldChg>
    </pc:docChg>
  </pc:docChgLst>
  <pc:docChgLst>
    <pc:chgData name="Direnc Uysal" userId="2a92f630-07d4-4511-a559-74d281fb5860" providerId="ADAL" clId="{D176E048-31B1-AA4D-B73A-2BECD066BA7E}"/>
    <pc:docChg chg="modSld">
      <pc:chgData name="Direnc Uysal" userId="2a92f630-07d4-4511-a559-74d281fb5860" providerId="ADAL" clId="{D176E048-31B1-AA4D-B73A-2BECD066BA7E}" dt="2024-09-18T03:18:07.672" v="43" actId="20577"/>
      <pc:docMkLst>
        <pc:docMk/>
      </pc:docMkLst>
      <pc:sldChg chg="modSp mod">
        <pc:chgData name="Direnc Uysal" userId="2a92f630-07d4-4511-a559-74d281fb5860" providerId="ADAL" clId="{D176E048-31B1-AA4D-B73A-2BECD066BA7E}" dt="2024-09-18T03:18:07.672" v="43" actId="20577"/>
        <pc:sldMkLst>
          <pc:docMk/>
          <pc:sldMk cId="2009923557" sldId="270"/>
        </pc:sldMkLst>
        <pc:spChg chg="mod">
          <ac:chgData name="Direnc Uysal" userId="2a92f630-07d4-4511-a559-74d281fb5860" providerId="ADAL" clId="{D176E048-31B1-AA4D-B73A-2BECD066BA7E}" dt="2024-09-18T03:17:51.554" v="42" actId="20577"/>
          <ac:spMkLst>
            <pc:docMk/>
            <pc:sldMk cId="2009923557" sldId="270"/>
            <ac:spMk id="16" creationId="{2FA774CA-3857-9308-4D38-9414B0CC2B95}"/>
          </ac:spMkLst>
        </pc:spChg>
        <pc:spChg chg="mod">
          <ac:chgData name="Direnc Uysal" userId="2a92f630-07d4-4511-a559-74d281fb5860" providerId="ADAL" clId="{D176E048-31B1-AA4D-B73A-2BECD066BA7E}" dt="2024-09-18T03:17:40.758" v="34" actId="20577"/>
          <ac:spMkLst>
            <pc:docMk/>
            <pc:sldMk cId="2009923557" sldId="270"/>
            <ac:spMk id="17" creationId="{1BDE5051-9F34-F139-742D-4450E5D6591E}"/>
          </ac:spMkLst>
        </pc:spChg>
        <pc:spChg chg="mod">
          <ac:chgData name="Direnc Uysal" userId="2a92f630-07d4-4511-a559-74d281fb5860" providerId="ADAL" clId="{D176E048-31B1-AA4D-B73A-2BECD066BA7E}" dt="2024-09-18T03:18:07.672" v="43" actId="20577"/>
          <ac:spMkLst>
            <pc:docMk/>
            <pc:sldMk cId="2009923557" sldId="270"/>
            <ac:spMk id="24" creationId="{7513C49A-2DF2-8111-FED4-FC07A8EAD25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7513C49A-2DF2-8111-FED4-FC07A8EAD258}"/>
              </a:ext>
            </a:extLst>
          </p:cNvPr>
          <p:cNvSpPr txBox="1"/>
          <p:nvPr/>
        </p:nvSpPr>
        <p:spPr>
          <a:xfrm>
            <a:off x="3462567" y="1284540"/>
            <a:ext cx="4560861" cy="1785104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>
            <a:defPPr>
              <a:defRPr lang="en-US"/>
            </a:defPPr>
            <a:lvl1pPr indent="0">
              <a:buClr>
                <a:srgbClr val="00AB80"/>
              </a:buClr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>
                <a:latin typeface="Roboto Light"/>
                <a:ea typeface="Roboto Light"/>
                <a:cs typeface="Roboto Light"/>
              </a:rPr>
              <a:t>Design, develop and assist with creation and implementation of Cloud foundations and landing zones on GCP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>
                <a:latin typeface="Roboto Light"/>
                <a:ea typeface="Roboto Light"/>
                <a:cs typeface="Roboto Light"/>
              </a:rPr>
              <a:t>Define and implement  cloud infrastructure governance and deployments through Terraform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>
                <a:latin typeface="Roboto Light"/>
                <a:ea typeface="Roboto Light"/>
                <a:cs typeface="Roboto Light"/>
              </a:rPr>
              <a:t>Develop centralised monitoring , logging , observability and alerting solutions on Cloud Design , deploy and configure containers in GKE. Setup application and network load balancers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>
                <a:latin typeface="Roboto Light"/>
                <a:ea typeface="Roboto Light"/>
                <a:cs typeface="Roboto Light"/>
              </a:rPr>
              <a:t>Design , build, secure and manage shared VPC networks on </a:t>
            </a:r>
            <a:r>
              <a:rPr lang="en-AU" err="1">
                <a:latin typeface="Roboto Light"/>
                <a:ea typeface="Roboto Light"/>
                <a:cs typeface="Roboto Light"/>
              </a:rPr>
              <a:t>CloudBuild</a:t>
            </a:r>
            <a:r>
              <a:rPr lang="en-AU">
                <a:latin typeface="Roboto Light"/>
                <a:ea typeface="Roboto Light"/>
                <a:cs typeface="Roboto Light"/>
              </a:rPr>
              <a:t> CI CD Pipelines using </a:t>
            </a:r>
            <a:r>
              <a:rPr lang="en-AU" err="1">
                <a:latin typeface="Roboto Light"/>
                <a:ea typeface="Roboto Light"/>
                <a:cs typeface="Roboto Light"/>
              </a:rPr>
              <a:t>Github</a:t>
            </a:r>
            <a:r>
              <a:rPr lang="en-AU">
                <a:latin typeface="Roboto Light"/>
                <a:ea typeface="Roboto Light"/>
                <a:cs typeface="Roboto Light"/>
              </a:rPr>
              <a:t>, Gitlab.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>
                <a:latin typeface="Roboto Light"/>
                <a:ea typeface="Roboto Light"/>
                <a:cs typeface="Roboto Light"/>
              </a:rPr>
              <a:t>Provide thought leadership and best practices in infrastructure automation and DevOps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225629" y="120831"/>
            <a:ext cx="2168863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>
                <a:solidFill>
                  <a:srgbClr val="00AB80"/>
                </a:solidFill>
                <a:latin typeface="Roboto"/>
                <a:ea typeface="Roboto"/>
                <a:cs typeface="Roboto"/>
              </a:rPr>
              <a:t>Mahesh </a:t>
            </a:r>
            <a:r>
              <a:rPr lang="en-US" sz="2400" b="1" err="1">
                <a:solidFill>
                  <a:srgbClr val="00AB80"/>
                </a:solidFill>
                <a:latin typeface="Roboto"/>
                <a:ea typeface="Roboto"/>
                <a:cs typeface="Roboto"/>
              </a:rPr>
              <a:t>Thummalapalli</a:t>
            </a:r>
            <a:endParaRPr lang="en-US" sz="2400" b="1" err="1">
              <a:solidFill>
                <a:srgbClr val="00AB8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250509" y="1541071"/>
            <a:ext cx="2868270" cy="386964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AU" sz="1000" spc="13">
                <a:latin typeface="Roboto Light"/>
                <a:ea typeface="Roboto Light"/>
                <a:cs typeface="Lato"/>
              </a:rPr>
              <a:t>Mahesh is an experienced Engineer with 13+ years of demonstrated experience working in the information technology and services industry. Strong technical skill in both AWS and GCP, coupled with a proactive ability to overcome technical challenges and excellent communication and interpersonal skills allow Mahesh to effectively solve complex business problems.</a:t>
            </a:r>
          </a:p>
          <a:p>
            <a:pPr algn="l"/>
            <a:endParaRPr lang="en-AU" sz="1000" spc="13">
              <a:latin typeface="Roboto Light"/>
              <a:ea typeface="Roboto Light"/>
              <a:cs typeface="Lato"/>
            </a:endParaRPr>
          </a:p>
          <a:p>
            <a:pPr algn="l"/>
            <a:r>
              <a:rPr lang="en-AU" sz="1000" spc="13">
                <a:latin typeface="Roboto Light"/>
                <a:ea typeface="Roboto Light"/>
                <a:cs typeface="Lato"/>
              </a:rPr>
              <a:t>Mahesh is a Certified Google Cloud Architect  and Cloud Professional Data Engineer who holds experience across a broad range of industries including Retail, Financial Services, Media, Automobile and Education. Mahesh has proven expertise in Data Engineering, Data Migration and Solution Design.</a:t>
            </a:r>
          </a:p>
          <a:p>
            <a:pPr algn="l"/>
            <a:endParaRPr lang="en-AU" sz="1000" spc="13">
              <a:latin typeface="Roboto Light"/>
              <a:ea typeface="Roboto Light"/>
              <a:cs typeface="Lato"/>
            </a:endParaRPr>
          </a:p>
          <a:p>
            <a:pPr algn="l"/>
            <a:r>
              <a:rPr lang="en-AU" sz="1000" spc="13">
                <a:latin typeface="Roboto Light"/>
                <a:ea typeface="Roboto Light"/>
                <a:cs typeface="Lato"/>
              </a:rPr>
              <a:t>Mahesh stands out as an innovative and creative thinker, possessing impressive problem-solving competencies and incisive analytical abilities. He has a solid work ethic and exceptional interpersonal skills, plus the capacity to tackle the most intricate software challenges.</a:t>
            </a:r>
          </a:p>
          <a:p>
            <a:pPr>
              <a:lnSpc>
                <a:spcPts val="1500"/>
              </a:lnSpc>
            </a:pPr>
            <a:endParaRPr lang="en-US" sz="1000" spc="13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52027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250509" y="959224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Senior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716674" y="5646976"/>
            <a:ext cx="1510046" cy="2446824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Redshift</a:t>
            </a:r>
            <a:endParaRPr lang="en-US" sz="90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DMS</a:t>
            </a:r>
            <a:endParaRPr lang="en-US" sz="900">
              <a:latin typeface="Roboto Light" panose="02000000000000000000" pitchFamily="2" charset="0"/>
              <a:ea typeface="Roboto Light" panose="02000000000000000000" pitchFamily="2" charset="0"/>
              <a:cs typeface="Roboto Light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Cloud Watch</a:t>
            </a:r>
            <a:endParaRPr lang="en-US" sz="900">
              <a:latin typeface="Roboto Light" panose="02000000000000000000" pitchFamily="2" charset="0"/>
              <a:ea typeface="Roboto Light" panose="02000000000000000000" pitchFamily="2" charset="0"/>
              <a:cs typeface="Roboto Light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SAP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Cloud Composer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Python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SQL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Kubernetes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err="1">
                <a:latin typeface="Roboto Light" panose="02000000000000000000" pitchFamily="2" charset="0"/>
                <a:ea typeface="Roboto Light" panose="02000000000000000000" pitchFamily="2" charset="0"/>
              </a:rPr>
              <a:t>Pubsub</a:t>
            </a: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/>
                <a:ea typeface="Roboto Light"/>
                <a:cs typeface="Roboto Light"/>
              </a:rPr>
              <a:t>Terraform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Linux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Unix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TensorFlow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>
                <a:latin typeface="Roboto Light" panose="02000000000000000000" pitchFamily="2" charset="0"/>
                <a:ea typeface="Roboto Light" panose="02000000000000000000" pitchFamily="2" charset="0"/>
              </a:rPr>
              <a:t>Apache</a:t>
            </a:r>
          </a:p>
          <a:p>
            <a:pPr>
              <a:buClr>
                <a:srgbClr val="00AB80"/>
              </a:buClr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C34E10-2CF8-9BCA-1CC6-D78A3FF9CA80}"/>
              </a:ext>
            </a:extLst>
          </p:cNvPr>
          <p:cNvCxnSpPr>
            <a:cxnSpLocks/>
          </p:cNvCxnSpPr>
          <p:nvPr/>
        </p:nvCxnSpPr>
        <p:spPr>
          <a:xfrm>
            <a:off x="3428143" y="3358521"/>
            <a:ext cx="0" cy="1932138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2981996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7"/>
            <a:ext cx="0" cy="592879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3197440"/>
            <a:ext cx="1951941" cy="3046988"/>
            <a:chOff x="8106458" y="2681447"/>
            <a:chExt cx="1951941" cy="3046988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51941" cy="30469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AU" sz="120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Google Cloud Certified | Professional Data Engineer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Google Cloud Certified | Professional Cloud Architect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Microsoft Azure Certified | 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Azure Data </a:t>
              </a:r>
              <a:r>
                <a:rPr lang="en-GB" sz="120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Engineer</a:t>
              </a:r>
              <a:endParaRPr lang="en-GB" sz="120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Bachelor</a:t>
              </a:r>
              <a:r>
                <a:rPr lang="en-GB" sz="120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– Technology, Information Technology | </a:t>
              </a:r>
              <a:r>
                <a:rPr lang="en-US" sz="1200">
                  <a:solidFill>
                    <a:srgbClr val="00AB80"/>
                  </a:solidFill>
                  <a:latin typeface="Roboto Light" panose="02000000000000000000" pitchFamily="2" charset="0"/>
                </a:rPr>
                <a:t>Pondicherry University,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US" sz="1200">
                  <a:solidFill>
                    <a:srgbClr val="00AB80"/>
                  </a:solidFill>
                  <a:latin typeface="Roboto Light" panose="02000000000000000000" pitchFamily="2" charset="0"/>
                </a:rPr>
                <a:t>India</a:t>
              </a:r>
              <a:endParaRPr lang="en-GB" sz="1200">
                <a:solidFill>
                  <a:srgbClr val="00AB80"/>
                </a:solidFill>
                <a:latin typeface="Roboto Light" panose="02000000000000000000" pitchFamily="2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46651" y="5698493"/>
            <a:ext cx="1570024" cy="2169825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/>
                <a:ea typeface="Roboto Light"/>
                <a:cs typeface="Roboto Light"/>
              </a:rPr>
              <a:t>AWS</a:t>
            </a:r>
            <a:endParaRPr lang="en-US"/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/>
                <a:ea typeface="Roboto Light"/>
                <a:cs typeface="Roboto Light"/>
              </a:rPr>
              <a:t>Google Cloud Platform</a:t>
            </a:r>
            <a:endParaRPr lang="en-AU"/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/>
                <a:ea typeface="Roboto Light"/>
                <a:cs typeface="Roboto Light"/>
              </a:rPr>
              <a:t>Data Engineering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Data Wrangling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Data Modelling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Data Visualisation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Azure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Strategic Planning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System Integration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Machine Learning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Deep Learning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>
                <a:latin typeface="Roboto Light" panose="02000000000000000000" pitchFamily="2" charset="0"/>
                <a:ea typeface="Roboto Light" panose="02000000000000000000" pitchFamily="2" charset="0"/>
              </a:rPr>
              <a:t>Stakeholder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E125D-B356-8A2A-B86B-AB6567CEABE1}"/>
              </a:ext>
            </a:extLst>
          </p:cNvPr>
          <p:cNvSpPr txBox="1"/>
          <p:nvPr/>
        </p:nvSpPr>
        <p:spPr>
          <a:xfrm>
            <a:off x="3321267" y="3066172"/>
            <a:ext cx="46311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Major Retail Company </a:t>
            </a:r>
            <a:r>
              <a:rPr lang="en-AU" sz="1200" b="1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– GCP Data Engineer</a:t>
            </a:r>
            <a:r>
              <a:rPr lang="en-US" sz="1200" b="1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endParaRPr lang="en-AU" sz="1200" b="1">
              <a:solidFill>
                <a:srgbClr val="ED7D3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DE989F-A988-8C86-5720-1FE5B119EB30}"/>
              </a:ext>
            </a:extLst>
          </p:cNvPr>
          <p:cNvSpPr txBox="1"/>
          <p:nvPr/>
        </p:nvSpPr>
        <p:spPr>
          <a:xfrm>
            <a:off x="3463961" y="3259332"/>
            <a:ext cx="4533549" cy="2277547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buNone/>
            </a:pPr>
            <a:endParaRPr lang="en-US" sz="2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AU" sz="1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Company migrated existing Hadoop warehouse systems to Google </a:t>
            </a:r>
            <a:r>
              <a:rPr lang="en-AU" sz="1000" err="1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BigQuery</a:t>
            </a:r>
            <a:r>
              <a:rPr lang="en-AU" sz="1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. ETL flows that were running on premise </a:t>
            </a:r>
            <a:r>
              <a:rPr lang="en-AU" sz="1000" err="1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PySpark</a:t>
            </a:r>
            <a:r>
              <a:rPr lang="en-AU" sz="1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 was replaced with  DAGs and Pipelines in Airflow to read incremental data from Siebel, CPRV to </a:t>
            </a:r>
            <a:r>
              <a:rPr lang="en-AU" sz="1000" err="1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BigQuery</a:t>
            </a:r>
            <a:r>
              <a:rPr lang="en-AU" sz="1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. Roles and Responsibilities included:</a:t>
            </a:r>
          </a:p>
          <a:p>
            <a:r>
              <a:rPr lang="en-AU" sz="1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Designed the framework that can be used to extract data from Siebel server and load to GCP bucket</a:t>
            </a:r>
          </a:p>
          <a:p>
            <a:r>
              <a:rPr lang="en-AU" sz="1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Designed logical layers in </a:t>
            </a:r>
            <a:r>
              <a:rPr lang="en-AU" sz="1000" err="1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BigQuery</a:t>
            </a:r>
            <a:endParaRPr lang="en-AU" sz="1000" err="1">
              <a:solidFill>
                <a:schemeClr val="bg1"/>
              </a:solidFill>
            </a:endParaRPr>
          </a:p>
          <a:p>
            <a:r>
              <a:rPr lang="en-AU" sz="1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Designed partitioning strategy for large tables</a:t>
            </a:r>
          </a:p>
          <a:p>
            <a:r>
              <a:rPr lang="en-AU" sz="1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Designed and developed  data pipelines to read data from Siebel server, extract as file, load to staging tables in </a:t>
            </a:r>
            <a:r>
              <a:rPr lang="en-AU" sz="1000" err="1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BigQuery</a:t>
            </a:r>
            <a:endParaRPr lang="en-AU" sz="1000" err="1">
              <a:solidFill>
                <a:schemeClr val="bg1"/>
              </a:solidFill>
            </a:endParaRPr>
          </a:p>
          <a:p>
            <a:r>
              <a:rPr lang="en-AU" sz="1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Built SQL scripts to load data from stage to target tables in </a:t>
            </a:r>
            <a:r>
              <a:rPr lang="en-AU" sz="1000" err="1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BigQuery</a:t>
            </a:r>
            <a:r>
              <a:rPr lang="en-AU" sz="1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.</a:t>
            </a:r>
          </a:p>
          <a:p>
            <a:r>
              <a:rPr lang="en-AU" sz="1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Created a semantic layer consisting of views on top of </a:t>
            </a:r>
            <a:r>
              <a:rPr lang="en-AU" sz="1000" err="1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datamart</a:t>
            </a:r>
            <a:r>
              <a:rPr lang="en-AU" sz="1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 layer to expose to Looker</a:t>
            </a:r>
          </a:p>
          <a:p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7F9DCD-ABFD-3411-96C4-EDE25D98CDEB}"/>
              </a:ext>
            </a:extLst>
          </p:cNvPr>
          <p:cNvSpPr txBox="1"/>
          <p:nvPr/>
        </p:nvSpPr>
        <p:spPr>
          <a:xfrm>
            <a:off x="8118489" y="1456630"/>
            <a:ext cx="1951941" cy="144655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Retail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Media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Automobile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>
                <a:solidFill>
                  <a:srgbClr val="00AB80"/>
                </a:solidFill>
              </a:rPr>
              <a:t>Education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C004A0F-26FD-81BE-0DC7-EDCD01D4194B}"/>
              </a:ext>
            </a:extLst>
          </p:cNvPr>
          <p:cNvGrpSpPr/>
          <p:nvPr/>
        </p:nvGrpSpPr>
        <p:grpSpPr>
          <a:xfrm>
            <a:off x="3332724" y="5377874"/>
            <a:ext cx="5029198" cy="2324912"/>
            <a:chOff x="3335753" y="3451682"/>
            <a:chExt cx="5029198" cy="2324912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87F05F2-DA4C-4F55-A5D0-1887110DF155}"/>
                </a:ext>
              </a:extLst>
            </p:cNvPr>
            <p:cNvCxnSpPr>
              <a:cxnSpLocks/>
            </p:cNvCxnSpPr>
            <p:nvPr/>
          </p:nvCxnSpPr>
          <p:spPr>
            <a:xfrm>
              <a:off x="3428144" y="3790632"/>
              <a:ext cx="0" cy="1829544"/>
            </a:xfrm>
            <a:prstGeom prst="line">
              <a:avLst/>
            </a:prstGeom>
            <a:ln w="19050">
              <a:solidFill>
                <a:srgbClr val="A9358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FA774CA-3857-9308-4D38-9414B0CC2B95}"/>
                </a:ext>
              </a:extLst>
            </p:cNvPr>
            <p:cNvSpPr txBox="1"/>
            <p:nvPr/>
          </p:nvSpPr>
          <p:spPr>
            <a:xfrm>
              <a:off x="3335753" y="3451682"/>
              <a:ext cx="50291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b="1">
                  <a:solidFill>
                    <a:srgbClr val="A93584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Leading US Media Giant – GCP Platform Engineer</a:t>
              </a:r>
            </a:p>
            <a:p>
              <a:endParaRPr lang="en-AU" sz="1200" b="1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D644C1D-FE62-9752-27C7-42A94F729A86}"/>
                </a:ext>
              </a:extLst>
            </p:cNvPr>
            <p:cNvSpPr txBox="1"/>
            <p:nvPr/>
          </p:nvSpPr>
          <p:spPr>
            <a:xfrm>
              <a:off x="3455045" y="3652936"/>
              <a:ext cx="4509417" cy="2123658"/>
            </a:xfrm>
            <a:prstGeom prst="rect">
              <a:avLst/>
            </a:prstGeom>
            <a:noFill/>
          </p:spPr>
          <p:txBody>
            <a:bodyPr wrap="square" lIns="91440" tIns="45720" rIns="91440" bIns="45720" numCol="1" rtlCol="0" anchor="t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0" indent="0">
                <a:buNone/>
              </a:pPr>
              <a:endParaRPr lang="en-US" sz="200"/>
            </a:p>
            <a:p>
              <a:pPr marL="0" indent="0">
                <a:buNone/>
              </a:pPr>
              <a:r>
                <a:rPr lang="en-AU" sz="1000">
                  <a:latin typeface="Roboto Light"/>
                  <a:ea typeface="Roboto Light"/>
                  <a:cs typeface="Roboto Light"/>
                </a:rPr>
                <a:t>Company migrated existing Teradata warehouse systems to Google </a:t>
              </a:r>
              <a:r>
                <a:rPr lang="en-AU" sz="1000" err="1">
                  <a:latin typeface="Roboto Light"/>
                  <a:ea typeface="Roboto Light"/>
                  <a:cs typeface="Roboto Light"/>
                </a:rPr>
                <a:t>BigQuery</a:t>
              </a:r>
              <a:r>
                <a:rPr lang="en-AU" sz="1000">
                  <a:latin typeface="Roboto Light"/>
                  <a:ea typeface="Roboto Light"/>
                  <a:cs typeface="Roboto Light"/>
                </a:rPr>
                <a:t>. ETL flows that were running on premise Informatica were replaced with DAGs and Pipelines in Airflow to read incremental data from SQL server to </a:t>
              </a:r>
              <a:r>
                <a:rPr lang="en-AU" sz="1000" err="1">
                  <a:latin typeface="Roboto Light"/>
                  <a:ea typeface="Roboto Light"/>
                  <a:cs typeface="Roboto Light"/>
                </a:rPr>
                <a:t>BigQuery</a:t>
              </a:r>
              <a:r>
                <a:rPr lang="en-AU" sz="1000">
                  <a:latin typeface="Roboto Light"/>
                  <a:ea typeface="Roboto Light"/>
                  <a:cs typeface="Roboto Light"/>
                </a:rPr>
                <a:t>. </a:t>
              </a:r>
            </a:p>
            <a:p>
              <a:r>
                <a:rPr lang="en-AU" sz="1000"/>
                <a:t>Developed Kubernetes image in the framework used to extract data from SQL server and load to GCP bucket</a:t>
              </a:r>
            </a:p>
            <a:p>
              <a:r>
                <a:rPr lang="en-AU" sz="1000">
                  <a:latin typeface="Roboto Light"/>
                  <a:ea typeface="Roboto Light"/>
                  <a:cs typeface="Roboto Light"/>
                </a:rPr>
                <a:t>Used Kube Secrets to securely access on premise SQL servers and extract data for incremental loads</a:t>
              </a:r>
            </a:p>
            <a:p>
              <a:r>
                <a:rPr lang="en-AU" sz="1000">
                  <a:latin typeface="Roboto Light"/>
                  <a:ea typeface="Roboto Light"/>
                  <a:cs typeface="Roboto Light"/>
                </a:rPr>
                <a:t>Designed and developed data pipelines to read data from SQL server extract as file, load to staging tables in </a:t>
              </a:r>
              <a:r>
                <a:rPr lang="en-AU" sz="1000" err="1">
                  <a:latin typeface="Roboto Light"/>
                  <a:ea typeface="Roboto Light"/>
                  <a:cs typeface="Roboto Light"/>
                </a:rPr>
                <a:t>BigQuery</a:t>
              </a:r>
              <a:r>
                <a:rPr lang="en-AU" sz="1000">
                  <a:latin typeface="Roboto Light"/>
                  <a:ea typeface="Roboto Light"/>
                  <a:cs typeface="Roboto Light"/>
                </a:rPr>
                <a:t>.</a:t>
              </a:r>
            </a:p>
            <a:p>
              <a:r>
                <a:rPr lang="en-AU" sz="1000">
                  <a:latin typeface="Roboto Light"/>
                  <a:ea typeface="Roboto Light"/>
                  <a:cs typeface="Roboto Light"/>
                </a:rPr>
                <a:t>Built SQL scripts to load data </a:t>
              </a:r>
              <a:r>
                <a:rPr lang="en-AU" sz="1000" err="1">
                  <a:latin typeface="Roboto Light"/>
                  <a:ea typeface="Roboto Light"/>
                  <a:cs typeface="Roboto Light"/>
                </a:rPr>
                <a:t>data</a:t>
              </a:r>
              <a:r>
                <a:rPr lang="en-AU" sz="1000">
                  <a:latin typeface="Roboto Light"/>
                  <a:ea typeface="Roboto Light"/>
                  <a:cs typeface="Roboto Light"/>
                </a:rPr>
                <a:t> from stage to target tables in </a:t>
              </a:r>
              <a:r>
                <a:rPr lang="en-AU" sz="1000" err="1">
                  <a:latin typeface="Roboto Light"/>
                  <a:ea typeface="Roboto Light"/>
                  <a:cs typeface="Roboto Light"/>
                </a:rPr>
                <a:t>BigQuery</a:t>
              </a:r>
              <a:r>
                <a:rPr lang="en-AU" sz="1000">
                  <a:latin typeface="Roboto Light"/>
                  <a:ea typeface="Roboto Light"/>
                  <a:cs typeface="Roboto Light"/>
                </a:rPr>
                <a:t>.</a:t>
              </a:r>
            </a:p>
            <a:p>
              <a:r>
                <a:rPr lang="en-AU" sz="1000"/>
                <a:t>Scheduled jobs in cloud composer using Airflow using various DAG operators and Python scripts</a:t>
              </a: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0913DE4-461D-CE43-AABC-C4B3D7D22F45}"/>
              </a:ext>
            </a:extLst>
          </p:cNvPr>
          <p:cNvCxnSpPr>
            <a:cxnSpLocks/>
          </p:cNvCxnSpPr>
          <p:nvPr/>
        </p:nvCxnSpPr>
        <p:spPr>
          <a:xfrm>
            <a:off x="3428144" y="1368540"/>
            <a:ext cx="0" cy="1573700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059F888-3BDF-A1C0-65E5-CB6FDD43D97C}"/>
              </a:ext>
            </a:extLst>
          </p:cNvPr>
          <p:cNvSpPr txBox="1"/>
          <p:nvPr/>
        </p:nvSpPr>
        <p:spPr>
          <a:xfrm>
            <a:off x="3335755" y="1019540"/>
            <a:ext cx="4782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Major Australian Logistics Organisation  – GCP Platform Engineer</a:t>
            </a:r>
          </a:p>
          <a:p>
            <a:endParaRPr lang="en-AU" sz="1200" b="1">
              <a:solidFill>
                <a:srgbClr val="0059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92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9DDFC6-124A-4859-BB62-4C7039BA48C0}">
  <ds:schemaRefs>
    <ds:schemaRef ds:uri="daf93972-1964-4522-aa34-640805a01c3a"/>
    <ds:schemaRef ds:uri="e52cd9e7-35e5-4bd3-9cab-ca6a63c31e5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EAAB431-6FA9-4678-BFEA-63CD1CAD6F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E7C6EB-E1FD-4EEE-9406-25803062C6BD}">
  <ds:schemaRefs>
    <ds:schemaRef ds:uri="daf93972-1964-4522-aa34-640805a01c3a"/>
    <ds:schemaRef ds:uri="e52cd9e7-35e5-4bd3-9cab-ca6a63c31e5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revision>1</cp:revision>
  <dcterms:created xsi:type="dcterms:W3CDTF">2019-12-03T01:50:37Z</dcterms:created>
  <dcterms:modified xsi:type="dcterms:W3CDTF">2024-09-18T03:18:15Z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