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  <p:sldId id="271" r:id="rId6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FF"/>
    <a:srgbClr val="ED7D31"/>
    <a:srgbClr val="A93584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5666A-1B6E-493B-6165-27A29B3084BC}" v="6" dt="2024-07-16T04:14:57.528"/>
    <p1510:client id="{A1F5D92C-D37E-4627-B3E7-317206829FD3}" v="2" dt="2024-07-16T05:06:37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98" d="100"/>
          <a:sy n="98" d="100"/>
        </p:scale>
        <p:origin x="2130" y="7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1EDF21DF-0908-4ACE-A04B-BB61F87FE3B8}"/>
    <pc:docChg chg="undo redo custSel modSld">
      <pc:chgData name="Darcy Roach" userId="ba676ee9-e9b4-49e8-a515-8077106c948d" providerId="ADAL" clId="{1EDF21DF-0908-4ACE-A04B-BB61F87FE3B8}" dt="2024-04-23T01:49:32.317" v="1438" actId="1076"/>
      <pc:docMkLst>
        <pc:docMk/>
      </pc:docMkLst>
      <pc:sldChg chg="addSp delSp modSp mod">
        <pc:chgData name="Darcy Roach" userId="ba676ee9-e9b4-49e8-a515-8077106c948d" providerId="ADAL" clId="{1EDF21DF-0908-4ACE-A04B-BB61F87FE3B8}" dt="2024-04-23T01:49:32.317" v="1438" actId="1076"/>
        <pc:sldMkLst>
          <pc:docMk/>
          <pc:sldMk cId="2009923557" sldId="270"/>
        </pc:sldMkLst>
        <pc:spChg chg="mod">
          <ac:chgData name="Darcy Roach" userId="ba676ee9-e9b4-49e8-a515-8077106c948d" providerId="ADAL" clId="{1EDF21DF-0908-4ACE-A04B-BB61F87FE3B8}" dt="2024-04-23T00:21:07.912" v="451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1EDF21DF-0908-4ACE-A04B-BB61F87FE3B8}" dt="2024-04-23T01:49:32.317" v="1438" actId="1076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1EDF21DF-0908-4ACE-A04B-BB61F87FE3B8}" dt="2024-04-23T01:47:53.620" v="1404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1EDF21DF-0908-4ACE-A04B-BB61F87FE3B8}" dt="2024-04-23T00:27:54.356" v="499" actId="14100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1EDF21DF-0908-4ACE-A04B-BB61F87FE3B8}" dt="2024-04-23T00:27:53.263" v="497" actId="14100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1EDF21DF-0908-4ACE-A04B-BB61F87FE3B8}" dt="2024-04-23T01:43:14.508" v="1368" actId="103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1EDF21DF-0908-4ACE-A04B-BB61F87FE3B8}" dt="2024-04-23T01:49:19.365" v="1437" actId="1076"/>
          <ac:spMkLst>
            <pc:docMk/>
            <pc:sldMk cId="2009923557" sldId="270"/>
            <ac:spMk id="14" creationId="{476A2B4B-DF73-B449-C876-B221F898C872}"/>
          </ac:spMkLst>
        </pc:spChg>
        <pc:spChg chg="mod">
          <ac:chgData name="Darcy Roach" userId="ba676ee9-e9b4-49e8-a515-8077106c948d" providerId="ADAL" clId="{1EDF21DF-0908-4ACE-A04B-BB61F87FE3B8}" dt="2024-04-23T01:43:14.508" v="1368" actId="103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1EDF21DF-0908-4ACE-A04B-BB61F87FE3B8}" dt="2024-04-23T00:27:53.787" v="498" actId="14100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1EDF21DF-0908-4ACE-A04B-BB61F87FE3B8}" dt="2024-04-23T01:43:14.508" v="1368" actId="1037"/>
          <ac:spMkLst>
            <pc:docMk/>
            <pc:sldMk cId="2009923557" sldId="270"/>
            <ac:spMk id="20" creationId="{716A87E2-F657-C1C6-3715-B7C8A7F1E050}"/>
          </ac:spMkLst>
        </pc:spChg>
        <pc:spChg chg="mod">
          <ac:chgData name="Darcy Roach" userId="ba676ee9-e9b4-49e8-a515-8077106c948d" providerId="ADAL" clId="{1EDF21DF-0908-4ACE-A04B-BB61F87FE3B8}" dt="2024-04-23T01:43:14.508" v="1368" actId="103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1EDF21DF-0908-4ACE-A04B-BB61F87FE3B8}" dt="2024-04-22T23:36:49.490" v="144" actId="1076"/>
          <ac:spMkLst>
            <pc:docMk/>
            <pc:sldMk cId="2009923557" sldId="270"/>
            <ac:spMk id="23" creationId="{5D7A612B-9DC7-1D9B-3085-CDB0F937FDB8}"/>
          </ac:spMkLst>
        </pc:spChg>
        <pc:spChg chg="mod">
          <ac:chgData name="Darcy Roach" userId="ba676ee9-e9b4-49e8-a515-8077106c948d" providerId="ADAL" clId="{1EDF21DF-0908-4ACE-A04B-BB61F87FE3B8}" dt="2024-04-23T01:49:32.317" v="1438" actId="1076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1EDF21DF-0908-4ACE-A04B-BB61F87FE3B8}" dt="2024-04-23T01:48:13.877" v="1436" actId="20577"/>
          <ac:spMkLst>
            <pc:docMk/>
            <pc:sldMk cId="2009923557" sldId="270"/>
            <ac:spMk id="28" creationId="{6059F888-3BDF-A1C0-65E5-CB6FDD43D97C}"/>
          </ac:spMkLst>
        </pc:spChg>
        <pc:spChg chg="add del mod">
          <ac:chgData name="Darcy Roach" userId="ba676ee9-e9b4-49e8-a515-8077106c948d" providerId="ADAL" clId="{1EDF21DF-0908-4ACE-A04B-BB61F87FE3B8}" dt="2024-04-23T01:43:00.004" v="1365" actId="478"/>
          <ac:spMkLst>
            <pc:docMk/>
            <pc:sldMk cId="2009923557" sldId="270"/>
            <ac:spMk id="31" creationId="{BD357D4E-E8CE-65D8-35D0-9909ACE35BFB}"/>
          </ac:spMkLst>
        </pc:spChg>
        <pc:spChg chg="mod">
          <ac:chgData name="Darcy Roach" userId="ba676ee9-e9b4-49e8-a515-8077106c948d" providerId="ADAL" clId="{1EDF21DF-0908-4ACE-A04B-BB61F87FE3B8}" dt="2024-04-23T01:17:41.320" v="706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1EDF21DF-0908-4ACE-A04B-BB61F87FE3B8}" dt="2024-04-23T01:41:30.157" v="1357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1EDF21DF-0908-4ACE-A04B-BB61F87FE3B8}" dt="2024-04-23T00:22:08.048" v="455" actId="1076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1EDF21DF-0908-4ACE-A04B-BB61F87FE3B8}" dt="2024-04-23T00:21:30.913" v="452" actId="107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1EDF21DF-0908-4ACE-A04B-BB61F87FE3B8}" dt="2024-04-23T00:21:47.203" v="454" actId="1076"/>
          <ac:grpSpMkLst>
            <pc:docMk/>
            <pc:sldMk cId="2009923557" sldId="270"/>
            <ac:grpSpMk id="34" creationId="{0BBEF8AB-50F3-A0AA-9946-9CFF5A8CFABB}"/>
          </ac:grpSpMkLst>
        </pc:grpChg>
        <pc:cxnChg chg="mod">
          <ac:chgData name="Darcy Roach" userId="ba676ee9-e9b4-49e8-a515-8077106c948d" providerId="ADAL" clId="{1EDF21DF-0908-4ACE-A04B-BB61F87FE3B8}" dt="2024-04-23T00:22:30.680" v="456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1EDF21DF-0908-4ACE-A04B-BB61F87FE3B8}" dt="2024-04-23T01:19:14.523" v="707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1EDF21DF-0908-4ACE-A04B-BB61F87FE3B8}" dt="2024-04-23T00:09:23.043" v="308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Andrew Nisbett" userId="S::andrew.nisbett@intelia.com.au::2cdcd649-906d-48e9-836a-3bd72dc5b482" providerId="AD" clId="Web-{6295666A-1B6E-493B-6165-27A29B3084BC}"/>
    <pc:docChg chg="modSld">
      <pc:chgData name="Andrew Nisbett" userId="S::andrew.nisbett@intelia.com.au::2cdcd649-906d-48e9-836a-3bd72dc5b482" providerId="AD" clId="Web-{6295666A-1B6E-493B-6165-27A29B3084BC}" dt="2024-07-16T04:14:55.013" v="1" actId="20577"/>
      <pc:docMkLst>
        <pc:docMk/>
      </pc:docMkLst>
      <pc:sldChg chg="modSp">
        <pc:chgData name="Andrew Nisbett" userId="S::andrew.nisbett@intelia.com.au::2cdcd649-906d-48e9-836a-3bd72dc5b482" providerId="AD" clId="Web-{6295666A-1B6E-493B-6165-27A29B3084BC}" dt="2024-07-16T04:14:55.013" v="1" actId="20577"/>
        <pc:sldMkLst>
          <pc:docMk/>
          <pc:sldMk cId="2009923557" sldId="270"/>
        </pc:sldMkLst>
        <pc:spChg chg="mod">
          <ac:chgData name="Andrew Nisbett" userId="S::andrew.nisbett@intelia.com.au::2cdcd649-906d-48e9-836a-3bd72dc5b482" providerId="AD" clId="Web-{6295666A-1B6E-493B-6165-27A29B3084BC}" dt="2024-07-16T04:14:55.013" v="1" actId="20577"/>
          <ac:spMkLst>
            <pc:docMk/>
            <pc:sldMk cId="2009923557" sldId="270"/>
            <ac:spMk id="175" creationId="{B9775FC7-7124-8CCA-9B1C-7CCD7D3DF384}"/>
          </ac:spMkLst>
        </pc:spChg>
      </pc:sldChg>
    </pc:docChg>
  </pc:docChgLst>
  <pc:docChgLst>
    <pc:chgData name="Andrew Nisbett" userId="2cdcd649-906d-48e9-836a-3bd72dc5b482" providerId="ADAL" clId="{A1F5D92C-D37E-4627-B3E7-317206829FD3}"/>
    <pc:docChg chg="undo custSel addSld modSld">
      <pc:chgData name="Andrew Nisbett" userId="2cdcd649-906d-48e9-836a-3bd72dc5b482" providerId="ADAL" clId="{A1F5D92C-D37E-4627-B3E7-317206829FD3}" dt="2024-07-16T05:06:37.472" v="122" actId="11530"/>
      <pc:docMkLst>
        <pc:docMk/>
      </pc:docMkLst>
      <pc:sldChg chg="modSp mod">
        <pc:chgData name="Andrew Nisbett" userId="2cdcd649-906d-48e9-836a-3bd72dc5b482" providerId="ADAL" clId="{A1F5D92C-D37E-4627-B3E7-317206829FD3}" dt="2024-07-16T04:27:33.470" v="118" actId="20577"/>
        <pc:sldMkLst>
          <pc:docMk/>
          <pc:sldMk cId="2009923557" sldId="270"/>
        </pc:sldMkLst>
        <pc:spChg chg="mod">
          <ac:chgData name="Andrew Nisbett" userId="2cdcd649-906d-48e9-836a-3bd72dc5b482" providerId="ADAL" clId="{A1F5D92C-D37E-4627-B3E7-317206829FD3}" dt="2024-07-16T04:27:07.115" v="109" actId="6549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Andrew Nisbett" userId="2cdcd649-906d-48e9-836a-3bd72dc5b482" providerId="ADAL" clId="{A1F5D92C-D37E-4627-B3E7-317206829FD3}" dt="2024-07-16T04:25:17.679" v="87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Andrew Nisbett" userId="2cdcd649-906d-48e9-836a-3bd72dc5b482" providerId="ADAL" clId="{A1F5D92C-D37E-4627-B3E7-317206829FD3}" dt="2024-07-16T04:27:33.470" v="118" actId="20577"/>
          <ac:spMkLst>
            <pc:docMk/>
            <pc:sldMk cId="2009923557" sldId="270"/>
            <ac:spMk id="26" creationId="{1A3D666D-00C8-D106-73C3-9FF300F8618C}"/>
          </ac:spMkLst>
        </pc:spChg>
      </pc:sldChg>
      <pc:sldChg chg="addSp delSp modSp new mod">
        <pc:chgData name="Andrew Nisbett" userId="2cdcd649-906d-48e9-836a-3bd72dc5b482" providerId="ADAL" clId="{A1F5D92C-D37E-4627-B3E7-317206829FD3}" dt="2024-07-16T05:06:37.472" v="122" actId="11530"/>
        <pc:sldMkLst>
          <pc:docMk/>
          <pc:sldMk cId="2491929864" sldId="271"/>
        </pc:sldMkLst>
        <pc:spChg chg="del">
          <ac:chgData name="Andrew Nisbett" userId="2cdcd649-906d-48e9-836a-3bd72dc5b482" providerId="ADAL" clId="{A1F5D92C-D37E-4627-B3E7-317206829FD3}" dt="2024-07-16T05:06:23.868" v="120" actId="478"/>
          <ac:spMkLst>
            <pc:docMk/>
            <pc:sldMk cId="2491929864" sldId="271"/>
            <ac:spMk id="2" creationId="{E31BE222-0778-F739-6BC1-CEF3A4AFE98B}"/>
          </ac:spMkLst>
        </pc:spChg>
        <pc:picChg chg="add mod">
          <ac:chgData name="Andrew Nisbett" userId="2cdcd649-906d-48e9-836a-3bd72dc5b482" providerId="ADAL" clId="{A1F5D92C-D37E-4627-B3E7-317206829FD3}" dt="2024-07-16T05:06:37.472" v="122" actId="11530"/>
          <ac:picMkLst>
            <pc:docMk/>
            <pc:sldMk cId="2491929864" sldId="271"/>
            <ac:picMk id="3" creationId="{5E601D2C-2273-BF79-2D4A-C07A8B7570B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96445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Sagarika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Hegde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6401" y="1578840"/>
            <a:ext cx="2960032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Sagarika is a Data Engineer with a robust background in cloud technologies, data analysis, and machine learning. Sagarika has hands-on experience in data engineering and deploying machine learning models on GCP.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Well-versed in data visualisation techniques, Sagarika is proficient in utilising tools such as Looker, Power BI, and Tableau for creating interactive dashboards and visually appealing reports, playing a key role in decision making. Sagarika also possesses strong communication and presentation skills, adept at conveying complex technical concepts to both technical and non-technical stakeholders. Sagarika's combination of technical expertise, analytical prowess, and effective communication makes her a valuable asset to any team seeking innovative solutions.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22843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11800" y="1000480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21890" y="5237965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98623"/>
            <a:ext cx="1510046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Looker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JavaScript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HTML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CSS/CSS3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</a:t>
            </a: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Vertex AI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48677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01996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885131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Tertiary Education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Real Estate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sz="1200" dirty="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C</a:t>
            </a:r>
            <a:r>
              <a:rPr lang="en-AU" sz="1200" dirty="0" err="1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onstruction</a:t>
            </a:r>
            <a:endParaRPr lang="en-GB" sz="1200" dirty="0" err="1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702222"/>
            <a:ext cx="1963972" cy="1869743"/>
            <a:chOff x="8106458" y="2681447"/>
            <a:chExt cx="1963972" cy="186974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1869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Master’s Degree –</a:t>
              </a:r>
              <a:r>
                <a:rPr lang="en-AU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Data Science, Deakin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Bachelor's Degree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Science, Computer Science, Mathematics &amp; Physics Maharani Lakshmi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5652279"/>
            <a:ext cx="4673655" cy="1735277"/>
            <a:chOff x="3335753" y="5068700"/>
            <a:chExt cx="4673655" cy="1735277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5" y="5326649"/>
              <a:ext cx="4581263" cy="1477328"/>
              <a:chOff x="5030740" y="2225627"/>
              <a:chExt cx="4893496" cy="147732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3" y="2225627"/>
                <a:ext cx="4864763" cy="147732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Conducted extensive quantitative research and established a practical experience building models and prototypes, designing, coding, using machine learning algorithms and data mining techniques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Combined </a:t>
                </a:r>
                <a:r>
                  <a:rPr lang="en-AU" sz="1000" dirty="0" err="1"/>
                  <a:t>BigML</a:t>
                </a:r>
                <a:r>
                  <a:rPr lang="en-AU" sz="1000" dirty="0"/>
                  <a:t>, sentiment analysis, and data analysis techniques, to assist in the development of python functions, manual web scraping, story-telling visualisation for Twitter data analysis and Informal Housing Practice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Assisted PhD candidates and postdoctoral research fellow in data collection, data cleaning, data analysis and statistical investigations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endParaRPr lang="en-AU" sz="1000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1242378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46512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Tertiary Education Organisation – Research Analyst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6" y="5698623"/>
            <a:ext cx="1502582" cy="161582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Gen AI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 Methodologies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39019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1203286"/>
            <a:ext cx="4618775" cy="1880587"/>
            <a:chOff x="3321267" y="1094557"/>
            <a:chExt cx="4618775" cy="188058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374831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4581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Australian Retail </a:t>
              </a:r>
              <a:r>
                <a:rPr lang="en-US" sz="1200" b="1" dirty="0" err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 – Data Engineer </a:t>
              </a:r>
            </a:p>
            <a:p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43928"/>
              <a:ext cx="4476081" cy="16312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Developed and implemented data ingestion pipelines from diverse sources into </a:t>
              </a:r>
              <a:r>
                <a:rPr lang="en-AU" sz="1000" dirty="0" err="1">
                  <a:solidFill>
                    <a:schemeClr val="bg1"/>
                  </a:solidFill>
                </a:rPr>
                <a:t>BigQuery</a:t>
              </a:r>
              <a:r>
                <a:rPr lang="en-AU" sz="1000" dirty="0">
                  <a:solidFill>
                    <a:schemeClr val="bg1"/>
                  </a:solidFill>
                </a:rPr>
                <a:t> using Cloud Dataflow and Cloud Storage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Implemented data quality checks and data validation processes within pipelines to ensure data integrity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Trained and deployed machine learning models using Vertex AI, GCP and Looker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Created interactive dashboards in Looker Studio for self-service data exploration and visually appealing reports to support data-driven decision-making across the organisation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endParaRPr lang="en-AU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3434587"/>
            <a:ext cx="4683934" cy="1863910"/>
            <a:chOff x="3303046" y="6194352"/>
            <a:chExt cx="4709988" cy="19790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4427756" cy="490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</a:t>
              </a:r>
              <a:r>
                <a:rPr lang="en-US" sz="1200" b="1" dirty="0" err="1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 Data Analyst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1731982"/>
              <a:chOff x="5023753" y="4494578"/>
              <a:chExt cx="4757437" cy="173198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1731982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Analysed and converted raw data into actionable insights by gathering, cleaning, and classifying data from multiple sources</a:t>
                </a:r>
              </a:p>
              <a:p>
                <a:r>
                  <a:rPr lang="en-AU" sz="1000" dirty="0"/>
                  <a:t>Developed various Power BI analytical dashboards to support tracking, monitoring and forecasting various financial metrics</a:t>
                </a:r>
              </a:p>
              <a:p>
                <a:r>
                  <a:rPr lang="en-AU" sz="1000" dirty="0"/>
                  <a:t>Strong exposure on procurement analysis and sourcing methodologies by facilitating procurement functions using tools like SAP Ariba, processed the data into visual insights using Power BI</a:t>
                </a:r>
              </a:p>
              <a:p>
                <a:r>
                  <a:rPr lang="en-AU" sz="1000" dirty="0"/>
                  <a:t>Understanding the requirements of the stakeholders and delivering the reports weekly, monthly, and quarterly basis</a:t>
                </a:r>
              </a:p>
              <a:p>
                <a:endParaRPr lang="en-AU" sz="1000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403660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01D2C-2273-BF79-2D4A-C07A8B757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885950"/>
            <a:ext cx="4000500" cy="40005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91929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ED3751-8046-450E-BBF0-0C652FE3CD2B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e52cd9e7-35e5-4bd3-9cab-ca6a63c31e52"/>
    <ds:schemaRef ds:uri="daf93972-1964-4522-aa34-640805a01c3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5C7165-DE77-46BA-BF37-FA75C4C142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21778</TotalTime>
  <Words>449</Words>
  <Application>Microsoft Office PowerPoint</Application>
  <PresentationFormat>Custom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Andrew Nisbett</cp:lastModifiedBy>
  <cp:revision>102</cp:revision>
  <dcterms:created xsi:type="dcterms:W3CDTF">2019-12-03T01:50:37Z</dcterms:created>
  <dcterms:modified xsi:type="dcterms:W3CDTF">2024-07-16T05:06:43Z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