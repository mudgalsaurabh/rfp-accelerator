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68"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9FF"/>
    <a:srgbClr val="A93584"/>
    <a:srgbClr val="ED7D31"/>
    <a:srgbClr val="00AB80"/>
    <a:srgbClr val="0F2B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03BFFC-DDC9-4C50-9874-F8DB15D5554E}" v="2" dt="2024-06-14T05:34:54.5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878" y="9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2603BFFC-DDC9-4C50-9874-F8DB15D5554E}"/>
    <pc:docChg chg="undo custSel modSld">
      <pc:chgData name="Darcy Roach" userId="ba676ee9-e9b4-49e8-a515-8077106c948d" providerId="ADAL" clId="{2603BFFC-DDC9-4C50-9874-F8DB15D5554E}" dt="2024-06-14T05:34:54.579" v="56"/>
      <pc:docMkLst>
        <pc:docMk/>
      </pc:docMkLst>
      <pc:sldChg chg="addSp delSp modSp mod">
        <pc:chgData name="Darcy Roach" userId="ba676ee9-e9b4-49e8-a515-8077106c948d" providerId="ADAL" clId="{2603BFFC-DDC9-4C50-9874-F8DB15D5554E}" dt="2024-06-14T05:34:54.579" v="56"/>
        <pc:sldMkLst>
          <pc:docMk/>
          <pc:sldMk cId="292016949" sldId="268"/>
        </pc:sldMkLst>
        <pc:spChg chg="add mod">
          <ac:chgData name="Darcy Roach" userId="ba676ee9-e9b4-49e8-a515-8077106c948d" providerId="ADAL" clId="{2603BFFC-DDC9-4C50-9874-F8DB15D5554E}" dt="2024-06-14T05:34:20.193" v="55"/>
          <ac:spMkLst>
            <pc:docMk/>
            <pc:sldMk cId="292016949" sldId="268"/>
            <ac:spMk id="4" creationId="{0CA1106F-7AEC-25A1-55A8-188EDF5EED3E}"/>
          </ac:spMkLst>
        </pc:spChg>
        <pc:spChg chg="del">
          <ac:chgData name="Darcy Roach" userId="ba676ee9-e9b4-49e8-a515-8077106c948d" providerId="ADAL" clId="{2603BFFC-DDC9-4C50-9874-F8DB15D5554E}" dt="2024-06-14T05:33:19.071" v="52" actId="478"/>
          <ac:spMkLst>
            <pc:docMk/>
            <pc:sldMk cId="292016949" sldId="268"/>
            <ac:spMk id="6" creationId="{FE102C7F-1F1D-0989-61CD-B5126F3F8857}"/>
          </ac:spMkLst>
        </pc:spChg>
        <pc:spChg chg="del">
          <ac:chgData name="Darcy Roach" userId="ba676ee9-e9b4-49e8-a515-8077106c948d" providerId="ADAL" clId="{2603BFFC-DDC9-4C50-9874-F8DB15D5554E}" dt="2024-06-14T05:33:09.141" v="51" actId="478"/>
          <ac:spMkLst>
            <pc:docMk/>
            <pc:sldMk cId="292016949" sldId="268"/>
            <ac:spMk id="8" creationId="{5378BEBA-11D6-0B3D-DC18-B5E5F41F753F}"/>
          </ac:spMkLst>
        </pc:spChg>
        <pc:spChg chg="mod">
          <ac:chgData name="Darcy Roach" userId="ba676ee9-e9b4-49e8-a515-8077106c948d" providerId="ADAL" clId="{2603BFFC-DDC9-4C50-9874-F8DB15D5554E}" dt="2024-06-14T05:34:20.193" v="55"/>
          <ac:spMkLst>
            <pc:docMk/>
            <pc:sldMk cId="292016949" sldId="268"/>
            <ac:spMk id="12" creationId="{A66396D8-FB35-5C0A-F8E9-453C263854BF}"/>
          </ac:spMkLst>
        </pc:spChg>
        <pc:spChg chg="add mod">
          <ac:chgData name="Darcy Roach" userId="ba676ee9-e9b4-49e8-a515-8077106c948d" providerId="ADAL" clId="{2603BFFC-DDC9-4C50-9874-F8DB15D5554E}" dt="2024-06-14T05:34:20.193" v="55"/>
          <ac:spMkLst>
            <pc:docMk/>
            <pc:sldMk cId="292016949" sldId="268"/>
            <ac:spMk id="16" creationId="{BED88831-66E6-E9EC-E1A5-875B0478B9C5}"/>
          </ac:spMkLst>
        </pc:spChg>
        <pc:spChg chg="del">
          <ac:chgData name="Darcy Roach" userId="ba676ee9-e9b4-49e8-a515-8077106c948d" providerId="ADAL" clId="{2603BFFC-DDC9-4C50-9874-F8DB15D5554E}" dt="2024-06-14T05:33:09.141" v="51" actId="478"/>
          <ac:spMkLst>
            <pc:docMk/>
            <pc:sldMk cId="292016949" sldId="268"/>
            <ac:spMk id="17" creationId="{1BDE5051-9F34-F139-742D-4450E5D6591E}"/>
          </ac:spMkLst>
        </pc:spChg>
        <pc:spChg chg="add mod">
          <ac:chgData name="Darcy Roach" userId="ba676ee9-e9b4-49e8-a515-8077106c948d" providerId="ADAL" clId="{2603BFFC-DDC9-4C50-9874-F8DB15D5554E}" dt="2024-06-14T05:34:20.193" v="55"/>
          <ac:spMkLst>
            <pc:docMk/>
            <pc:sldMk cId="292016949" sldId="268"/>
            <ac:spMk id="18" creationId="{58BF8C21-ED5A-BA0E-18B1-1DE2682A5497}"/>
          </ac:spMkLst>
        </pc:spChg>
        <pc:spChg chg="mod">
          <ac:chgData name="Darcy Roach" userId="ba676ee9-e9b4-49e8-a515-8077106c948d" providerId="ADAL" clId="{2603BFFC-DDC9-4C50-9874-F8DB15D5554E}" dt="2024-06-12T23:58:36.698" v="50" actId="20577"/>
          <ac:spMkLst>
            <pc:docMk/>
            <pc:sldMk cId="292016949" sldId="268"/>
            <ac:spMk id="24" creationId="{1BAD424A-308C-120B-DF92-6DD8E35ABEC9}"/>
          </ac:spMkLst>
        </pc:spChg>
        <pc:spChg chg="mod">
          <ac:chgData name="Darcy Roach" userId="ba676ee9-e9b4-49e8-a515-8077106c948d" providerId="ADAL" clId="{2603BFFC-DDC9-4C50-9874-F8DB15D5554E}" dt="2024-06-14T05:34:20.193" v="55"/>
          <ac:spMkLst>
            <pc:docMk/>
            <pc:sldMk cId="292016949" sldId="268"/>
            <ac:spMk id="28" creationId="{40710181-8A8D-B1D8-4355-3623991D3D91}"/>
          </ac:spMkLst>
        </pc:spChg>
        <pc:spChg chg="mod">
          <ac:chgData name="Darcy Roach" userId="ba676ee9-e9b4-49e8-a515-8077106c948d" providerId="ADAL" clId="{2603BFFC-DDC9-4C50-9874-F8DB15D5554E}" dt="2024-06-14T05:34:20.193" v="55"/>
          <ac:spMkLst>
            <pc:docMk/>
            <pc:sldMk cId="292016949" sldId="268"/>
            <ac:spMk id="32" creationId="{0F249814-33C0-B670-218F-31302BFE2960}"/>
          </ac:spMkLst>
        </pc:spChg>
        <pc:spChg chg="del mod">
          <ac:chgData name="Darcy Roach" userId="ba676ee9-e9b4-49e8-a515-8077106c948d" providerId="ADAL" clId="{2603BFFC-DDC9-4C50-9874-F8DB15D5554E}" dt="2024-06-14T05:33:24.790" v="53" actId="478"/>
          <ac:spMkLst>
            <pc:docMk/>
            <pc:sldMk cId="292016949" sldId="268"/>
            <ac:spMk id="38" creationId="{AB47A2EE-BF0B-DB05-8B7C-DB6594B2B3D5}"/>
          </ac:spMkLst>
        </pc:spChg>
        <pc:spChg chg="del">
          <ac:chgData name="Darcy Roach" userId="ba676ee9-e9b4-49e8-a515-8077106c948d" providerId="ADAL" clId="{2603BFFC-DDC9-4C50-9874-F8DB15D5554E}" dt="2024-06-14T05:33:29.173" v="54" actId="478"/>
          <ac:spMkLst>
            <pc:docMk/>
            <pc:sldMk cId="292016949" sldId="268"/>
            <ac:spMk id="39" creationId="{3EA81938-6A76-B850-B0E8-A5F905AEBA98}"/>
          </ac:spMkLst>
        </pc:spChg>
        <pc:spChg chg="mod">
          <ac:chgData name="Darcy Roach" userId="ba676ee9-e9b4-49e8-a515-8077106c948d" providerId="ADAL" clId="{2603BFFC-DDC9-4C50-9874-F8DB15D5554E}" dt="2024-06-14T05:34:20.193" v="55"/>
          <ac:spMkLst>
            <pc:docMk/>
            <pc:sldMk cId="292016949" sldId="268"/>
            <ac:spMk id="41" creationId="{43CC98C9-C464-89B7-6A99-A5273F6259AB}"/>
          </ac:spMkLst>
        </pc:spChg>
        <pc:spChg chg="mod">
          <ac:chgData name="Darcy Roach" userId="ba676ee9-e9b4-49e8-a515-8077106c948d" providerId="ADAL" clId="{2603BFFC-DDC9-4C50-9874-F8DB15D5554E}" dt="2024-06-14T05:34:20.193" v="55"/>
          <ac:spMkLst>
            <pc:docMk/>
            <pc:sldMk cId="292016949" sldId="268"/>
            <ac:spMk id="42" creationId="{3534AD08-B109-DFDF-B2BE-31CEBA74C899}"/>
          </ac:spMkLst>
        </pc:spChg>
        <pc:spChg chg="mod">
          <ac:chgData name="Darcy Roach" userId="ba676ee9-e9b4-49e8-a515-8077106c948d" providerId="ADAL" clId="{2603BFFC-DDC9-4C50-9874-F8DB15D5554E}" dt="2024-06-12T23:58:06.644" v="43" actId="20577"/>
          <ac:spMkLst>
            <pc:docMk/>
            <pc:sldMk cId="292016949" sldId="268"/>
            <ac:spMk id="43" creationId="{5AE70BC2-3A17-35DF-2422-F1E3B2EAD633}"/>
          </ac:spMkLst>
        </pc:spChg>
        <pc:spChg chg="add mod">
          <ac:chgData name="Darcy Roach" userId="ba676ee9-e9b4-49e8-a515-8077106c948d" providerId="ADAL" clId="{2603BFFC-DDC9-4C50-9874-F8DB15D5554E}" dt="2024-06-14T05:34:20.193" v="55"/>
          <ac:spMkLst>
            <pc:docMk/>
            <pc:sldMk cId="292016949" sldId="268"/>
            <ac:spMk id="45" creationId="{557D6438-C644-FAAE-4B96-313C24B3C21B}"/>
          </ac:spMkLst>
        </pc:spChg>
        <pc:spChg chg="add mod">
          <ac:chgData name="Darcy Roach" userId="ba676ee9-e9b4-49e8-a515-8077106c948d" providerId="ADAL" clId="{2603BFFC-DDC9-4C50-9874-F8DB15D5554E}" dt="2024-06-14T05:34:20.193" v="55"/>
          <ac:spMkLst>
            <pc:docMk/>
            <pc:sldMk cId="292016949" sldId="268"/>
            <ac:spMk id="46" creationId="{08888713-B39B-A29F-7CEF-D59A3FF8E3F5}"/>
          </ac:spMkLst>
        </pc:spChg>
        <pc:spChg chg="add mod">
          <ac:chgData name="Darcy Roach" userId="ba676ee9-e9b4-49e8-a515-8077106c948d" providerId="ADAL" clId="{2603BFFC-DDC9-4C50-9874-F8DB15D5554E}" dt="2024-06-14T05:34:54.579" v="56"/>
          <ac:spMkLst>
            <pc:docMk/>
            <pc:sldMk cId="292016949" sldId="268"/>
            <ac:spMk id="47" creationId="{623A5386-B590-F059-8B85-485C3E1D1E72}"/>
          </ac:spMkLst>
        </pc:spChg>
        <pc:spChg chg="del">
          <ac:chgData name="Darcy Roach" userId="ba676ee9-e9b4-49e8-a515-8077106c948d" providerId="ADAL" clId="{2603BFFC-DDC9-4C50-9874-F8DB15D5554E}" dt="2024-06-14T05:33:24.790" v="53" actId="478"/>
          <ac:spMkLst>
            <pc:docMk/>
            <pc:sldMk cId="292016949" sldId="268"/>
            <ac:spMk id="175" creationId="{B9775FC7-7124-8CCA-9B1C-7CCD7D3DF384}"/>
          </ac:spMkLst>
        </pc:spChg>
        <pc:grpChg chg="add mod">
          <ac:chgData name="Darcy Roach" userId="ba676ee9-e9b4-49e8-a515-8077106c948d" providerId="ADAL" clId="{2603BFFC-DDC9-4C50-9874-F8DB15D5554E}" dt="2024-06-14T05:34:20.193" v="55"/>
          <ac:grpSpMkLst>
            <pc:docMk/>
            <pc:sldMk cId="292016949" sldId="268"/>
            <ac:grpSpMk id="9" creationId="{0FCF0E79-8C1B-C602-4BED-4BB3DEAA36BB}"/>
          </ac:grpSpMkLst>
        </pc:grpChg>
        <pc:grpChg chg="add mod">
          <ac:chgData name="Darcy Roach" userId="ba676ee9-e9b4-49e8-a515-8077106c948d" providerId="ADAL" clId="{2603BFFC-DDC9-4C50-9874-F8DB15D5554E}" dt="2024-06-14T05:34:20.193" v="55"/>
          <ac:grpSpMkLst>
            <pc:docMk/>
            <pc:sldMk cId="292016949" sldId="268"/>
            <ac:grpSpMk id="19" creationId="{B5F41F4C-D94E-5412-64EB-C01EF08F3FC7}"/>
          </ac:grpSpMkLst>
        </pc:grpChg>
        <pc:grpChg chg="mod">
          <ac:chgData name="Darcy Roach" userId="ba676ee9-e9b4-49e8-a515-8077106c948d" providerId="ADAL" clId="{2603BFFC-DDC9-4C50-9874-F8DB15D5554E}" dt="2024-06-14T05:34:20.193" v="55"/>
          <ac:grpSpMkLst>
            <pc:docMk/>
            <pc:sldMk cId="292016949" sldId="268"/>
            <ac:grpSpMk id="27" creationId="{9390D72A-5A5C-8A29-8C67-C702BD18EE15}"/>
          </ac:grpSpMkLst>
        </pc:grpChg>
        <pc:grpChg chg="del">
          <ac:chgData name="Darcy Roach" userId="ba676ee9-e9b4-49e8-a515-8077106c948d" providerId="ADAL" clId="{2603BFFC-DDC9-4C50-9874-F8DB15D5554E}" dt="2024-06-14T05:33:19.071" v="52" actId="478"/>
          <ac:grpSpMkLst>
            <pc:docMk/>
            <pc:sldMk cId="292016949" sldId="268"/>
            <ac:grpSpMk id="30" creationId="{19C14870-F6BB-078B-7C68-792508A71E4D}"/>
          </ac:grpSpMkLst>
        </pc:grpChg>
        <pc:grpChg chg="del">
          <ac:chgData name="Darcy Roach" userId="ba676ee9-e9b4-49e8-a515-8077106c948d" providerId="ADAL" clId="{2603BFFC-DDC9-4C50-9874-F8DB15D5554E}" dt="2024-06-14T05:33:19.071" v="52" actId="478"/>
          <ac:grpSpMkLst>
            <pc:docMk/>
            <pc:sldMk cId="292016949" sldId="268"/>
            <ac:grpSpMk id="31" creationId="{2262FFE0-A8C6-D633-5F6D-ED5E235F1EA6}"/>
          </ac:grpSpMkLst>
        </pc:grpChg>
        <pc:grpChg chg="add mod">
          <ac:chgData name="Darcy Roach" userId="ba676ee9-e9b4-49e8-a515-8077106c948d" providerId="ADAL" clId="{2603BFFC-DDC9-4C50-9874-F8DB15D5554E}" dt="2024-06-14T05:34:20.193" v="55"/>
          <ac:grpSpMkLst>
            <pc:docMk/>
            <pc:sldMk cId="292016949" sldId="268"/>
            <ac:grpSpMk id="36" creationId="{D743579E-5672-6DC2-35A5-2DED215E734F}"/>
          </ac:grpSpMkLst>
        </pc:grpChg>
        <pc:grpChg chg="mod">
          <ac:chgData name="Darcy Roach" userId="ba676ee9-e9b4-49e8-a515-8077106c948d" providerId="ADAL" clId="{2603BFFC-DDC9-4C50-9874-F8DB15D5554E}" dt="2024-06-14T05:34:20.193" v="55"/>
          <ac:grpSpMkLst>
            <pc:docMk/>
            <pc:sldMk cId="292016949" sldId="268"/>
            <ac:grpSpMk id="37" creationId="{677A5904-A083-26DE-C58A-67397B13F721}"/>
          </ac:grpSpMkLst>
        </pc:grpChg>
        <pc:grpChg chg="del">
          <ac:chgData name="Darcy Roach" userId="ba676ee9-e9b4-49e8-a515-8077106c948d" providerId="ADAL" clId="{2603BFFC-DDC9-4C50-9874-F8DB15D5554E}" dt="2024-06-14T05:33:19.071" v="52" actId="478"/>
          <ac:grpSpMkLst>
            <pc:docMk/>
            <pc:sldMk cId="292016949" sldId="268"/>
            <ac:grpSpMk id="164" creationId="{AB1799DB-B678-3998-8331-A348F8BB0376}"/>
          </ac:grpSpMkLst>
        </pc:grpChg>
        <pc:cxnChg chg="mod">
          <ac:chgData name="Darcy Roach" userId="ba676ee9-e9b4-49e8-a515-8077106c948d" providerId="ADAL" clId="{2603BFFC-DDC9-4C50-9874-F8DB15D5554E}" dt="2024-06-14T05:34:20.193" v="55"/>
          <ac:cxnSpMkLst>
            <pc:docMk/>
            <pc:sldMk cId="292016949" sldId="268"/>
            <ac:cxnSpMk id="14" creationId="{FEBE86C6-C118-6CC2-068C-9B2E10977CA7}"/>
          </ac:cxnSpMkLst>
        </pc:cxnChg>
        <pc:cxnChg chg="mod">
          <ac:chgData name="Darcy Roach" userId="ba676ee9-e9b4-49e8-a515-8077106c948d" providerId="ADAL" clId="{2603BFFC-DDC9-4C50-9874-F8DB15D5554E}" dt="2024-06-14T05:34:20.193" v="55"/>
          <ac:cxnSpMkLst>
            <pc:docMk/>
            <pc:sldMk cId="292016949" sldId="268"/>
            <ac:cxnSpMk id="35" creationId="{36892423-C7ED-E20D-EE03-3E4185823836}"/>
          </ac:cxnSpMkLst>
        </pc:cxnChg>
        <pc:cxnChg chg="del">
          <ac:chgData name="Darcy Roach" userId="ba676ee9-e9b4-49e8-a515-8077106c948d" providerId="ADAL" clId="{2603BFFC-DDC9-4C50-9874-F8DB15D5554E}" dt="2024-06-14T05:33:29.173" v="54" actId="478"/>
          <ac:cxnSpMkLst>
            <pc:docMk/>
            <pc:sldMk cId="292016949" sldId="268"/>
            <ac:cxnSpMk id="40" creationId="{872A9DC1-BA60-5A54-0907-130AE22B314D}"/>
          </ac:cxnSpMkLst>
        </pc:cxnChg>
        <pc:cxnChg chg="mod">
          <ac:chgData name="Darcy Roach" userId="ba676ee9-e9b4-49e8-a515-8077106c948d" providerId="ADAL" clId="{2603BFFC-DDC9-4C50-9874-F8DB15D5554E}" dt="2024-06-14T05:34:20.193" v="55"/>
          <ac:cxnSpMkLst>
            <pc:docMk/>
            <pc:sldMk cId="292016949" sldId="268"/>
            <ac:cxnSpMk id="44" creationId="{C0EF4CAA-5099-AB18-442D-44AA814D04CD}"/>
          </ac:cxnSpMkLst>
        </pc:cxnChg>
        <pc:cxnChg chg="add mod">
          <ac:chgData name="Darcy Roach" userId="ba676ee9-e9b4-49e8-a515-8077106c948d" providerId="ADAL" clId="{2603BFFC-DDC9-4C50-9874-F8DB15D5554E}" dt="2024-06-14T05:34:54.579" v="56"/>
          <ac:cxnSpMkLst>
            <pc:docMk/>
            <pc:sldMk cId="292016949" sldId="268"/>
            <ac:cxnSpMk id="48" creationId="{754030A1-24B1-1BF9-AEF3-3F9F443F8EA5}"/>
          </ac:cxnSpMkLst>
        </pc:cxnChg>
        <pc:cxnChg chg="mod">
          <ac:chgData name="Darcy Roach" userId="ba676ee9-e9b4-49e8-a515-8077106c948d" providerId="ADAL" clId="{2603BFFC-DDC9-4C50-9874-F8DB15D5554E}" dt="2024-06-12T23:53:48.277" v="0" actId="14100"/>
          <ac:cxnSpMkLst>
            <pc:docMk/>
            <pc:sldMk cId="292016949" sldId="268"/>
            <ac:cxnSpMk id="170" creationId="{0D51728F-48BB-14BB-256E-5F0C0284BCDF}"/>
          </ac:cxnSpMkLst>
        </pc:cxnChg>
      </pc:sldChg>
    </pc:docChg>
  </pc:docChgLst>
  <pc:docChgLst>
    <pc:chgData name="Darcy Roach" userId="ba676ee9-e9b4-49e8-a515-8077106c948d" providerId="ADAL" clId="{1463E48F-F7A5-4F7E-A884-A2A142803C1A}"/>
    <pc:docChg chg="undo custSel modSld">
      <pc:chgData name="Darcy Roach" userId="ba676ee9-e9b4-49e8-a515-8077106c948d" providerId="ADAL" clId="{1463E48F-F7A5-4F7E-A884-A2A142803C1A}" dt="2023-03-29T05:35:41.905" v="281" actId="1076"/>
      <pc:docMkLst>
        <pc:docMk/>
      </pc:docMkLst>
      <pc:sldChg chg="addSp delSp modSp mod">
        <pc:chgData name="Darcy Roach" userId="ba676ee9-e9b4-49e8-a515-8077106c948d" providerId="ADAL" clId="{1463E48F-F7A5-4F7E-A884-A2A142803C1A}" dt="2023-03-29T05:35:41.905" v="281" actId="1076"/>
        <pc:sldMkLst>
          <pc:docMk/>
          <pc:sldMk cId="292016949" sldId="268"/>
        </pc:sldMkLst>
        <pc:spChg chg="mod">
          <ac:chgData name="Darcy Roach" userId="ba676ee9-e9b4-49e8-a515-8077106c948d" providerId="ADAL" clId="{1463E48F-F7A5-4F7E-A884-A2A142803C1A}" dt="2023-03-29T05:35:26.583" v="280" actId="164"/>
          <ac:spMkLst>
            <pc:docMk/>
            <pc:sldMk cId="292016949" sldId="268"/>
            <ac:spMk id="2" creationId="{2FA774CA-3857-9308-4D38-9414B0CC2B95}"/>
          </ac:spMkLst>
        </pc:spChg>
        <pc:spChg chg="mod">
          <ac:chgData name="Darcy Roach" userId="ba676ee9-e9b4-49e8-a515-8077106c948d" providerId="ADAL" clId="{1463E48F-F7A5-4F7E-A884-A2A142803C1A}" dt="2023-03-29T05:35:14.154" v="278" actId="164"/>
          <ac:spMkLst>
            <pc:docMk/>
            <pc:sldMk cId="292016949" sldId="268"/>
            <ac:spMk id="5" creationId="{1156201D-F47E-A484-2560-BAADA147ACDB}"/>
          </ac:spMkLst>
        </pc:spChg>
        <pc:spChg chg="mod">
          <ac:chgData name="Darcy Roach" userId="ba676ee9-e9b4-49e8-a515-8077106c948d" providerId="ADAL" clId="{1463E48F-F7A5-4F7E-A884-A2A142803C1A}" dt="2023-03-29T05:32:19.546" v="242" actId="20577"/>
          <ac:spMkLst>
            <pc:docMk/>
            <pc:sldMk cId="292016949" sldId="268"/>
            <ac:spMk id="6" creationId="{FE102C7F-1F1D-0989-61CD-B5126F3F8857}"/>
          </ac:spMkLst>
        </pc:spChg>
        <pc:spChg chg="add mod">
          <ac:chgData name="Darcy Roach" userId="ba676ee9-e9b4-49e8-a515-8077106c948d" providerId="ADAL" clId="{1463E48F-F7A5-4F7E-A884-A2A142803C1A}" dt="2023-03-29T05:11:58.230" v="5" actId="1076"/>
          <ac:spMkLst>
            <pc:docMk/>
            <pc:sldMk cId="292016949" sldId="268"/>
            <ac:spMk id="8" creationId="{5378BEBA-11D6-0B3D-DC18-B5E5F41F753F}"/>
          </ac:spMkLst>
        </pc:spChg>
        <pc:spChg chg="add del mod">
          <ac:chgData name="Darcy Roach" userId="ba676ee9-e9b4-49e8-a515-8077106c948d" providerId="ADAL" clId="{1463E48F-F7A5-4F7E-A884-A2A142803C1A}" dt="2023-03-29T05:22:52.066" v="73" actId="478"/>
          <ac:spMkLst>
            <pc:docMk/>
            <pc:sldMk cId="292016949" sldId="268"/>
            <ac:spMk id="9" creationId="{0890D1E4-BBFA-B88C-812D-DBA14B798799}"/>
          </ac:spMkLst>
        </pc:spChg>
        <pc:spChg chg="mod">
          <ac:chgData name="Darcy Roach" userId="ba676ee9-e9b4-49e8-a515-8077106c948d" providerId="ADAL" clId="{1463E48F-F7A5-4F7E-A884-A2A142803C1A}" dt="2023-03-29T05:11:36.424" v="0" actId="21"/>
          <ac:spMkLst>
            <pc:docMk/>
            <pc:sldMk cId="292016949" sldId="268"/>
            <ac:spMk id="17" creationId="{1BDE5051-9F34-F139-742D-4450E5D6591E}"/>
          </ac:spMkLst>
        </pc:spChg>
        <pc:spChg chg="add mod">
          <ac:chgData name="Darcy Roach" userId="ba676ee9-e9b4-49e8-a515-8077106c948d" providerId="ADAL" clId="{1463E48F-F7A5-4F7E-A884-A2A142803C1A}" dt="2023-03-29T05:33:04.537" v="267"/>
          <ac:spMkLst>
            <pc:docMk/>
            <pc:sldMk cId="292016949" sldId="268"/>
            <ac:spMk id="21" creationId="{A578FEE8-8C19-8665-3283-8CC554270635}"/>
          </ac:spMkLst>
        </pc:spChg>
        <pc:spChg chg="mod">
          <ac:chgData name="Darcy Roach" userId="ba676ee9-e9b4-49e8-a515-8077106c948d" providerId="ADAL" clId="{1463E48F-F7A5-4F7E-A884-A2A142803C1A}" dt="2023-03-29T05:33:13.762" v="268" actId="1076"/>
          <ac:spMkLst>
            <pc:docMk/>
            <pc:sldMk cId="292016949" sldId="268"/>
            <ac:spMk id="26" creationId="{1A3D666D-00C8-D106-73C3-9FF300F8618C}"/>
          </ac:spMkLst>
        </pc:spChg>
        <pc:spChg chg="mod">
          <ac:chgData name="Darcy Roach" userId="ba676ee9-e9b4-49e8-a515-8077106c948d" providerId="ADAL" clId="{1463E48F-F7A5-4F7E-A884-A2A142803C1A}" dt="2023-03-29T05:32:38.734" v="255" actId="1076"/>
          <ac:spMkLst>
            <pc:docMk/>
            <pc:sldMk cId="292016949" sldId="268"/>
            <ac:spMk id="38" creationId="{AB47A2EE-BF0B-DB05-8B7C-DB6594B2B3D5}"/>
          </ac:spMkLst>
        </pc:spChg>
        <pc:spChg chg="mod">
          <ac:chgData name="Darcy Roach" userId="ba676ee9-e9b4-49e8-a515-8077106c948d" providerId="ADAL" clId="{1463E48F-F7A5-4F7E-A884-A2A142803C1A}" dt="2023-03-29T05:32:38.734" v="255" actId="1076"/>
          <ac:spMkLst>
            <pc:docMk/>
            <pc:sldMk cId="292016949" sldId="268"/>
            <ac:spMk id="39" creationId="{3EA81938-6A76-B850-B0E8-A5F905AEBA98}"/>
          </ac:spMkLst>
        </pc:spChg>
        <pc:spChg chg="mod">
          <ac:chgData name="Darcy Roach" userId="ba676ee9-e9b4-49e8-a515-8077106c948d" providerId="ADAL" clId="{1463E48F-F7A5-4F7E-A884-A2A142803C1A}" dt="2023-03-29T05:33:13.762" v="268" actId="1076"/>
          <ac:spMkLst>
            <pc:docMk/>
            <pc:sldMk cId="292016949" sldId="268"/>
            <ac:spMk id="57" creationId="{864E5747-5E1E-FC22-4333-19623D15B478}"/>
          </ac:spMkLst>
        </pc:spChg>
        <pc:spChg chg="mod">
          <ac:chgData name="Darcy Roach" userId="ba676ee9-e9b4-49e8-a515-8077106c948d" providerId="ADAL" clId="{1463E48F-F7A5-4F7E-A884-A2A142803C1A}" dt="2023-03-29T05:32:45.567" v="266" actId="20577"/>
          <ac:spMkLst>
            <pc:docMk/>
            <pc:sldMk cId="292016949" sldId="268"/>
            <ac:spMk id="175" creationId="{B9775FC7-7124-8CCA-9B1C-7CCD7D3DF384}"/>
          </ac:spMkLst>
        </pc:spChg>
        <pc:grpChg chg="add mod">
          <ac:chgData name="Darcy Roach" userId="ba676ee9-e9b4-49e8-a515-8077106c948d" providerId="ADAL" clId="{1463E48F-F7A5-4F7E-A884-A2A142803C1A}" dt="2023-03-29T05:35:19.511" v="279" actId="1076"/>
          <ac:grpSpMkLst>
            <pc:docMk/>
            <pc:sldMk cId="292016949" sldId="268"/>
            <ac:grpSpMk id="30" creationId="{19C14870-F6BB-078B-7C68-792508A71E4D}"/>
          </ac:grpSpMkLst>
        </pc:grpChg>
        <pc:grpChg chg="add mod">
          <ac:chgData name="Darcy Roach" userId="ba676ee9-e9b4-49e8-a515-8077106c948d" providerId="ADAL" clId="{1463E48F-F7A5-4F7E-A884-A2A142803C1A}" dt="2023-03-29T05:35:41.905" v="281" actId="1076"/>
          <ac:grpSpMkLst>
            <pc:docMk/>
            <pc:sldMk cId="292016949" sldId="268"/>
            <ac:grpSpMk id="31" creationId="{2262FFE0-A8C6-D633-5F6D-ED5E235F1EA6}"/>
          </ac:grpSpMkLst>
        </pc:grpChg>
        <pc:grpChg chg="mod">
          <ac:chgData name="Darcy Roach" userId="ba676ee9-e9b4-49e8-a515-8077106c948d" providerId="ADAL" clId="{1463E48F-F7A5-4F7E-A884-A2A142803C1A}" dt="2023-03-29T05:35:14.154" v="278" actId="164"/>
          <ac:grpSpMkLst>
            <pc:docMk/>
            <pc:sldMk cId="292016949" sldId="268"/>
            <ac:grpSpMk id="162" creationId="{25ECAFF3-6713-20A1-4FF8-F51915701510}"/>
          </ac:grpSpMkLst>
        </pc:grpChg>
        <pc:grpChg chg="mod">
          <ac:chgData name="Darcy Roach" userId="ba676ee9-e9b4-49e8-a515-8077106c948d" providerId="ADAL" clId="{1463E48F-F7A5-4F7E-A884-A2A142803C1A}" dt="2023-03-29T05:35:26.583" v="280" actId="164"/>
          <ac:grpSpMkLst>
            <pc:docMk/>
            <pc:sldMk cId="292016949" sldId="268"/>
            <ac:grpSpMk id="163" creationId="{E52FDF9F-B084-9074-7DB9-539AD5456487}"/>
          </ac:grpSpMkLst>
        </pc:grpChg>
        <pc:cxnChg chg="mod">
          <ac:chgData name="Darcy Roach" userId="ba676ee9-e9b4-49e8-a515-8077106c948d" providerId="ADAL" clId="{1463E48F-F7A5-4F7E-A884-A2A142803C1A}" dt="2023-03-29T05:23:43.287" v="75" actId="14100"/>
          <ac:cxnSpMkLst>
            <pc:docMk/>
            <pc:sldMk cId="292016949" sldId="268"/>
            <ac:cxnSpMk id="3" creationId="{67C34E10-2CF8-9BCA-1CC6-D78A3FF9CA80}"/>
          </ac:cxnSpMkLst>
        </pc:cxnChg>
        <pc:cxnChg chg="mod">
          <ac:chgData name="Darcy Roach" userId="ba676ee9-e9b4-49e8-a515-8077106c948d" providerId="ADAL" clId="{1463E48F-F7A5-4F7E-A884-A2A142803C1A}" dt="2023-03-29T05:23:53.282" v="77" actId="14100"/>
          <ac:cxnSpMkLst>
            <pc:docMk/>
            <pc:sldMk cId="292016949" sldId="268"/>
            <ac:cxnSpMk id="15" creationId="{F87F05F2-DA4C-4F55-A5D0-1887110DF155}"/>
          </ac:cxnSpMkLst>
        </pc:cxnChg>
        <pc:cxnChg chg="del mod">
          <ac:chgData name="Darcy Roach" userId="ba676ee9-e9b4-49e8-a515-8077106c948d" providerId="ADAL" clId="{1463E48F-F7A5-4F7E-A884-A2A142803C1A}" dt="2023-03-29T05:34:53.913" v="276" actId="478"/>
          <ac:cxnSpMkLst>
            <pc:docMk/>
            <pc:sldMk cId="292016949" sldId="268"/>
            <ac:cxnSpMk id="27" creationId="{FA56C067-11D9-4FE3-B97E-743BDA13E1DD}"/>
          </ac:cxnSpMkLst>
        </pc:cxnChg>
        <pc:cxnChg chg="add del mod">
          <ac:chgData name="Darcy Roach" userId="ba676ee9-e9b4-49e8-a515-8077106c948d" providerId="ADAL" clId="{1463E48F-F7A5-4F7E-A884-A2A142803C1A}" dt="2023-03-29T05:34:51.296" v="275" actId="21"/>
          <ac:cxnSpMkLst>
            <pc:docMk/>
            <pc:sldMk cId="292016949" sldId="268"/>
            <ac:cxnSpMk id="28" creationId="{B84CD81E-7F58-A725-6A65-D5CE7E99B010}"/>
          </ac:cxnSpMkLst>
        </pc:cxnChg>
        <pc:cxnChg chg="add mod">
          <ac:chgData name="Darcy Roach" userId="ba676ee9-e9b4-49e8-a515-8077106c948d" providerId="ADAL" clId="{1463E48F-F7A5-4F7E-A884-A2A142803C1A}" dt="2023-03-29T05:34:54.832" v="277"/>
          <ac:cxnSpMkLst>
            <pc:docMk/>
            <pc:sldMk cId="292016949" sldId="268"/>
            <ac:cxnSpMk id="29" creationId="{15F20BEF-6600-1F08-56D8-EBF9453B6D93}"/>
          </ac:cxnSpMkLst>
        </pc:cxnChg>
        <pc:cxnChg chg="mod">
          <ac:chgData name="Darcy Roach" userId="ba676ee9-e9b4-49e8-a515-8077106c948d" providerId="ADAL" clId="{1463E48F-F7A5-4F7E-A884-A2A142803C1A}" dt="2023-03-29T05:24:53.894" v="89" actId="14100"/>
          <ac:cxnSpMkLst>
            <pc:docMk/>
            <pc:sldMk cId="292016949" sldId="268"/>
            <ac:cxnSpMk id="34" creationId="{2A262800-F30B-0B14-7278-A2CA0FE1CA7F}"/>
          </ac:cxnSpMkLst>
        </pc:cxnChg>
        <pc:cxnChg chg="mod">
          <ac:chgData name="Darcy Roach" userId="ba676ee9-e9b4-49e8-a515-8077106c948d" providerId="ADAL" clId="{1463E48F-F7A5-4F7E-A884-A2A142803C1A}" dt="2023-03-29T05:32:38.734" v="255" actId="1076"/>
          <ac:cxnSpMkLst>
            <pc:docMk/>
            <pc:sldMk cId="292016949" sldId="268"/>
            <ac:cxnSpMk id="40" creationId="{872A9DC1-BA60-5A54-0907-130AE22B314D}"/>
          </ac:cxnSpMkLst>
        </pc:cxnChg>
        <pc:cxnChg chg="mod">
          <ac:chgData name="Darcy Roach" userId="ba676ee9-e9b4-49e8-a515-8077106c948d" providerId="ADAL" clId="{1463E48F-F7A5-4F7E-A884-A2A142803C1A}" dt="2023-03-29T05:32:02.775" v="236" actId="14100"/>
          <ac:cxnSpMkLst>
            <pc:docMk/>
            <pc:sldMk cId="292016949" sldId="268"/>
            <ac:cxnSpMk id="170" creationId="{0D51728F-48BB-14BB-256E-5F0C0284BCD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6/14/2024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6/14/2024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6/14/2024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6/14/2024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6/14/2024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6/14/2024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6/14/2024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Mason </a:t>
            </a:r>
          </a:p>
          <a:p>
            <a:r>
              <a:rPr lang="en-US" sz="2800" b="1">
                <a:solidFill>
                  <a:srgbClr val="00AB80"/>
                </a:solidFill>
                <a:latin typeface="Roboto" panose="02000000000000000000" pitchFamily="2" charset="0"/>
                <a:ea typeface="Roboto" panose="02000000000000000000" pitchFamily="2" charset="0"/>
              </a:rPr>
              <a:t>Jam</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51390" y="5725869"/>
            <a:ext cx="1510046" cy="2031325"/>
          </a:xfrm>
          <a:prstGeom prst="rect">
            <a:avLst/>
          </a:prstGeom>
          <a:noFill/>
        </p:spPr>
        <p:txBody>
          <a:bodyPr wrap="square" numCol="1" rtlCol="0">
            <a:spAutoFit/>
          </a:bodyPr>
          <a:lstStyle>
            <a:defPPr>
              <a:defRPr lang="en-US"/>
            </a:defPPr>
            <a:lvl1pPr marL="171450" marR="0" lvl="0" indent="-171450" fontAlgn="auto">
              <a:lnSpc>
                <a:spcPct val="100000"/>
              </a:lnSpc>
              <a:spcBef>
                <a:spcPts val="0"/>
              </a:spcBef>
              <a:spcAft>
                <a:spcPts val="0"/>
              </a:spcAft>
              <a:buClr>
                <a:srgbClr val="00AB80"/>
              </a:buClr>
              <a:buSzTx/>
              <a:buFont typeface="Arial" panose="020B0604020202020204" pitchFamily="34" charset="0"/>
              <a:buChar char="•"/>
              <a:tabLst/>
              <a:defRPr kumimoji="0" sz="900" b="0" i="0" u="none" strike="noStrike" cap="none" spc="0" normalizeH="0" baseline="0">
                <a:ln>
                  <a:noFill/>
                </a:ln>
                <a:solidFill>
                  <a:prstClr val="black"/>
                </a:solidFill>
                <a:effectLst/>
                <a:uLnTx/>
                <a:uFillTx/>
                <a:latin typeface="Roboto Light" panose="02000000000000000000" pitchFamily="2" charset="0"/>
                <a:ea typeface="Roboto Light" panose="02000000000000000000" pitchFamily="2" charset="0"/>
              </a:defRPr>
            </a:lvl1pPr>
          </a:lstStyle>
          <a:p>
            <a:r>
              <a:rPr lang="en-AU"/>
              <a:t>Software Programming</a:t>
            </a:r>
          </a:p>
          <a:p>
            <a:r>
              <a:rPr lang="en-AU"/>
              <a:t>Linux</a:t>
            </a:r>
          </a:p>
          <a:p>
            <a:r>
              <a:rPr lang="en-AU"/>
              <a:t>OOP</a:t>
            </a:r>
          </a:p>
          <a:p>
            <a:r>
              <a:rPr lang="en-AU"/>
              <a:t>Software Engineering</a:t>
            </a:r>
          </a:p>
          <a:p>
            <a:r>
              <a:rPr lang="en-AU"/>
              <a:t>CI/CD</a:t>
            </a:r>
          </a:p>
          <a:p>
            <a:r>
              <a:rPr lang="en-AU"/>
              <a:t>Web Services</a:t>
            </a:r>
          </a:p>
          <a:p>
            <a:r>
              <a:rPr lang="en-AU"/>
              <a:t>SDLC</a:t>
            </a:r>
          </a:p>
          <a:p>
            <a:r>
              <a:rPr lang="en-AU"/>
              <a:t>C#</a:t>
            </a:r>
          </a:p>
          <a:p>
            <a:r>
              <a:rPr lang="en-AU"/>
              <a:t>C++</a:t>
            </a:r>
          </a:p>
          <a:p>
            <a:r>
              <a:rPr lang="en-AU"/>
              <a:t>HTML</a:t>
            </a:r>
          </a:p>
          <a:p>
            <a:r>
              <a:rPr lang="en-AU"/>
              <a:t>Java</a:t>
            </a:r>
          </a:p>
          <a:p>
            <a:r>
              <a:rPr lang="en-AU"/>
              <a:t>JavaScript</a:t>
            </a:r>
          </a:p>
          <a:p>
            <a:endParaRPr lang="en-AU"/>
          </a:p>
        </p:txBody>
      </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57" name="TextBox 56">
            <a:extLst>
              <a:ext uri="{FF2B5EF4-FFF2-40B4-BE49-F238E27FC236}">
                <a16:creationId xmlns:a16="http://schemas.microsoft.com/office/drawing/2014/main" id="{864E5747-5E1E-FC22-4333-19623D15B478}"/>
              </a:ext>
            </a:extLst>
          </p:cNvPr>
          <p:cNvSpPr txBox="1"/>
          <p:nvPr/>
        </p:nvSpPr>
        <p:spPr>
          <a:xfrm>
            <a:off x="1748656" y="5716776"/>
            <a:ext cx="1327414" cy="2031325"/>
          </a:xfrm>
          <a:prstGeom prst="rect">
            <a:avLst/>
          </a:prstGeom>
          <a:noFill/>
        </p:spPr>
        <p:txBody>
          <a:bodyPr wrap="square" numCol="1" rtlCol="0">
            <a:spAutoFit/>
          </a:bodyPr>
          <a:lstStyle>
            <a:defPPr>
              <a:defRPr lang="en-US"/>
            </a:defPPr>
            <a:lvl1pPr marL="171450" marR="0" lvl="0" indent="-171450" fontAlgn="auto">
              <a:lnSpc>
                <a:spcPct val="100000"/>
              </a:lnSpc>
              <a:spcBef>
                <a:spcPts val="0"/>
              </a:spcBef>
              <a:spcAft>
                <a:spcPts val="0"/>
              </a:spcAft>
              <a:buClr>
                <a:srgbClr val="00AB80"/>
              </a:buClr>
              <a:buSzTx/>
              <a:buFont typeface="Arial" panose="020B0604020202020204" pitchFamily="34" charset="0"/>
              <a:buChar char="•"/>
              <a:tabLst/>
              <a:defRPr kumimoji="0" sz="900" b="0" i="0" u="none" strike="noStrike" cap="none" spc="0" normalizeH="0" baseline="0">
                <a:ln>
                  <a:noFill/>
                </a:ln>
                <a:solidFill>
                  <a:prstClr val="black"/>
                </a:solidFill>
                <a:effectLst/>
                <a:uLnTx/>
                <a:uFillTx/>
                <a:latin typeface="Roboto Light" panose="02000000000000000000" pitchFamily="2" charset="0"/>
                <a:ea typeface="Roboto Light" panose="02000000000000000000" pitchFamily="2" charset="0"/>
              </a:defRPr>
            </a:lvl1pPr>
          </a:lstStyle>
          <a:p>
            <a:r>
              <a:rPr lang="en-AU"/>
              <a:t>Vue.js</a:t>
            </a:r>
          </a:p>
          <a:p>
            <a:r>
              <a:rPr lang="en-AU"/>
              <a:t>Node.js</a:t>
            </a:r>
          </a:p>
          <a:p>
            <a:r>
              <a:rPr lang="en-AU"/>
              <a:t>AWS</a:t>
            </a:r>
          </a:p>
          <a:p>
            <a:r>
              <a:rPr lang="en-AU"/>
              <a:t>Lambda</a:t>
            </a:r>
          </a:p>
          <a:p>
            <a:r>
              <a:rPr lang="en-AU"/>
              <a:t>API Gateway</a:t>
            </a:r>
          </a:p>
          <a:p>
            <a:r>
              <a:rPr lang="en-AU"/>
              <a:t>jQuery</a:t>
            </a:r>
          </a:p>
          <a:p>
            <a:r>
              <a:rPr lang="en-AU"/>
              <a:t>DynamoDB</a:t>
            </a:r>
          </a:p>
          <a:p>
            <a:r>
              <a:rPr lang="en-AU"/>
              <a:t>SQS</a:t>
            </a:r>
          </a:p>
          <a:p>
            <a:r>
              <a:rPr lang="en-AU"/>
              <a:t>SNS</a:t>
            </a:r>
          </a:p>
          <a:p>
            <a:r>
              <a:rPr lang="en-AU"/>
              <a:t>S3</a:t>
            </a:r>
          </a:p>
          <a:p>
            <a:r>
              <a:rPr lang="en-AU"/>
              <a:t>Typescript</a:t>
            </a:r>
          </a:p>
          <a:p>
            <a:r>
              <a:rPr lang="en-AU"/>
              <a:t>Jenkins</a:t>
            </a:r>
          </a:p>
          <a:p>
            <a:r>
              <a:rPr lang="en-AU"/>
              <a:t>Python </a:t>
            </a:r>
          </a:p>
          <a:p>
            <a:endParaRPr lang="en-AU"/>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13036" y="957777"/>
            <a:ext cx="0" cy="611612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578FEE8-8C19-8665-3283-8CC554270635}"/>
              </a:ext>
            </a:extLst>
          </p:cNvPr>
          <p:cNvSpPr txBox="1"/>
          <p:nvPr/>
        </p:nvSpPr>
        <p:spPr>
          <a:xfrm>
            <a:off x="-19943" y="5386173"/>
            <a:ext cx="2552013"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Key Skills &amp; Technologies</a:t>
            </a:r>
          </a:p>
        </p:txBody>
      </p:sp>
      <p:cxnSp>
        <p:nvCxnSpPr>
          <p:cNvPr id="29" name="Straight Connector 28">
            <a:extLst>
              <a:ext uri="{FF2B5EF4-FFF2-40B4-BE49-F238E27FC236}">
                <a16:creationId xmlns:a16="http://schemas.microsoft.com/office/drawing/2014/main" id="{15F20BEF-6600-1F08-56D8-EBF9453B6D93}"/>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CA1106F-7AEC-25A1-55A8-188EDF5EED3E}"/>
              </a:ext>
            </a:extLst>
          </p:cNvPr>
          <p:cNvSpPr txBox="1"/>
          <p:nvPr/>
        </p:nvSpPr>
        <p:spPr>
          <a:xfrm>
            <a:off x="250509" y="1533497"/>
            <a:ext cx="2856904" cy="1821011"/>
          </a:xfrm>
          <a:prstGeom prst="rect">
            <a:avLst/>
          </a:prstGeom>
          <a:noFill/>
        </p:spPr>
        <p:txBody>
          <a:bodyPr wrap="square" lIns="0" tIns="0" rIns="0" bIns="0" rtlCol="0" anchor="t">
            <a:spAutoFit/>
          </a:bodyPr>
          <a:lstStyle/>
          <a:p>
            <a:pPr>
              <a:lnSpc>
                <a:spcPts val="1812"/>
              </a:lnSpc>
            </a:pPr>
            <a:r>
              <a:rPr lang="en-AU" sz="1000" spc="13" dirty="0">
                <a:latin typeface="Roboto Light" panose="02000000000000000000" pitchFamily="2" charset="0"/>
                <a:ea typeface="Roboto Light" panose="02000000000000000000" pitchFamily="2" charset="0"/>
                <a:cs typeface="Lato" panose="020F0502020204030203" pitchFamily="34" charset="0"/>
              </a:rPr>
              <a:t>Mason is a Senior Consultant and Full Stack Software Engineer at intelia. A Google Cloud Certified Data Engineer with eight years software development experience, Mason specialises in the analysing and programming languages Vue.js, Node.js, JavaScript and Python on platforms Windows, Mac, Linux and infrastructures AWS, Azure and Heroku. </a:t>
            </a:r>
          </a:p>
        </p:txBody>
      </p:sp>
      <p:grpSp>
        <p:nvGrpSpPr>
          <p:cNvPr id="9" name="Group 8">
            <a:extLst>
              <a:ext uri="{FF2B5EF4-FFF2-40B4-BE49-F238E27FC236}">
                <a16:creationId xmlns:a16="http://schemas.microsoft.com/office/drawing/2014/main" id="{0FCF0E79-8C1B-C602-4BED-4BB3DEAA36BB}"/>
              </a:ext>
            </a:extLst>
          </p:cNvPr>
          <p:cNvGrpSpPr/>
          <p:nvPr/>
        </p:nvGrpSpPr>
        <p:grpSpPr>
          <a:xfrm>
            <a:off x="3428142" y="1456630"/>
            <a:ext cx="4584894" cy="1169551"/>
            <a:chOff x="5021215" y="814987"/>
            <a:chExt cx="4897377" cy="1169551"/>
          </a:xfrm>
        </p:grpSpPr>
        <p:sp>
          <p:nvSpPr>
            <p:cNvPr id="12" name="TextBox 11">
              <a:extLst>
                <a:ext uri="{FF2B5EF4-FFF2-40B4-BE49-F238E27FC236}">
                  <a16:creationId xmlns:a16="http://schemas.microsoft.com/office/drawing/2014/main" id="{A66396D8-FB35-5C0A-F8E9-453C263854BF}"/>
                </a:ext>
              </a:extLst>
            </p:cNvPr>
            <p:cNvSpPr txBox="1"/>
            <p:nvPr/>
          </p:nvSpPr>
          <p:spPr>
            <a:xfrm>
              <a:off x="5059478" y="814987"/>
              <a:ext cx="4859114"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AU" sz="1000" dirty="0">
                  <a:solidFill>
                    <a:schemeClr val="bg1"/>
                  </a:solidFill>
                </a:rPr>
                <a:t>Built and developed robust data pipelines using the Google Cloud Platform (GCP) stack, using tools such as Dataflow, Google Cloud Storage (GCS), </a:t>
              </a:r>
              <a:r>
                <a:rPr lang="en-AU" sz="1000" dirty="0" err="1">
                  <a:solidFill>
                    <a:schemeClr val="bg1"/>
                  </a:solidFill>
                </a:rPr>
                <a:t>BigQuery</a:t>
              </a:r>
              <a:r>
                <a:rPr lang="en-AU" sz="1000" dirty="0">
                  <a:solidFill>
                    <a:schemeClr val="bg1"/>
                  </a:solidFill>
                </a:rPr>
                <a:t>, and Cloud Composer</a:t>
              </a:r>
            </a:p>
            <a:p>
              <a:r>
                <a:rPr lang="en-AU" sz="1000" dirty="0">
                  <a:solidFill>
                    <a:schemeClr val="bg1"/>
                  </a:solidFill>
                </a:rPr>
                <a:t>Leveraged Python for efficient data processing and orchestration</a:t>
              </a:r>
            </a:p>
            <a:p>
              <a:r>
                <a:rPr lang="en-AU" sz="1000" dirty="0">
                  <a:solidFill>
                    <a:schemeClr val="bg1"/>
                  </a:solidFill>
                </a:rPr>
                <a:t>Collaborated with version control using GitHub to ensure code quality and maintainability</a:t>
              </a:r>
            </a:p>
            <a:p>
              <a:endParaRPr lang="en-AU" sz="1000" dirty="0">
                <a:solidFill>
                  <a:schemeClr val="bg1"/>
                </a:solidFill>
              </a:endParaRPr>
            </a:p>
          </p:txBody>
        </p:sp>
        <p:cxnSp>
          <p:nvCxnSpPr>
            <p:cNvPr id="14" name="Straight Connector 13">
              <a:extLst>
                <a:ext uri="{FF2B5EF4-FFF2-40B4-BE49-F238E27FC236}">
                  <a16:creationId xmlns:a16="http://schemas.microsoft.com/office/drawing/2014/main" id="{FEBE86C6-C118-6CC2-068C-9B2E10977CA7}"/>
                </a:ext>
              </a:extLst>
            </p:cNvPr>
            <p:cNvCxnSpPr>
              <a:cxnSpLocks/>
            </p:cNvCxnSpPr>
            <p:nvPr/>
          </p:nvCxnSpPr>
          <p:spPr>
            <a:xfrm>
              <a:off x="5021215" y="891854"/>
              <a:ext cx="0" cy="910505"/>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BED88831-66E6-E9EC-E1A5-875B0478B9C5}"/>
              </a:ext>
            </a:extLst>
          </p:cNvPr>
          <p:cNvSpPr txBox="1"/>
          <p:nvPr/>
        </p:nvSpPr>
        <p:spPr>
          <a:xfrm>
            <a:off x="8118490" y="1456630"/>
            <a:ext cx="1668754"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Public Sector</a:t>
            </a:r>
          </a:p>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Energy Markets</a:t>
            </a:r>
          </a:p>
          <a:p>
            <a:pPr marL="0" indent="0">
              <a:lnSpc>
                <a:spcPct val="150000"/>
              </a:lnSpc>
              <a:buNone/>
            </a:pPr>
            <a:r>
              <a:rPr lang="en-GB" sz="1200" dirty="0">
                <a:solidFill>
                  <a:srgbClr val="00AB80"/>
                </a:solidFill>
              </a:rPr>
              <a:t>Government</a:t>
            </a:r>
          </a:p>
          <a:p>
            <a:pPr marL="0" indent="0">
              <a:lnSpc>
                <a:spcPct val="150000"/>
              </a:lnSpc>
              <a:buNone/>
            </a:pPr>
            <a:endParaRPr lang="en-GB" sz="1200" dirty="0">
              <a:solidFill>
                <a:srgbClr val="00AB80"/>
              </a:solidFill>
            </a:endParaRPr>
          </a:p>
          <a:p>
            <a:pPr marL="0" indent="0">
              <a:buNone/>
            </a:pPr>
            <a:endParaRPr lang="en-AU" sz="1200" dirty="0">
              <a:solidFill>
                <a:srgbClr val="00AB80"/>
              </a:solidFill>
            </a:endParaRPr>
          </a:p>
        </p:txBody>
      </p:sp>
      <p:sp>
        <p:nvSpPr>
          <p:cNvPr id="18" name="TextBox 17">
            <a:extLst>
              <a:ext uri="{FF2B5EF4-FFF2-40B4-BE49-F238E27FC236}">
                <a16:creationId xmlns:a16="http://schemas.microsoft.com/office/drawing/2014/main" id="{58BF8C21-ED5A-BA0E-18B1-1DE2682A5497}"/>
              </a:ext>
            </a:extLst>
          </p:cNvPr>
          <p:cNvSpPr txBox="1"/>
          <p:nvPr/>
        </p:nvSpPr>
        <p:spPr>
          <a:xfrm>
            <a:off x="8106458" y="3341232"/>
            <a:ext cx="1951942" cy="3600986"/>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AU" sz="1200" dirty="0">
                <a:solidFill>
                  <a:srgbClr val="00AB80"/>
                </a:solidFill>
                <a:latin typeface="Roboto Light" panose="02000000000000000000" pitchFamily="2" charset="0"/>
              </a:rPr>
              <a:t>Google Cloud Certified Professional Data Engineer</a:t>
            </a:r>
          </a:p>
          <a:p>
            <a:pPr>
              <a:tabLst>
                <a:tab pos="3819525" algn="l"/>
                <a:tab pos="3895725" algn="l"/>
              </a:tabLst>
            </a:pPr>
            <a:endParaRPr lang="en-AU" sz="1200" dirty="0">
              <a:solidFill>
                <a:srgbClr val="00AB80"/>
              </a:solidFill>
              <a:latin typeface="Roboto Light" panose="02000000000000000000" pitchFamily="2" charset="0"/>
            </a:endParaRPr>
          </a:p>
          <a:p>
            <a:pPr>
              <a:tabLst>
                <a:tab pos="3819525" algn="l"/>
                <a:tab pos="3895725" algn="l"/>
              </a:tabLst>
            </a:pPr>
            <a:r>
              <a:rPr lang="en-AU" sz="1200" dirty="0">
                <a:solidFill>
                  <a:srgbClr val="00AB80"/>
                </a:solidFill>
                <a:latin typeface="Roboto Light" panose="02000000000000000000" pitchFamily="2" charset="0"/>
              </a:rPr>
              <a:t>Certified | </a:t>
            </a:r>
            <a:r>
              <a:rPr lang="en-AU" sz="1200" dirty="0" err="1">
                <a:solidFill>
                  <a:srgbClr val="00AB80"/>
                </a:solidFill>
                <a:latin typeface="Roboto Light" panose="02000000000000000000" pitchFamily="2" charset="0"/>
              </a:rPr>
              <a:t>HashiCorp</a:t>
            </a:r>
            <a:r>
              <a:rPr lang="en-AU" sz="1200" dirty="0">
                <a:solidFill>
                  <a:srgbClr val="00AB80"/>
                </a:solidFill>
                <a:latin typeface="Roboto Light" panose="02000000000000000000" pitchFamily="2" charset="0"/>
              </a:rPr>
              <a:t> Terraform Associate Engineer</a:t>
            </a:r>
            <a:endParaRPr lang="en-GB" sz="1200" dirty="0">
              <a:solidFill>
                <a:srgbClr val="00AB80"/>
              </a:solidFill>
              <a:latin typeface="Roboto Light" panose="02000000000000000000" pitchFamily="2"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Certificate in ITIL Foundation V3</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Masters </a:t>
            </a:r>
            <a:r>
              <a:rPr lang="en-GB" sz="1200" dirty="0">
                <a:solidFill>
                  <a:srgbClr val="00AB80"/>
                </a:solidFill>
                <a:latin typeface="Roboto Light" panose="02000000000000000000" pitchFamily="2" charset="0"/>
                <a:ea typeface="Calibri" panose="020F0502020204030204" pitchFamily="34" charset="0"/>
              </a:rPr>
              <a:t>– </a:t>
            </a:r>
            <a:r>
              <a:rPr lang="en-GB" sz="1200" dirty="0">
                <a:solidFill>
                  <a:srgbClr val="00AB80"/>
                </a:solidFill>
                <a:effectLst/>
                <a:latin typeface="Roboto Light" panose="02000000000000000000" pitchFamily="2" charset="0"/>
                <a:ea typeface="Calibri" panose="020F0502020204030204" pitchFamily="34" charset="0"/>
              </a:rPr>
              <a:t>Science,  Information Technology</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University of </a:t>
            </a:r>
            <a:r>
              <a:rPr lang="en-GB" sz="1200" dirty="0" err="1">
                <a:solidFill>
                  <a:srgbClr val="00AB80"/>
                </a:solidFill>
                <a:latin typeface="Roboto Light" panose="02000000000000000000" pitchFamily="2" charset="0"/>
                <a:ea typeface="Calibri" panose="020F0502020204030204" pitchFamily="34" charset="0"/>
              </a:rPr>
              <a:t>Zanjan</a:t>
            </a:r>
            <a:r>
              <a:rPr lang="en-GB" sz="1200" dirty="0">
                <a:solidFill>
                  <a:srgbClr val="00AB80"/>
                </a:solidFill>
                <a:latin typeface="Roboto Light" panose="02000000000000000000" pitchFamily="2" charset="0"/>
                <a:ea typeface="Calibri" panose="020F0502020204030204" pitchFamily="34" charset="0"/>
              </a:rPr>
              <a:t>, Iran</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spcAft>
                <a:spcPts val="835"/>
              </a:spcAft>
            </a:pPr>
            <a:r>
              <a:rPr lang="en-GB" sz="1200" dirty="0">
                <a:solidFill>
                  <a:srgbClr val="00AB80"/>
                </a:solidFill>
                <a:effectLst/>
                <a:latin typeface="Roboto Light" panose="02000000000000000000" pitchFamily="2" charset="0"/>
                <a:ea typeface="Calibri" panose="020F0502020204030204" pitchFamily="34" charset="0"/>
              </a:rPr>
              <a:t>Bachelor </a:t>
            </a:r>
            <a:r>
              <a:rPr lang="en-GB" sz="1200" dirty="0">
                <a:solidFill>
                  <a:srgbClr val="00AB80"/>
                </a:solidFill>
                <a:latin typeface="Roboto Light" panose="02000000000000000000" pitchFamily="2" charset="0"/>
                <a:ea typeface="Calibri" panose="020F0502020204030204" pitchFamily="34" charset="0"/>
              </a:rPr>
              <a:t>– Science,</a:t>
            </a:r>
            <a:r>
              <a:rPr lang="en-GB" sz="1200" dirty="0">
                <a:solidFill>
                  <a:srgbClr val="00AB80"/>
                </a:solidFill>
                <a:effectLst/>
                <a:latin typeface="Roboto Light" panose="02000000000000000000" pitchFamily="2" charset="0"/>
                <a:ea typeface="Calibri" panose="020F0502020204030204" pitchFamily="34" charset="0"/>
              </a:rPr>
              <a:t> Software Engineering </a:t>
            </a:r>
            <a:r>
              <a:rPr lang="en-GB" sz="1200" dirty="0">
                <a:solidFill>
                  <a:srgbClr val="00AB80"/>
                </a:solidFill>
                <a:latin typeface="Roboto Light" panose="02000000000000000000" pitchFamily="2" charset="0"/>
                <a:ea typeface="Calibri" panose="020F0502020204030204" pitchFamily="34" charset="0"/>
              </a:rPr>
              <a:t>Shiraz University, Iran</a:t>
            </a:r>
            <a:endParaRPr lang="en-GB" sz="1200" dirty="0">
              <a:solidFill>
                <a:srgbClr val="00AB80"/>
              </a:solidFill>
              <a:effectLst/>
              <a:latin typeface="Roboto Light" panose="02000000000000000000" pitchFamily="2" charset="0"/>
              <a:ea typeface="Calibri" panose="020F0502020204030204" pitchFamily="34" charset="0"/>
            </a:endParaRPr>
          </a:p>
        </p:txBody>
      </p:sp>
      <p:grpSp>
        <p:nvGrpSpPr>
          <p:cNvPr id="19" name="Group 18">
            <a:extLst>
              <a:ext uri="{FF2B5EF4-FFF2-40B4-BE49-F238E27FC236}">
                <a16:creationId xmlns:a16="http://schemas.microsoft.com/office/drawing/2014/main" id="{B5F41F4C-D94E-5412-64EB-C01EF08F3FC7}"/>
              </a:ext>
            </a:extLst>
          </p:cNvPr>
          <p:cNvGrpSpPr/>
          <p:nvPr/>
        </p:nvGrpSpPr>
        <p:grpSpPr>
          <a:xfrm>
            <a:off x="3324259" y="2789785"/>
            <a:ext cx="4596632" cy="2086627"/>
            <a:chOff x="3324259" y="2800881"/>
            <a:chExt cx="4596632" cy="2086627"/>
          </a:xfrm>
        </p:grpSpPr>
        <p:grpSp>
          <p:nvGrpSpPr>
            <p:cNvPr id="27" name="Group 26">
              <a:extLst>
                <a:ext uri="{FF2B5EF4-FFF2-40B4-BE49-F238E27FC236}">
                  <a16:creationId xmlns:a16="http://schemas.microsoft.com/office/drawing/2014/main" id="{9390D72A-5A5C-8A29-8C67-C702BD18EE15}"/>
                </a:ext>
              </a:extLst>
            </p:cNvPr>
            <p:cNvGrpSpPr/>
            <p:nvPr/>
          </p:nvGrpSpPr>
          <p:grpSpPr>
            <a:xfrm>
              <a:off x="3447294" y="3102404"/>
              <a:ext cx="4473597" cy="1785104"/>
              <a:chOff x="5030740" y="2373425"/>
              <a:chExt cx="4778493" cy="1785104"/>
            </a:xfrm>
          </p:grpSpPr>
          <p:sp>
            <p:nvSpPr>
              <p:cNvPr id="32" name="TextBox 31">
                <a:extLst>
                  <a:ext uri="{FF2B5EF4-FFF2-40B4-BE49-F238E27FC236}">
                    <a16:creationId xmlns:a16="http://schemas.microsoft.com/office/drawing/2014/main" id="{0F249814-33C0-B670-218F-31302BFE2960}"/>
                  </a:ext>
                </a:extLst>
              </p:cNvPr>
              <p:cNvSpPr txBox="1"/>
              <p:nvPr/>
            </p:nvSpPr>
            <p:spPr>
              <a:xfrm>
                <a:off x="5068016" y="2373425"/>
                <a:ext cx="4741217"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Designed and implemented Backend APIs using Nodejs/Typescript, Cosmos DB, Express, </a:t>
                </a:r>
                <a:r>
                  <a:rPr lang="en-AU" sz="1000" dirty="0" err="1"/>
                  <a:t>Lerna</a:t>
                </a:r>
                <a:r>
                  <a:rPr lang="en-AU" sz="1000" dirty="0"/>
                  <a:t>, and Kubernetes on Azure services.</a:t>
                </a:r>
              </a:p>
              <a:p>
                <a:r>
                  <a:rPr lang="en-AU" sz="1000" dirty="0"/>
                  <a:t>Experienced working with DevOps tools and Configuration Management Orchestration technologies such as Azure DevOps, Kubernetes.</a:t>
                </a:r>
              </a:p>
              <a:p>
                <a:r>
                  <a:rPr lang="en-AU" sz="1000" dirty="0"/>
                  <a:t>Designed and implemented data pipelines End-to-End using Databricks, Talend, Azure Cosmos DB, Azure Data Storage, JAMS Scheduler and AEMO internal frameworks.</a:t>
                </a:r>
              </a:p>
              <a:p>
                <a:r>
                  <a:rPr lang="en-AU" sz="1000" dirty="0"/>
                  <a:t>Designed and implemented Backend APIs using Vue.js, Nodejs, Cosmos DB, Express, and Kubernetes</a:t>
                </a:r>
              </a:p>
              <a:p>
                <a:r>
                  <a:rPr lang="en-AU" sz="1000" dirty="0" err="1"/>
                  <a:t>mplemented</a:t>
                </a:r>
                <a:r>
                  <a:rPr lang="en-AU" sz="1000" dirty="0"/>
                  <a:t> Micro services to serve APIs for CDP project to be used by Victorian Energy Compare and Energy Made Easy</a:t>
                </a:r>
              </a:p>
            </p:txBody>
          </p:sp>
          <p:cxnSp>
            <p:nvCxnSpPr>
              <p:cNvPr id="35" name="Straight Connector 34">
                <a:extLst>
                  <a:ext uri="{FF2B5EF4-FFF2-40B4-BE49-F238E27FC236}">
                    <a16:creationId xmlns:a16="http://schemas.microsoft.com/office/drawing/2014/main" id="{36892423-C7ED-E20D-EE03-3E4185823836}"/>
                  </a:ext>
                </a:extLst>
              </p:cNvPr>
              <p:cNvCxnSpPr>
                <a:cxnSpLocks/>
              </p:cNvCxnSpPr>
              <p:nvPr/>
            </p:nvCxnSpPr>
            <p:spPr>
              <a:xfrm>
                <a:off x="5030740" y="2441046"/>
                <a:ext cx="0" cy="163335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40710181-8A8D-B1D8-4355-3623991D3D91}"/>
                </a:ext>
              </a:extLst>
            </p:cNvPr>
            <p:cNvSpPr txBox="1"/>
            <p:nvPr/>
          </p:nvSpPr>
          <p:spPr>
            <a:xfrm>
              <a:off x="3324259" y="2800881"/>
              <a:ext cx="4471931" cy="276999"/>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Public Sector Energy Markets Organisation – Data Engineer</a:t>
              </a:r>
            </a:p>
          </p:txBody>
        </p:sp>
      </p:grpSp>
      <p:grpSp>
        <p:nvGrpSpPr>
          <p:cNvPr id="36" name="Group 35">
            <a:extLst>
              <a:ext uri="{FF2B5EF4-FFF2-40B4-BE49-F238E27FC236}">
                <a16:creationId xmlns:a16="http://schemas.microsoft.com/office/drawing/2014/main" id="{D743579E-5672-6DC2-35A5-2DED215E734F}"/>
              </a:ext>
            </a:extLst>
          </p:cNvPr>
          <p:cNvGrpSpPr/>
          <p:nvPr/>
        </p:nvGrpSpPr>
        <p:grpSpPr>
          <a:xfrm>
            <a:off x="3335752" y="5152727"/>
            <a:ext cx="4557783" cy="2369880"/>
            <a:chOff x="3335752" y="4957505"/>
            <a:chExt cx="4557783" cy="2369880"/>
          </a:xfrm>
        </p:grpSpPr>
        <p:grpSp>
          <p:nvGrpSpPr>
            <p:cNvPr id="37" name="Group 36">
              <a:extLst>
                <a:ext uri="{FF2B5EF4-FFF2-40B4-BE49-F238E27FC236}">
                  <a16:creationId xmlns:a16="http://schemas.microsoft.com/office/drawing/2014/main" id="{677A5904-A083-26DE-C58A-67397B13F721}"/>
                </a:ext>
              </a:extLst>
            </p:cNvPr>
            <p:cNvGrpSpPr/>
            <p:nvPr/>
          </p:nvGrpSpPr>
          <p:grpSpPr>
            <a:xfrm>
              <a:off x="3447294" y="5234504"/>
              <a:ext cx="4446241" cy="2092881"/>
              <a:chOff x="5044207" y="4415671"/>
              <a:chExt cx="4749273" cy="2092881"/>
            </a:xfrm>
          </p:grpSpPr>
          <p:sp>
            <p:nvSpPr>
              <p:cNvPr id="42" name="TextBox 41">
                <a:extLst>
                  <a:ext uri="{FF2B5EF4-FFF2-40B4-BE49-F238E27FC236}">
                    <a16:creationId xmlns:a16="http://schemas.microsoft.com/office/drawing/2014/main" id="{3534AD08-B109-DFDF-B2BE-31CEBA74C899}"/>
                  </a:ext>
                </a:extLst>
              </p:cNvPr>
              <p:cNvSpPr txBox="1"/>
              <p:nvPr/>
            </p:nvSpPr>
            <p:spPr>
              <a:xfrm>
                <a:off x="5071764" y="4415671"/>
                <a:ext cx="4721716"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Designed Backend APIs using AWS Lambda, DynamoDB, S3 and API Gateway</a:t>
                </a:r>
              </a:p>
              <a:p>
                <a:r>
                  <a:rPr lang="en-AU" sz="1000" dirty="0"/>
                  <a:t>Experience working with DevOps tools and Configuration Management Orchestration technologies such as Jenkins, </a:t>
                </a:r>
                <a:r>
                  <a:rPr lang="en-AU" sz="1000" dirty="0" err="1"/>
                  <a:t>Cloudformation</a:t>
                </a:r>
                <a:endParaRPr lang="en-AU" sz="1000" dirty="0"/>
              </a:p>
              <a:p>
                <a:r>
                  <a:rPr lang="en-AU" sz="1000" dirty="0"/>
                  <a:t>Using frameworks and libraries like Jest, Serverless and Typescript and related libraries</a:t>
                </a:r>
              </a:p>
              <a:p>
                <a:r>
                  <a:rPr lang="en-AU" sz="1000" dirty="0"/>
                  <a:t>Writing API specs using </a:t>
                </a:r>
                <a:r>
                  <a:rPr lang="en-AU" sz="1000" dirty="0" err="1"/>
                  <a:t>openapi</a:t>
                </a:r>
                <a:r>
                  <a:rPr lang="en-AU" sz="1000" dirty="0"/>
                  <a:t> and swagger</a:t>
                </a:r>
              </a:p>
              <a:p>
                <a:r>
                  <a:rPr lang="en-AU" sz="1000" dirty="0"/>
                  <a:t>Integration and feature testing using Karate framework</a:t>
                </a:r>
              </a:p>
              <a:p>
                <a:r>
                  <a:rPr lang="en-AU" sz="1000" dirty="0"/>
                  <a:t>Designed and delivered the new version of the website and App to be served to millions of users</a:t>
                </a:r>
              </a:p>
              <a:p>
                <a:r>
                  <a:rPr lang="en-AU" sz="1000" dirty="0"/>
                  <a:t>Replaced the monolithic backend with micro-services to increase scalability, performance, and maintainability</a:t>
                </a:r>
              </a:p>
              <a:p>
                <a:endParaRPr lang="en-AU" sz="1000" dirty="0"/>
              </a:p>
            </p:txBody>
          </p:sp>
          <p:cxnSp>
            <p:nvCxnSpPr>
              <p:cNvPr id="44" name="Straight Connector 43">
                <a:extLst>
                  <a:ext uri="{FF2B5EF4-FFF2-40B4-BE49-F238E27FC236}">
                    <a16:creationId xmlns:a16="http://schemas.microsoft.com/office/drawing/2014/main" id="{C0EF4CAA-5099-AB18-442D-44AA814D04CD}"/>
                  </a:ext>
                </a:extLst>
              </p:cNvPr>
              <p:cNvCxnSpPr>
                <a:cxnSpLocks/>
              </p:cNvCxnSpPr>
              <p:nvPr/>
            </p:nvCxnSpPr>
            <p:spPr>
              <a:xfrm>
                <a:off x="5044207" y="4466477"/>
                <a:ext cx="0" cy="179366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43CC98C9-C464-89B7-6A99-A5273F6259AB}"/>
                </a:ext>
              </a:extLst>
            </p:cNvPr>
            <p:cNvSpPr txBox="1"/>
            <p:nvPr/>
          </p:nvSpPr>
          <p:spPr>
            <a:xfrm>
              <a:off x="3335752" y="4957505"/>
              <a:ext cx="3526969" cy="276999"/>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Public Sector Organisation - Government</a:t>
              </a:r>
            </a:p>
          </p:txBody>
        </p:sp>
      </p:grpSp>
      <p:sp>
        <p:nvSpPr>
          <p:cNvPr id="45" name="TextBox 44">
            <a:extLst>
              <a:ext uri="{FF2B5EF4-FFF2-40B4-BE49-F238E27FC236}">
                <a16:creationId xmlns:a16="http://schemas.microsoft.com/office/drawing/2014/main" id="{557D6438-C644-FAAE-4B96-313C24B3C21B}"/>
              </a:ext>
            </a:extLst>
          </p:cNvPr>
          <p:cNvSpPr txBox="1"/>
          <p:nvPr/>
        </p:nvSpPr>
        <p:spPr>
          <a:xfrm>
            <a:off x="3324260" y="1134742"/>
            <a:ext cx="3807453" cy="276999"/>
          </a:xfrm>
          <a:prstGeom prst="rect">
            <a:avLst/>
          </a:prstGeom>
          <a:noFill/>
        </p:spPr>
        <p:txBody>
          <a:bodyPr wrap="none" rtlCol="0">
            <a:spAutoFit/>
          </a:bodyPr>
          <a:lstStyle/>
          <a:p>
            <a:r>
              <a:rPr lang="en-US" sz="1200" b="1" dirty="0">
                <a:solidFill>
                  <a:srgbClr val="0059FF"/>
                </a:solidFill>
                <a:latin typeface="Roboto" panose="02000000000000000000" pitchFamily="2" charset="0"/>
                <a:ea typeface="Roboto" panose="02000000000000000000" pitchFamily="2" charset="0"/>
                <a:cs typeface="Roboto Light" panose="02000000000000000000" pitchFamily="2" charset="0"/>
              </a:rPr>
              <a:t>Financial Services Organisation – Software Engineer</a:t>
            </a:r>
            <a:endParaRPr lang="en-AU" sz="1200" b="1" dirty="0">
              <a:solidFill>
                <a:srgbClr val="0059FF"/>
              </a:solidFill>
              <a:latin typeface="Roboto" panose="02000000000000000000" pitchFamily="2" charset="0"/>
              <a:ea typeface="Roboto" panose="02000000000000000000" pitchFamily="2" charset="0"/>
              <a:cs typeface="Roboto Light" panose="02000000000000000000" pitchFamily="2" charset="0"/>
            </a:endParaRPr>
          </a:p>
        </p:txBody>
      </p:sp>
      <p:sp>
        <p:nvSpPr>
          <p:cNvPr id="46" name="TextBox 45">
            <a:extLst>
              <a:ext uri="{FF2B5EF4-FFF2-40B4-BE49-F238E27FC236}">
                <a16:creationId xmlns:a16="http://schemas.microsoft.com/office/drawing/2014/main" id="{08888713-B39B-A29F-7CEF-D59A3FF8E3F5}"/>
              </a:ext>
            </a:extLst>
          </p:cNvPr>
          <p:cNvSpPr txBox="1"/>
          <p:nvPr/>
        </p:nvSpPr>
        <p:spPr>
          <a:xfrm>
            <a:off x="225629" y="3476486"/>
            <a:ext cx="2888678" cy="1590179"/>
          </a:xfrm>
          <a:prstGeom prst="rect">
            <a:avLst/>
          </a:prstGeom>
          <a:noFill/>
        </p:spPr>
        <p:txBody>
          <a:bodyPr wrap="square" lIns="0" tIns="0" rIns="0" bIns="0" rtlCol="0" anchor="t">
            <a:spAutoFit/>
          </a:bodyPr>
          <a:lstStyle>
            <a:defPPr>
              <a:defRPr lang="en-US"/>
            </a:defPPr>
            <a:lvl1pPr>
              <a:lnSpc>
                <a:spcPts val="1812"/>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AU" dirty="0"/>
              <a:t>Mason has built high performance, optimised apps and websites and has participated in well-known open source national projects across enterprise companies. He has strong ability to pick up new frameworks and technologies within a short period of time and collaborates well in development teams.</a:t>
            </a:r>
          </a:p>
        </p:txBody>
      </p:sp>
      <p:sp>
        <p:nvSpPr>
          <p:cNvPr id="47" name="TextBox 46">
            <a:extLst>
              <a:ext uri="{FF2B5EF4-FFF2-40B4-BE49-F238E27FC236}">
                <a16:creationId xmlns:a16="http://schemas.microsoft.com/office/drawing/2014/main" id="{623A5386-B590-F059-8B85-485C3E1D1E72}"/>
              </a:ext>
            </a:extLst>
          </p:cNvPr>
          <p:cNvSpPr txBox="1"/>
          <p:nvPr/>
        </p:nvSpPr>
        <p:spPr>
          <a:xfrm>
            <a:off x="8192705" y="3071499"/>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cxnSp>
        <p:nvCxnSpPr>
          <p:cNvPr id="48" name="Straight Connector 47">
            <a:extLst>
              <a:ext uri="{FF2B5EF4-FFF2-40B4-BE49-F238E27FC236}">
                <a16:creationId xmlns:a16="http://schemas.microsoft.com/office/drawing/2014/main" id="{754030A1-24B1-1BF9-AEF3-3F9F443F8EA5}"/>
              </a:ext>
            </a:extLst>
          </p:cNvPr>
          <p:cNvCxnSpPr>
            <a:cxnSpLocks/>
          </p:cNvCxnSpPr>
          <p:nvPr/>
        </p:nvCxnSpPr>
        <p:spPr>
          <a:xfrm>
            <a:off x="8192160" y="3378804"/>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016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Darcy Roach</DisplayName>
        <AccountId>14</AccountId>
        <AccountType/>
      </UserInfo>
      <UserInfo>
        <DisplayName>Mason Jam</DisplayName>
        <AccountId>28</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A9A4802-9F70-483A-BDD1-DB600634ECB8}">
  <ds:schemaRefs>
    <ds:schemaRef ds:uri="http://purl.org/dc/dcmitype/"/>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http://schemas.microsoft.com/office/2006/metadata/properties"/>
    <ds:schemaRef ds:uri="http://purl.org/dc/elements/1.1/"/>
    <ds:schemaRef ds:uri="e52cd9e7-35e5-4bd3-9cab-ca6a63c31e52"/>
    <ds:schemaRef ds:uri="daf93972-1964-4522-aa34-640805a01c3a"/>
    <ds:schemaRef ds:uri="http://www.w3.org/XML/1998/namespace"/>
  </ds:schemaRefs>
</ds:datastoreItem>
</file>

<file path=customXml/itemProps2.xml><?xml version="1.0" encoding="utf-8"?>
<ds:datastoreItem xmlns:ds="http://schemas.openxmlformats.org/officeDocument/2006/customXml" ds:itemID="{BCE4800C-4E63-4436-BF96-83EF234E3A6C}">
  <ds:schemaRefs>
    <ds:schemaRef ds:uri="http://schemas.microsoft.com/sharepoint/v3/contenttype/forms"/>
  </ds:schemaRefs>
</ds:datastoreItem>
</file>

<file path=customXml/itemProps3.xml><?xml version="1.0" encoding="utf-8"?>
<ds:datastoreItem xmlns:ds="http://schemas.openxmlformats.org/officeDocument/2006/customXml" ds:itemID="{3694E399-8B2F-40E6-8803-B8093461C9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TotalTime>
  <Words>471</Words>
  <Application>Microsoft Office PowerPoint</Application>
  <PresentationFormat>Custom</PresentationFormat>
  <Paragraphs>71</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1</cp:revision>
  <dcterms:created xsi:type="dcterms:W3CDTF">2019-12-03T01:50:37Z</dcterms:created>
  <dcterms:modified xsi:type="dcterms:W3CDTF">2024-06-14T05:35:05Z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