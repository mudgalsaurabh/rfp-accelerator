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1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3F"/>
    <a:srgbClr val="0059FF"/>
    <a:srgbClr val="00AB80"/>
    <a:srgbClr val="A93584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6F4069-1637-41B2-9FA9-8D6F782AD60C}" v="2" dt="2023-06-27T03:43:20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284" y="66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0B6F4069-1637-41B2-9FA9-8D6F782AD60C}"/>
    <pc:docChg chg="undo custSel modSld">
      <pc:chgData name="Darcy Roach" userId="ba676ee9-e9b4-49e8-a515-8077106c948d" providerId="ADAL" clId="{0B6F4069-1637-41B2-9FA9-8D6F782AD60C}" dt="2023-06-27T05:23:07.463" v="1662" actId="1076"/>
      <pc:docMkLst>
        <pc:docMk/>
      </pc:docMkLst>
      <pc:sldChg chg="addSp delSp modSp mod">
        <pc:chgData name="Darcy Roach" userId="ba676ee9-e9b4-49e8-a515-8077106c948d" providerId="ADAL" clId="{0B6F4069-1637-41B2-9FA9-8D6F782AD60C}" dt="2023-06-27T05:23:07.463" v="1662" actId="1076"/>
        <pc:sldMkLst>
          <pc:docMk/>
          <pc:sldMk cId="3618352684" sldId="271"/>
        </pc:sldMkLst>
        <pc:spChg chg="mod">
          <ac:chgData name="Darcy Roach" userId="ba676ee9-e9b4-49e8-a515-8077106c948d" providerId="ADAL" clId="{0B6F4069-1637-41B2-9FA9-8D6F782AD60C}" dt="2023-06-27T04:44:47.062" v="870" actId="14100"/>
          <ac:spMkLst>
            <pc:docMk/>
            <pc:sldMk cId="3618352684" sldId="271"/>
            <ac:spMk id="2" creationId="{2FA774CA-3857-9308-4D38-9414B0CC2B95}"/>
          </ac:spMkLst>
        </pc:spChg>
        <pc:spChg chg="mod">
          <ac:chgData name="Darcy Roach" userId="ba676ee9-e9b4-49e8-a515-8077106c948d" providerId="ADAL" clId="{0B6F4069-1637-41B2-9FA9-8D6F782AD60C}" dt="2023-06-27T04:26:18.894" v="372" actId="14100"/>
          <ac:spMkLst>
            <pc:docMk/>
            <pc:sldMk cId="3618352684" sldId="271"/>
            <ac:spMk id="4" creationId="{80F49B2F-21D4-F9EB-049F-717A10CB7D84}"/>
          </ac:spMkLst>
        </pc:spChg>
        <pc:spChg chg="mod ord">
          <ac:chgData name="Darcy Roach" userId="ba676ee9-e9b4-49e8-a515-8077106c948d" providerId="ADAL" clId="{0B6F4069-1637-41B2-9FA9-8D6F782AD60C}" dt="2023-06-27T04:31:27.035" v="393" actId="167"/>
          <ac:spMkLst>
            <pc:docMk/>
            <pc:sldMk cId="3618352684" sldId="271"/>
            <ac:spMk id="6" creationId="{701E125D-B356-8A2A-B86B-AB6567CEABE1}"/>
          </ac:spMkLst>
        </pc:spChg>
        <pc:spChg chg="add del mod">
          <ac:chgData name="Darcy Roach" userId="ba676ee9-e9b4-49e8-a515-8077106c948d" providerId="ADAL" clId="{0B6F4069-1637-41B2-9FA9-8D6F782AD60C}" dt="2023-06-27T04:12:11.321" v="201" actId="478"/>
          <ac:spMkLst>
            <pc:docMk/>
            <pc:sldMk cId="3618352684" sldId="271"/>
            <ac:spMk id="8" creationId="{B69E31D1-3C01-EC45-CED1-303E3D9470DD}"/>
          </ac:spMkLst>
        </pc:spChg>
        <pc:spChg chg="mod">
          <ac:chgData name="Darcy Roach" userId="ba676ee9-e9b4-49e8-a515-8077106c948d" providerId="ADAL" clId="{0B6F4069-1637-41B2-9FA9-8D6F782AD60C}" dt="2023-06-27T05:06:26.274" v="1073" actId="20577"/>
          <ac:spMkLst>
            <pc:docMk/>
            <pc:sldMk cId="3618352684" sldId="271"/>
            <ac:spMk id="9" creationId="{FC1E3E96-4B11-5242-E07F-7D9FDDBB0190}"/>
          </ac:spMkLst>
        </pc:spChg>
        <pc:spChg chg="mod">
          <ac:chgData name="Darcy Roach" userId="ba676ee9-e9b4-49e8-a515-8077106c948d" providerId="ADAL" clId="{0B6F4069-1637-41B2-9FA9-8D6F782AD60C}" dt="2023-06-27T05:12:56.076" v="1287" actId="20577"/>
          <ac:spMkLst>
            <pc:docMk/>
            <pc:sldMk cId="3618352684" sldId="271"/>
            <ac:spMk id="10" creationId="{06312B81-BCF1-2796-C112-3DBE0E02F483}"/>
          </ac:spMkLst>
        </pc:spChg>
        <pc:spChg chg="add del mod">
          <ac:chgData name="Darcy Roach" userId="ba676ee9-e9b4-49e8-a515-8077106c948d" providerId="ADAL" clId="{0B6F4069-1637-41B2-9FA9-8D6F782AD60C}" dt="2023-06-27T03:50:43.114" v="61" actId="478"/>
          <ac:spMkLst>
            <pc:docMk/>
            <pc:sldMk cId="3618352684" sldId="271"/>
            <ac:spMk id="12" creationId="{594A400A-1711-8949-E1DF-F727A6B5D2B4}"/>
          </ac:spMkLst>
        </pc:spChg>
        <pc:spChg chg="mod">
          <ac:chgData name="Darcy Roach" userId="ba676ee9-e9b4-49e8-a515-8077106c948d" providerId="ADAL" clId="{0B6F4069-1637-41B2-9FA9-8D6F782AD60C}" dt="2023-06-26T05:59:04.683" v="29" actId="20577"/>
          <ac:spMkLst>
            <pc:docMk/>
            <pc:sldMk cId="3618352684" sldId="271"/>
            <ac:spMk id="13" creationId="{FD2720C9-A79F-BD7F-E179-674AD67D7892}"/>
          </ac:spMkLst>
        </pc:spChg>
        <pc:spChg chg="mod">
          <ac:chgData name="Darcy Roach" userId="ba676ee9-e9b4-49e8-a515-8077106c948d" providerId="ADAL" clId="{0B6F4069-1637-41B2-9FA9-8D6F782AD60C}" dt="2023-06-27T05:20:16.430" v="1544" actId="20577"/>
          <ac:spMkLst>
            <pc:docMk/>
            <pc:sldMk cId="3618352684" sldId="271"/>
            <ac:spMk id="16" creationId="{7A53ACAB-BBC9-A3AA-740D-EB947374392F}"/>
          </ac:spMkLst>
        </pc:spChg>
        <pc:spChg chg="mod">
          <ac:chgData name="Darcy Roach" userId="ba676ee9-e9b4-49e8-a515-8077106c948d" providerId="ADAL" clId="{0B6F4069-1637-41B2-9FA9-8D6F782AD60C}" dt="2023-06-27T04:14:17.933" v="231" actId="20577"/>
          <ac:spMkLst>
            <pc:docMk/>
            <pc:sldMk cId="3618352684" sldId="271"/>
            <ac:spMk id="17" creationId="{1BDE5051-9F34-F139-742D-4450E5D6591E}"/>
          </ac:spMkLst>
        </pc:spChg>
        <pc:spChg chg="mod">
          <ac:chgData name="Darcy Roach" userId="ba676ee9-e9b4-49e8-a515-8077106c948d" providerId="ADAL" clId="{0B6F4069-1637-41B2-9FA9-8D6F782AD60C}" dt="2023-06-27T05:12:14.909" v="1266" actId="20577"/>
          <ac:spMkLst>
            <pc:docMk/>
            <pc:sldMk cId="3618352684" sldId="271"/>
            <ac:spMk id="19" creationId="{7513C49A-2DF2-8111-FED4-FC07A8EAD258}"/>
          </ac:spMkLst>
        </pc:spChg>
        <pc:spChg chg="mod">
          <ac:chgData name="Darcy Roach" userId="ba676ee9-e9b4-49e8-a515-8077106c948d" providerId="ADAL" clId="{0B6F4069-1637-41B2-9FA9-8D6F782AD60C}" dt="2023-06-27T05:23:07.463" v="1662" actId="1076"/>
          <ac:spMkLst>
            <pc:docMk/>
            <pc:sldMk cId="3618352684" sldId="271"/>
            <ac:spMk id="26" creationId="{1A3D666D-00C8-D106-73C3-9FF300F8618C}"/>
          </ac:spMkLst>
        </pc:spChg>
        <pc:spChg chg="mod">
          <ac:chgData name="Darcy Roach" userId="ba676ee9-e9b4-49e8-a515-8077106c948d" providerId="ADAL" clId="{0B6F4069-1637-41B2-9FA9-8D6F782AD60C}" dt="2023-06-27T05:12:24.616" v="1267" actId="1076"/>
          <ac:spMkLst>
            <pc:docMk/>
            <pc:sldMk cId="3618352684" sldId="271"/>
            <ac:spMk id="28" creationId="{6059F888-3BDF-A1C0-65E5-CB6FDD43D97C}"/>
          </ac:spMkLst>
        </pc:spChg>
        <pc:spChg chg="mod">
          <ac:chgData name="Darcy Roach" userId="ba676ee9-e9b4-49e8-a515-8077106c948d" providerId="ADAL" clId="{0B6F4069-1637-41B2-9FA9-8D6F782AD60C}" dt="2023-06-27T05:17:53.529" v="1523" actId="20577"/>
          <ac:spMkLst>
            <pc:docMk/>
            <pc:sldMk cId="3618352684" sldId="271"/>
            <ac:spMk id="38" creationId="{AB47A2EE-BF0B-DB05-8B7C-DB6594B2B3D5}"/>
          </ac:spMkLst>
        </pc:spChg>
        <pc:spChg chg="mod">
          <ac:chgData name="Darcy Roach" userId="ba676ee9-e9b4-49e8-a515-8077106c948d" providerId="ADAL" clId="{0B6F4069-1637-41B2-9FA9-8D6F782AD60C}" dt="2023-06-27T05:20:22.908" v="1545" actId="1076"/>
          <ac:spMkLst>
            <pc:docMk/>
            <pc:sldMk cId="3618352684" sldId="271"/>
            <ac:spMk id="39" creationId="{3EA81938-6A76-B850-B0E8-A5F905AEBA98}"/>
          </ac:spMkLst>
        </pc:spChg>
        <pc:grpChg chg="mod">
          <ac:chgData name="Darcy Roach" userId="ba676ee9-e9b4-49e8-a515-8077106c948d" providerId="ADAL" clId="{0B6F4069-1637-41B2-9FA9-8D6F782AD60C}" dt="2023-06-27T05:20:22.908" v="1545" actId="1076"/>
          <ac:grpSpMkLst>
            <pc:docMk/>
            <pc:sldMk cId="3618352684" sldId="271"/>
            <ac:grpSpMk id="5" creationId="{980A06B1-0A2F-7DF6-91DB-0F6DFA896A23}"/>
          </ac:grpSpMkLst>
        </pc:grpChg>
        <pc:grpChg chg="mod">
          <ac:chgData name="Darcy Roach" userId="ba676ee9-e9b4-49e8-a515-8077106c948d" providerId="ADAL" clId="{0B6F4069-1637-41B2-9FA9-8D6F782AD60C}" dt="2023-06-27T05:12:24.616" v="1267" actId="1076"/>
          <ac:grpSpMkLst>
            <pc:docMk/>
            <pc:sldMk cId="3618352684" sldId="271"/>
            <ac:grpSpMk id="18" creationId="{E0B3FDFC-4A78-346F-E1D4-E183BEB90A60}"/>
          </ac:grpSpMkLst>
        </pc:grpChg>
        <pc:grpChg chg="mod">
          <ac:chgData name="Darcy Roach" userId="ba676ee9-e9b4-49e8-a515-8077106c948d" providerId="ADAL" clId="{0B6F4069-1637-41B2-9FA9-8D6F782AD60C}" dt="2023-06-27T04:59:52.463" v="1025" actId="1076"/>
          <ac:grpSpMkLst>
            <pc:docMk/>
            <pc:sldMk cId="3618352684" sldId="271"/>
            <ac:grpSpMk id="163" creationId="{E52FDF9F-B084-9074-7DB9-539AD5456487}"/>
          </ac:grpSpMkLst>
        </pc:grpChg>
        <pc:cxnChg chg="mod">
          <ac:chgData name="Darcy Roach" userId="ba676ee9-e9b4-49e8-a515-8077106c948d" providerId="ADAL" clId="{0B6F4069-1637-41B2-9FA9-8D6F782AD60C}" dt="2023-06-27T05:00:04.582" v="1027" actId="14100"/>
          <ac:cxnSpMkLst>
            <pc:docMk/>
            <pc:sldMk cId="3618352684" sldId="271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0B6F4069-1637-41B2-9FA9-8D6F782AD60C}" dt="2023-06-27T05:10:05.044" v="1186" actId="1035"/>
          <ac:cxnSpMkLst>
            <pc:docMk/>
            <pc:sldMk cId="3618352684" sldId="271"/>
            <ac:cxnSpMk id="21" creationId="{B0913DE4-461D-CE43-AABC-C4B3D7D22F45}"/>
          </ac:cxnSpMkLst>
        </pc:cxnChg>
        <pc:cxnChg chg="mod">
          <ac:chgData name="Darcy Roach" userId="ba676ee9-e9b4-49e8-a515-8077106c948d" providerId="ADAL" clId="{0B6F4069-1637-41B2-9FA9-8D6F782AD60C}" dt="2023-06-27T05:20:26.380" v="1546" actId="14100"/>
          <ac:cxnSpMkLst>
            <pc:docMk/>
            <pc:sldMk cId="3618352684" sldId="271"/>
            <ac:cxnSpMk id="170" creationId="{0D51728F-48BB-14BB-256E-5F0C0284BCD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6" y="1044151"/>
            <a:ext cx="4894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Major Australian Telecommunications </a:t>
            </a:r>
            <a:r>
              <a:rPr lang="en-US" sz="1200" b="1" dirty="0" err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Organisation</a:t>
            </a:r>
            <a:endParaRPr lang="en-US" sz="1200" b="1" dirty="0">
              <a:solidFill>
                <a:srgbClr val="0059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AU" sz="1200" b="1" dirty="0">
              <a:solidFill>
                <a:srgbClr val="0059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1E3E96-4B11-5242-E07F-7D9FDDBB0190}"/>
              </a:ext>
            </a:extLst>
          </p:cNvPr>
          <p:cNvSpPr txBox="1"/>
          <p:nvPr/>
        </p:nvSpPr>
        <p:spPr>
          <a:xfrm>
            <a:off x="3463961" y="1312085"/>
            <a:ext cx="4457043" cy="240065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Technical Business Analyst - worked on a project </a:t>
            </a:r>
            <a:r>
              <a:rPr lang="en-AU" sz="1000" dirty="0">
                <a:solidFill>
                  <a:schemeClr val="bg1"/>
                </a:solidFill>
              </a:rPr>
              <a:t>to improve customer experience, via targeted communications based on data points relating to customer behaviour. Responsibilities of this role included:</a:t>
            </a:r>
          </a:p>
          <a:p>
            <a:r>
              <a:rPr lang="en-AU" sz="1000" dirty="0">
                <a:solidFill>
                  <a:schemeClr val="bg1"/>
                </a:solidFill>
              </a:rPr>
              <a:t>Managed multiple onshore &amp; offshore teams</a:t>
            </a:r>
          </a:p>
          <a:p>
            <a:r>
              <a:rPr lang="en-AU" sz="1000" dirty="0">
                <a:solidFill>
                  <a:schemeClr val="bg1"/>
                </a:solidFill>
              </a:rPr>
              <a:t>Liaised with the marketing team to capture business requirements &amp; eligibility rules for feature engineers to develop new features.</a:t>
            </a:r>
          </a:p>
          <a:p>
            <a:r>
              <a:rPr lang="en-AU" sz="1000" dirty="0">
                <a:solidFill>
                  <a:schemeClr val="bg1"/>
                </a:solidFill>
              </a:rPr>
              <a:t>Designed new solutions &amp; presented various approaches to enhance existing solutions</a:t>
            </a:r>
          </a:p>
          <a:p>
            <a:r>
              <a:rPr lang="en-AU" sz="1000" dirty="0">
                <a:solidFill>
                  <a:schemeClr val="bg1"/>
                </a:solidFill>
              </a:rPr>
              <a:t>Conducted proof of concepts to apply proposed solutions in real world to gain insights and measure the impacts.</a:t>
            </a:r>
          </a:p>
          <a:p>
            <a:r>
              <a:rPr lang="en-AU" sz="1000" dirty="0">
                <a:solidFill>
                  <a:schemeClr val="bg1"/>
                </a:solidFill>
              </a:rPr>
              <a:t>Identified gaps in data and engaged with the relevant source system teams to import the missing data</a:t>
            </a:r>
          </a:p>
          <a:p>
            <a:r>
              <a:rPr lang="en-AU" sz="1000" dirty="0">
                <a:solidFill>
                  <a:schemeClr val="bg1"/>
                </a:solidFill>
              </a:rPr>
              <a:t>Presented insights to the customer leadership team to facilitate future campaign offers and higher revenue generation in key industries</a:t>
            </a:r>
          </a:p>
          <a:p>
            <a:endParaRPr lang="en-AU" sz="1000" dirty="0">
              <a:solidFill>
                <a:schemeClr val="bg1"/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158595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Wes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Shah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192375" y="1589600"/>
            <a:ext cx="2944517" cy="36388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Wes is an accomplished Technical Business Analyst with </a:t>
            </a: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over 11 years of experience driving business outcomes through cloud technology and management.</a:t>
            </a:r>
          </a:p>
          <a:p>
            <a:pPr>
              <a:lnSpc>
                <a:spcPts val="1500"/>
              </a:lnSpc>
            </a:pPr>
            <a:endParaRPr lang="en-US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 a proven track record of delivering value through meticulous attention to detail and a disciplined work ethic, Wes is a valuable asset to any team operating in the fast-paced world of data. With deep knowledge of industry trends and a passion for excellence, Wes is dedicated to using his skills to help organisations succeed in today's dynamic business landscape.</a:t>
            </a:r>
            <a:endParaRPr lang="en-US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endParaRPr lang="en-US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Wes is driven by curiosity to learn new things, passionate about solving problems, taking an active stance on the initiatives, and collaborating with teams to achieve business outcomes.</a:t>
            </a:r>
          </a:p>
          <a:p>
            <a:pPr>
              <a:lnSpc>
                <a:spcPts val="1500"/>
              </a:lnSpc>
            </a:pPr>
            <a:endParaRPr lang="en-US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84993" y="1239722"/>
            <a:ext cx="3162388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 dirty="0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13113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642327" y="5711189"/>
            <a:ext cx="1510046" cy="23083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AWS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Databricks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Snowflake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Airflow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Tableau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Teradata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Oracle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Informatica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Visio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Jira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390956"/>
            <a:ext cx="0" cy="1921872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52FDF9F-B084-9074-7DB9-539AD5456487}"/>
              </a:ext>
            </a:extLst>
          </p:cNvPr>
          <p:cNvGrpSpPr/>
          <p:nvPr/>
        </p:nvGrpSpPr>
        <p:grpSpPr>
          <a:xfrm>
            <a:off x="3428144" y="3847896"/>
            <a:ext cx="4536321" cy="2092881"/>
            <a:chOff x="5030740" y="1885572"/>
            <a:chExt cx="4845492" cy="209288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312B81-BCF1-2796-C112-3DBE0E02F483}"/>
                </a:ext>
              </a:extLst>
            </p:cNvPr>
            <p:cNvSpPr txBox="1"/>
            <p:nvPr/>
          </p:nvSpPr>
          <p:spPr>
            <a:xfrm>
              <a:off x="5059475" y="1885572"/>
              <a:ext cx="4816757" cy="2092881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r>
                <a:rPr lang="en-AU" sz="1000" dirty="0"/>
                <a:t>The customer undertook a substantial uplift from legacy to a complete end-to-end cloud-based transformation. </a:t>
              </a:r>
              <a:r>
                <a:rPr lang="en-AU" sz="1000" dirty="0">
                  <a:solidFill>
                    <a:schemeClr val="bg1"/>
                  </a:solidFill>
                </a:rPr>
                <a:t>Responsibilities of this role included:</a:t>
              </a:r>
            </a:p>
            <a:p>
              <a:r>
                <a:rPr lang="en-AU" sz="1000" dirty="0"/>
                <a:t>Tracked project progress and deliverables through Jira user stories</a:t>
              </a:r>
            </a:p>
            <a:p>
              <a:r>
                <a:rPr lang="en-AU" sz="1000" dirty="0"/>
                <a:t>Documented process to train staff to manage platform operations to meet SLAs</a:t>
              </a:r>
            </a:p>
            <a:p>
              <a:r>
                <a:rPr lang="en-AU" sz="1000" dirty="0"/>
                <a:t>Led multiple technical streams of work to unify the data in the data lake &amp; propagated to managed and operational data stores for reporting and visualisation (Jenkins, S3 Data Lake, Glue, Redshift, Tableau)</a:t>
              </a:r>
            </a:p>
            <a:p>
              <a:r>
                <a:rPr lang="en-AU" sz="1000" dirty="0"/>
                <a:t>Designed and implemented solutions to enhance the cloud ecosystem to process streaming data to ensure operational assurance (Kinesis Firehose, CloudWatch, Lambda)</a:t>
              </a:r>
            </a:p>
            <a:p>
              <a:r>
                <a:rPr lang="en-AU" sz="1000" dirty="0"/>
                <a:t>Developed config driven ETL jobs by designing and implementing metadata store (RDS, SSM, Talend, Bitbucket)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5030740" y="1983710"/>
              <a:ext cx="0" cy="188201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277534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6"/>
            <a:ext cx="0" cy="427064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492978"/>
            <a:ext cx="1951941" cy="1938992"/>
            <a:chOff x="8106458" y="2681447"/>
            <a:chExt cx="1951941" cy="1938992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AWS Certified – Solution Architect Associate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US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Bachelor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– Science, Computer Science | National University of Computer &amp; Emerging Sciences</a:t>
              </a:r>
              <a:endParaRPr lang="en-US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A774CA-3857-9308-4D38-9414B0CC2B95}"/>
              </a:ext>
            </a:extLst>
          </p:cNvPr>
          <p:cNvSpPr txBox="1"/>
          <p:nvPr/>
        </p:nvSpPr>
        <p:spPr>
          <a:xfrm>
            <a:off x="3335753" y="3573006"/>
            <a:ext cx="4574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Major Financial Services Organisation – Senior Data Engineer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1" y="5711189"/>
            <a:ext cx="1510046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Problem-Solving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Modelling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Warehousing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Dashboards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Science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Requirements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Consulting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B3FDFC-4A78-346F-E1D4-E183BEB90A60}"/>
              </a:ext>
            </a:extLst>
          </p:cNvPr>
          <p:cNvGrpSpPr/>
          <p:nvPr/>
        </p:nvGrpSpPr>
        <p:grpSpPr>
          <a:xfrm>
            <a:off x="3428144" y="6195626"/>
            <a:ext cx="4584890" cy="1477328"/>
            <a:chOff x="5023753" y="4036349"/>
            <a:chExt cx="4757437" cy="147732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513C49A-2DF2-8111-FED4-FC07A8EAD258}"/>
                </a:ext>
              </a:extLst>
            </p:cNvPr>
            <p:cNvSpPr txBox="1"/>
            <p:nvPr/>
          </p:nvSpPr>
          <p:spPr>
            <a:xfrm>
              <a:off x="5059474" y="4036349"/>
              <a:ext cx="4721716" cy="1477328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r>
                <a:rPr lang="en-AU" sz="1000" dirty="0">
                  <a:solidFill>
                    <a:schemeClr val="bg1"/>
                  </a:solidFill>
                </a:rPr>
                <a:t>Led data acquisition and transformation tasks for migrating data from on-premises data warehouse to Cloud. </a:t>
              </a:r>
              <a:r>
                <a:rPr lang="en-AU" sz="1000" dirty="0"/>
                <a:t>Responsibilities of this role included:</a:t>
              </a:r>
              <a:endParaRPr lang="en-AU" sz="1000" dirty="0">
                <a:solidFill>
                  <a:schemeClr val="bg1"/>
                </a:solidFill>
              </a:endParaRPr>
            </a:p>
            <a:p>
              <a:r>
                <a:rPr lang="en-AU" sz="1000" dirty="0"/>
                <a:t>Built data ingestion pipeline using EC2 instances and batch file for the initial phase of the program to keep the cost to minimum.</a:t>
              </a:r>
            </a:p>
            <a:p>
              <a:r>
                <a:rPr lang="en-AU" sz="1000" dirty="0"/>
                <a:t>Applied best practices to store data in Cloud. This resulted in quick access to centralised data to the executive and provided self-service to enable the management to track headline, business critical metrics.</a:t>
              </a:r>
            </a:p>
            <a:p>
              <a:r>
                <a:rPr lang="en-AU" sz="1000" dirty="0"/>
                <a:t>Led migration of data from on-prem IBM Netezza to Amazon Redshift using SQL, EC2 instance and Amazon S3 bucket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913DE4-461D-CE43-AABC-C4B3D7D22F45}"/>
                </a:ext>
              </a:extLst>
            </p:cNvPr>
            <p:cNvCxnSpPr>
              <a:cxnSpLocks/>
            </p:cNvCxnSpPr>
            <p:nvPr/>
          </p:nvCxnSpPr>
          <p:spPr>
            <a:xfrm>
              <a:off x="5023753" y="4117776"/>
              <a:ext cx="0" cy="1199091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35752" y="5943175"/>
            <a:ext cx="3526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Australian Government-owned Corporation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53ACAB-BBC9-A3AA-740D-EB947374392F}"/>
              </a:ext>
            </a:extLst>
          </p:cNvPr>
          <p:cNvSpPr txBox="1"/>
          <p:nvPr/>
        </p:nvSpPr>
        <p:spPr>
          <a:xfrm>
            <a:off x="8118489" y="1456630"/>
            <a:ext cx="1951941" cy="172354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Telecommunications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Government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Technology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Big 4 Consulting</a:t>
            </a:r>
          </a:p>
        </p:txBody>
      </p:sp>
    </p:spTree>
    <p:extLst>
      <p:ext uri="{BB962C8B-B14F-4D97-AF65-F5344CB8AC3E}">
        <p14:creationId xmlns:p14="http://schemas.microsoft.com/office/powerpoint/2010/main" val="3618352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BCFD15-CFFF-49AE-B6C5-12DE46320969}">
  <ds:schemaRefs>
    <ds:schemaRef ds:uri="daf93972-1964-4522-aa34-640805a01c3a"/>
    <ds:schemaRef ds:uri="e52cd9e7-35e5-4bd3-9cab-ca6a63c31e5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BEDE27A-5D3F-48EC-A4D1-3F35063BDC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00451E-E522-46D9-AB52-9A87D144F4C5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3650</TotalTime>
  <Words>566</Words>
  <Application>Microsoft Office PowerPoint</Application>
  <PresentationFormat>Custom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10</cp:revision>
  <dcterms:created xsi:type="dcterms:W3CDTF">2019-12-03T01:50:37Z</dcterms:created>
  <dcterms:modified xsi:type="dcterms:W3CDTF">2023-06-27T05:23:15Z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