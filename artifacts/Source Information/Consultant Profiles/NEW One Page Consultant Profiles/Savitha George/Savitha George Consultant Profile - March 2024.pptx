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FF"/>
    <a:srgbClr val="ED7D31"/>
    <a:srgbClr val="A93584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54" d="100"/>
          <a:sy n="54" d="100"/>
        </p:scale>
        <p:origin x="1760" y="24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3B9B66D4-98F2-4536-B69A-8A809AFEC24C}"/>
    <pc:docChg chg="modSld">
      <pc:chgData name="Darcy Roach" userId="ba676ee9-e9b4-49e8-a515-8077106c948d" providerId="ADAL" clId="{3B9B66D4-98F2-4536-B69A-8A809AFEC24C}" dt="2024-09-12T01:44:09.490" v="230" actId="14100"/>
      <pc:docMkLst>
        <pc:docMk/>
      </pc:docMkLst>
      <pc:sldChg chg="modSp mod">
        <pc:chgData name="Darcy Roach" userId="ba676ee9-e9b4-49e8-a515-8077106c948d" providerId="ADAL" clId="{3B9B66D4-98F2-4536-B69A-8A809AFEC24C}" dt="2024-09-12T01:44:09.490" v="230" actId="14100"/>
        <pc:sldMkLst>
          <pc:docMk/>
          <pc:sldMk cId="2009923557" sldId="270"/>
        </pc:sldMkLst>
        <pc:spChg chg="mod">
          <ac:chgData name="Darcy Roach" userId="ba676ee9-e9b4-49e8-a515-8077106c948d" providerId="ADAL" clId="{3B9B66D4-98F2-4536-B69A-8A809AFEC24C}" dt="2024-09-12T01:44:09.490" v="230" actId="14100"/>
          <ac:spMkLst>
            <pc:docMk/>
            <pc:sldMk cId="2009923557" sldId="270"/>
            <ac:spMk id="10" creationId="{06312B81-BCF1-2796-C112-3DBE0E02F483}"/>
          </ac:spMkLst>
        </pc:spChg>
        <pc:spChg chg="mod">
          <ac:chgData name="Darcy Roach" userId="ba676ee9-e9b4-49e8-a515-8077106c948d" providerId="ADAL" clId="{3B9B66D4-98F2-4536-B69A-8A809AFEC24C}" dt="2024-09-09T23:11:51.009" v="227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3B9B66D4-98F2-4536-B69A-8A809AFEC24C}" dt="2024-09-09T23:08:03.461" v="113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3B9B66D4-98F2-4536-B69A-8A809AFEC24C}" dt="2024-09-09T23:16:38.862" v="228" actId="1076"/>
          <ac:spMkLst>
            <pc:docMk/>
            <pc:sldMk cId="2009923557" sldId="270"/>
            <ac:spMk id="39" creationId="{3EA81938-6A76-B850-B0E8-A5F905AEBA98}"/>
          </ac:spMkLst>
        </pc:spChg>
        <pc:grpChg chg="mod">
          <ac:chgData name="Darcy Roach" userId="ba676ee9-e9b4-49e8-a515-8077106c948d" providerId="ADAL" clId="{3B9B66D4-98F2-4536-B69A-8A809AFEC24C}" dt="2024-09-09T23:16:38.862" v="228" actId="1076"/>
          <ac:grpSpMkLst>
            <pc:docMk/>
            <pc:sldMk cId="2009923557" sldId="270"/>
            <ac:grpSpMk id="5" creationId="{980A06B1-0A2F-7DF6-91DB-0F6DFA896A23}"/>
          </ac:grpSpMkLst>
        </pc:grpChg>
        <pc:cxnChg chg="mod">
          <ac:chgData name="Darcy Roach" userId="ba676ee9-e9b4-49e8-a515-8077106c948d" providerId="ADAL" clId="{3B9B66D4-98F2-4536-B69A-8A809AFEC24C}" dt="2024-09-09T23:08:13.097" v="114" actId="14100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  <pc:docChgLst>
    <pc:chgData name="Darcy Roach" userId="ba676ee9-e9b4-49e8-a515-8077106c948d" providerId="ADAL" clId="{A5F78A18-96F5-4453-BEDC-E61712F470F6}"/>
    <pc:docChg chg="custSel modSld">
      <pc:chgData name="Darcy Roach" userId="ba676ee9-e9b4-49e8-a515-8077106c948d" providerId="ADAL" clId="{A5F78A18-96F5-4453-BEDC-E61712F470F6}" dt="2024-03-14T04:43:41.548" v="1406" actId="20577"/>
      <pc:docMkLst>
        <pc:docMk/>
      </pc:docMkLst>
      <pc:sldChg chg="modSp mod">
        <pc:chgData name="Darcy Roach" userId="ba676ee9-e9b4-49e8-a515-8077106c948d" providerId="ADAL" clId="{A5F78A18-96F5-4453-BEDC-E61712F470F6}" dt="2024-03-14T04:43:41.548" v="1406" actId="20577"/>
        <pc:sldMkLst>
          <pc:docMk/>
          <pc:sldMk cId="2009923557" sldId="270"/>
        </pc:sldMkLst>
        <pc:spChg chg="mod ord">
          <ac:chgData name="Darcy Roach" userId="ba676ee9-e9b4-49e8-a515-8077106c948d" providerId="ADAL" clId="{A5F78A18-96F5-4453-BEDC-E61712F470F6}" dt="2024-03-14T04:43:02.247" v="1398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A5F78A18-96F5-4453-BEDC-E61712F470F6}" dt="2024-03-14T00:46:36.895" v="561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A5F78A18-96F5-4453-BEDC-E61712F470F6}" dt="2024-03-14T01:06:26.875" v="1119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A5F78A18-96F5-4453-BEDC-E61712F470F6}" dt="2024-03-14T01:09:10.299" v="1286" actId="20577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A5F78A18-96F5-4453-BEDC-E61712F470F6}" dt="2024-03-14T04:43:41.548" v="1406" actId="20577"/>
          <ac:spMkLst>
            <pc:docMk/>
            <pc:sldMk cId="2009923557" sldId="270"/>
            <ac:spMk id="10" creationId="{06312B81-BCF1-2796-C112-3DBE0E02F483}"/>
          </ac:spMkLst>
        </pc:spChg>
        <pc:spChg chg="mod">
          <ac:chgData name="Darcy Roach" userId="ba676ee9-e9b4-49e8-a515-8077106c948d" providerId="ADAL" clId="{A5F78A18-96F5-4453-BEDC-E61712F470F6}" dt="2024-03-13T00:58:53.792" v="28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A5F78A18-96F5-4453-BEDC-E61712F470F6}" dt="2024-03-14T00:35:46.248" v="410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A5F78A18-96F5-4453-BEDC-E61712F470F6}" dt="2024-03-14T01:10:37.755" v="1343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A5F78A18-96F5-4453-BEDC-E61712F470F6}" dt="2024-03-13T01:00:05.551" v="35" actId="2057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A5F78A18-96F5-4453-BEDC-E61712F470F6}" dt="2024-03-14T00:45:04.716" v="506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A5F78A18-96F5-4453-BEDC-E61712F470F6}" dt="2024-03-14T01:09:47.878" v="1316" actId="20577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A5F78A18-96F5-4453-BEDC-E61712F470F6}" dt="2024-03-14T01:01:09.608" v="1073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A5F78A18-96F5-4453-BEDC-E61712F470F6}" dt="2024-03-14T04:39:45.909" v="1349" actId="1076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A5F78A18-96F5-4453-BEDC-E61712F470F6}" dt="2024-03-14T03:48:17.329" v="1344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A5F78A18-96F5-4453-BEDC-E61712F470F6}" dt="2024-03-14T04:39:45.909" v="1349" actId="1076"/>
          <ac:grpSpMkLst>
            <pc:docMk/>
            <pc:sldMk cId="2009923557" sldId="270"/>
            <ac:grpSpMk id="5" creationId="{980A06B1-0A2F-7DF6-91DB-0F6DFA896A23}"/>
          </ac:grpSpMkLst>
        </pc:grpChg>
        <pc:grpChg chg="mod">
          <ac:chgData name="Darcy Roach" userId="ba676ee9-e9b4-49e8-a515-8077106c948d" providerId="ADAL" clId="{A5F78A18-96F5-4453-BEDC-E61712F470F6}" dt="2024-03-14T04:42:39.905" v="1391" actId="1076"/>
          <ac:grpSpMkLst>
            <pc:docMk/>
            <pc:sldMk cId="2009923557" sldId="270"/>
            <ac:grpSpMk id="9" creationId="{E7DD910D-15D0-5CBC-B70B-D2480ECA3DCA}"/>
          </ac:grpSpMkLst>
        </pc:grpChg>
        <pc:grpChg chg="mod">
          <ac:chgData name="Darcy Roach" userId="ba676ee9-e9b4-49e8-a515-8077106c948d" providerId="ADAL" clId="{A5F78A18-96F5-4453-BEDC-E61712F470F6}" dt="2024-03-14T04:42:16.990" v="1388" actId="1076"/>
          <ac:grpSpMkLst>
            <pc:docMk/>
            <pc:sldMk cId="2009923557" sldId="270"/>
            <ac:grpSpMk id="12" creationId="{C465E181-1D5D-D878-8A71-F5848AAF858F}"/>
          </ac:grpSpMkLst>
        </pc:grpChg>
        <pc:grpChg chg="mod">
          <ac:chgData name="Darcy Roach" userId="ba676ee9-e9b4-49e8-a515-8077106c948d" providerId="ADAL" clId="{A5F78A18-96F5-4453-BEDC-E61712F470F6}" dt="2024-03-14T04:42:33.110" v="1390" actId="1076"/>
          <ac:grpSpMkLst>
            <pc:docMk/>
            <pc:sldMk cId="2009923557" sldId="270"/>
            <ac:grpSpMk id="34" creationId="{0BBEF8AB-50F3-A0AA-9946-9CFF5A8CFABB}"/>
          </ac:grpSpMkLst>
        </pc:grpChg>
        <pc:cxnChg chg="mod">
          <ac:chgData name="Darcy Roach" userId="ba676ee9-e9b4-49e8-a515-8077106c948d" providerId="ADAL" clId="{A5F78A18-96F5-4453-BEDC-E61712F470F6}" dt="2024-03-14T01:08:16.407" v="1179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A5F78A18-96F5-4453-BEDC-E61712F470F6}" dt="2024-03-14T04:42:05.209" v="1387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A5F78A18-96F5-4453-BEDC-E61712F470F6}" dt="2024-03-14T03:49:33.900" v="1348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Savitha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George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25585" y="1578840"/>
            <a:ext cx="2898615" cy="32540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Savitha is a dedicated and results-driven Data Engineer with experience spanning over 14 years in the Telecommunication and Retail sectors. With a proven track record leveraging Azure, Databricks, Snowflake, Alation and Collibra technologies, Savitha is an expert in solution design, technical documentation, application development, testing, deployment, software upgrades, data 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cataloging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data governance and data engineering. 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Savitha’s broad range of technical skills coupled with her exceptional interpersonal skills allow her to provide innovative solutions to complex problems, and her experience in managing end-to-end software development life cycles has enabled her to consistently deliver high-quality solutions that exceed client expectations.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40984" y="1000480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Snowflake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Informatica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UNIX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DevOps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Oracle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447667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628056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77713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20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AU" sz="1200" dirty="0">
                <a:solidFill>
                  <a:srgbClr val="00AB80"/>
                </a:solidFill>
              </a:rPr>
              <a:t>Telecommunications </a:t>
            </a:r>
            <a:endParaRPr lang="en-GB" sz="1200" dirty="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2663111"/>
            <a:ext cx="1963972" cy="4339650"/>
            <a:chOff x="8106458" y="2681447"/>
            <a:chExt cx="1963972" cy="433965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4339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icrosoft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Certified | Azure Data Engineer, Developer, Data Scientist, Power BI Analyst &amp; Data Analyst Associate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Alation | Certified Professional Consultant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Collibra | Certified Data Analyst &amp; Data Scientist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 | Lakehouse Fundamentals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Snowflake | Hands-on Essentials - Data Warehousing &amp; 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ata 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haring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Masters –</a:t>
              </a:r>
              <a:r>
                <a:rPr lang="en-AU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Computer Applications, Rajiv Gandhi Institute of Technology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61806" y="4956238"/>
            <a:ext cx="4651228" cy="2504718"/>
            <a:chOff x="3335753" y="5068700"/>
            <a:chExt cx="4651228" cy="250471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68700"/>
              <a:ext cx="4651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Telecommunications Giant – Data Engineer</a:t>
              </a:r>
            </a:p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4" y="5326649"/>
              <a:ext cx="4498236" cy="2246769"/>
              <a:chOff x="5030740" y="2225627"/>
              <a:chExt cx="4804811" cy="224676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225627"/>
                <a:ext cx="4776077" cy="2246769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Served as the onsite lead in Melbourne, designing end-to-end data flow from AWS to Azure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Conducted discovery sessions, engaged with the Network team for required FW burn, and created documentation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Provided support for build and test data ingestion capabilities and assisted in SIT, deployment, and validation testing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Technical Lead - Demand Break Through &amp; T-INFORM (Client: Telstra)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Delivered a "one-stop-shop" for BI Reporting, providing users an interactive experience with data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Led as a delivery lead, gathering requirements, developing code, and ensuring on-time report delivery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Resolved incidents, analysed, and fixed job failures, and provided production support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endParaRPr lang="en-AU" sz="1000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1955746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6" y="5747849"/>
            <a:ext cx="1502582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Governance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Agile Methodologies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Dashboards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Analysis &amp; Gathering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59463" y="1142595"/>
            <a:ext cx="4618775" cy="1707243"/>
            <a:chOff x="3321267" y="1094557"/>
            <a:chExt cx="4618775" cy="170724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405555"/>
              <a:ext cx="0" cy="1163847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4581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Australian Supermarket – Azure Data Engineer </a:t>
              </a:r>
            </a:p>
            <a:p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24472"/>
              <a:ext cx="4476081" cy="1477328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Spearheaded the migration of RStudio projects to Azure, optimising queries, and adapting logic for a seamless transition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Led the upgrade of R coding from version 3.4.3 to R 4.1.1.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Facilitated the shift from Oracle and SQL databases to Databricks, adding a layer of complexity to the migration process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Contributed to the Advanced Analytics team, ensuring successful migration to the cloud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Mentored and guided multiple team members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endParaRPr lang="en-AU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9099" y="3013818"/>
            <a:ext cx="4683934" cy="1710022"/>
            <a:chOff x="3303046" y="6194352"/>
            <a:chExt cx="4709988" cy="181565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4427756" cy="490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Telecommunications Giant – Lead Data Engineer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1568588"/>
              <a:chOff x="5023753" y="4494578"/>
              <a:chExt cx="4757437" cy="156858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1568588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Led the development of an enterprise-wide metadata management tool, ensuring data quality across retail and business consumers.</a:t>
                </a:r>
              </a:p>
              <a:p>
                <a:r>
                  <a:rPr lang="en-AU" sz="1000" dirty="0"/>
                  <a:t>Designed and built connectivity to applications across different networks and cloud platforms (AWS, AZURE, CLOUDERA, SALESFORCE).</a:t>
                </a:r>
              </a:p>
              <a:p>
                <a:r>
                  <a:rPr lang="en-AU" sz="1000" dirty="0"/>
                  <a:t>Automated scripts and jobs in the Azure platform, adhering to agile methodologies.</a:t>
                </a:r>
              </a:p>
              <a:p>
                <a:r>
                  <a:rPr lang="en-AU" sz="1000" dirty="0"/>
                  <a:t>Mentored and guided team members, organized knowledge transfer sessions, and provided software design guidance.</a:t>
                </a:r>
              </a:p>
              <a:p>
                <a:endParaRPr lang="en-AU" sz="1000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287970"/>
              </a:xfrm>
              <a:prstGeom prst="line">
                <a:avLst/>
              </a:prstGeom>
              <a:ln w="1905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18F0E39-3AA7-487B-AA1E-C19F8BCA1F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ED3751-8046-450E-BBF0-0C652FE3CD2B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e52cd9e7-35e5-4bd3-9cab-ca6a63c31e52"/>
    <ds:schemaRef ds:uri="daf93972-1964-4522-aa34-640805a01c3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22048</TotalTime>
  <Words>498</Words>
  <Application>Microsoft Office PowerPoint</Application>
  <PresentationFormat>Custom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Libre Caslon Text</vt:lpstr>
      <vt:lpstr>Roboto</vt:lpstr>
      <vt:lpstr>Roboto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98</cp:revision>
  <dcterms:created xsi:type="dcterms:W3CDTF">2019-12-03T01:50:37Z</dcterms:created>
  <dcterms:modified xsi:type="dcterms:W3CDTF">2024-09-12T01:44:14Z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