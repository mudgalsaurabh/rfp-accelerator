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9" r:id="rId4"/>
  </p:sldMasterIdLst>
  <p:sldIdLst>
    <p:sldId id="270" r:id="rId5"/>
  </p:sldIdLst>
  <p:sldSz cx="10058400" cy="7772400"/>
  <p:notesSz cx="9144000" cy="6858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448" userDrawn="1">
          <p15:clr>
            <a:srgbClr val="A4A3A4"/>
          </p15:clr>
        </p15:guide>
        <p15:guide id="2" pos="3168" userDrawn="1">
          <p15:clr>
            <a:srgbClr val="A4A3A4"/>
          </p15:clr>
        </p15:guide>
        <p15:guide id="3" pos="311" userDrawn="1">
          <p15:clr>
            <a:srgbClr val="A4A3A4"/>
          </p15:clr>
        </p15:guide>
        <p15:guide id="4" pos="5994" userDrawn="1">
          <p15:clr>
            <a:srgbClr val="A4A3A4"/>
          </p15:clr>
        </p15:guide>
        <p15:guide id="5" orient="horz" pos="148" userDrawn="1">
          <p15:clr>
            <a:srgbClr val="A4A3A4"/>
          </p15:clr>
        </p15:guide>
        <p15:guide id="6" orient="horz" pos="4748"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AB80"/>
    <a:srgbClr val="A93584"/>
    <a:srgbClr val="0F2B3F"/>
    <a:srgbClr val="0059FF"/>
    <a:srgbClr val="ED7D31"/>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602"/>
    <p:restoredTop sz="96357" autoAdjust="0"/>
  </p:normalViewPr>
  <p:slideViewPr>
    <p:cSldViewPr snapToGrid="0">
      <p:cViewPr varScale="1">
        <p:scale>
          <a:sx n="101" d="100"/>
          <a:sy n="101" d="100"/>
        </p:scale>
        <p:origin x="1686" y="-96"/>
      </p:cViewPr>
      <p:guideLst>
        <p:guide orient="horz" pos="2448"/>
        <p:guide pos="3168"/>
        <p:guide pos="311"/>
        <p:guide pos="5994"/>
        <p:guide orient="horz" pos="148"/>
        <p:guide orient="horz" pos="4748"/>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customXml" Target="../customXml/item3.xml"/><Relationship Id="rId7" Type="http://schemas.openxmlformats.org/officeDocument/2006/relationships/viewProps" Target="viewProps.xml"/><Relationship Id="rId2" Type="http://schemas.openxmlformats.org/officeDocument/2006/relationships/customXml" Target="../customXml/item2.xml"/><Relationship Id="rId1" Type="http://schemas.openxmlformats.org/officeDocument/2006/relationships/customXml" Target="../customXml/item1.xml"/><Relationship Id="rId6" Type="http://schemas.openxmlformats.org/officeDocument/2006/relationships/presProps" Target="presProps.xml"/><Relationship Id="rId5" Type="http://schemas.openxmlformats.org/officeDocument/2006/relationships/slide" Target="slides/slide1.xml"/><Relationship Id="rId10" Type="http://schemas.microsoft.com/office/2016/11/relationships/changesInfo" Target="changesInfos/changesInfo1.xml"/><Relationship Id="rId4" Type="http://schemas.openxmlformats.org/officeDocument/2006/relationships/slideMaster" Target="slideMasters/slideMaster1.xml"/><Relationship Id="rId9"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Darcy Roach" userId="ba676ee9-e9b4-49e8-a515-8077106c948d" providerId="ADAL" clId="{EB3FF6CF-F09A-4850-9E4B-B17F70AAD477}"/>
    <pc:docChg chg="undo custSel modSld">
      <pc:chgData name="Darcy Roach" userId="ba676ee9-e9b4-49e8-a515-8077106c948d" providerId="ADAL" clId="{EB3FF6CF-F09A-4850-9E4B-B17F70AAD477}" dt="2023-07-25T02:44:55.525" v="1390" actId="20577"/>
      <pc:docMkLst>
        <pc:docMk/>
      </pc:docMkLst>
      <pc:sldChg chg="addSp delSp modSp mod">
        <pc:chgData name="Darcy Roach" userId="ba676ee9-e9b4-49e8-a515-8077106c948d" providerId="ADAL" clId="{EB3FF6CF-F09A-4850-9E4B-B17F70AAD477}" dt="2023-07-25T02:44:55.525" v="1390" actId="20577"/>
        <pc:sldMkLst>
          <pc:docMk/>
          <pc:sldMk cId="2009923557" sldId="270"/>
        </pc:sldMkLst>
        <pc:spChg chg="mod">
          <ac:chgData name="Darcy Roach" userId="ba676ee9-e9b4-49e8-a515-8077106c948d" providerId="ADAL" clId="{EB3FF6CF-F09A-4850-9E4B-B17F70AAD477}" dt="2023-07-25T00:34:05.106" v="1210" actId="20577"/>
          <ac:spMkLst>
            <pc:docMk/>
            <pc:sldMk cId="2009923557" sldId="270"/>
            <ac:spMk id="2" creationId="{2FA774CA-3857-9308-4D38-9414B0CC2B95}"/>
          </ac:spMkLst>
        </pc:spChg>
        <pc:spChg chg="mod">
          <ac:chgData name="Darcy Roach" userId="ba676ee9-e9b4-49e8-a515-8077106c948d" providerId="ADAL" clId="{EB3FF6CF-F09A-4850-9E4B-B17F70AAD477}" dt="2023-07-25T00:10:49.026" v="672" actId="20577"/>
          <ac:spMkLst>
            <pc:docMk/>
            <pc:sldMk cId="2009923557" sldId="270"/>
            <ac:spMk id="4" creationId="{80F49B2F-21D4-F9EB-049F-717A10CB7D84}"/>
          </ac:spMkLst>
        </pc:spChg>
        <pc:spChg chg="mod">
          <ac:chgData name="Darcy Roach" userId="ba676ee9-e9b4-49e8-a515-8077106c948d" providerId="ADAL" clId="{EB3FF6CF-F09A-4850-9E4B-B17F70AAD477}" dt="2023-07-25T00:33:56.039" v="1191" actId="20577"/>
          <ac:spMkLst>
            <pc:docMk/>
            <pc:sldMk cId="2009923557" sldId="270"/>
            <ac:spMk id="6" creationId="{701E125D-B356-8A2A-B86B-AB6567CEABE1}"/>
          </ac:spMkLst>
        </pc:spChg>
        <pc:spChg chg="add del mod">
          <ac:chgData name="Darcy Roach" userId="ba676ee9-e9b4-49e8-a515-8077106c948d" providerId="ADAL" clId="{EB3FF6CF-F09A-4850-9E4B-B17F70AAD477}" dt="2023-07-25T00:10:38.950" v="663" actId="478"/>
          <ac:spMkLst>
            <pc:docMk/>
            <pc:sldMk cId="2009923557" sldId="270"/>
            <ac:spMk id="9" creationId="{257306EC-6B5D-48BB-A68C-F04DA2CC75E8}"/>
          </ac:spMkLst>
        </pc:spChg>
        <pc:spChg chg="mod">
          <ac:chgData name="Darcy Roach" userId="ba676ee9-e9b4-49e8-a515-8077106c948d" providerId="ADAL" clId="{EB3FF6CF-F09A-4850-9E4B-B17F70AAD477}" dt="2023-07-25T02:44:55.525" v="1390" actId="20577"/>
          <ac:spMkLst>
            <pc:docMk/>
            <pc:sldMk cId="2009923557" sldId="270"/>
            <ac:spMk id="12" creationId="{70DE989F-A988-8C86-5720-1FE5B119EB30}"/>
          </ac:spMkLst>
        </pc:spChg>
        <pc:spChg chg="mod">
          <ac:chgData name="Darcy Roach" userId="ba676ee9-e9b4-49e8-a515-8077106c948d" providerId="ADAL" clId="{EB3FF6CF-F09A-4850-9E4B-B17F70AAD477}" dt="2023-07-24T23:12:11.131" v="36" actId="20577"/>
          <ac:spMkLst>
            <pc:docMk/>
            <pc:sldMk cId="2009923557" sldId="270"/>
            <ac:spMk id="13" creationId="{FD2720C9-A79F-BD7F-E179-674AD67D7892}"/>
          </ac:spMkLst>
        </pc:spChg>
        <pc:spChg chg="mod">
          <ac:chgData name="Darcy Roach" userId="ba676ee9-e9b4-49e8-a515-8077106c948d" providerId="ADAL" clId="{EB3FF6CF-F09A-4850-9E4B-B17F70AAD477}" dt="2023-07-25T00:10:32.362" v="661" actId="20577"/>
          <ac:spMkLst>
            <pc:docMk/>
            <pc:sldMk cId="2009923557" sldId="270"/>
            <ac:spMk id="17" creationId="{1BDE5051-9F34-F139-742D-4450E5D6591E}"/>
          </ac:spMkLst>
        </pc:spChg>
        <pc:spChg chg="add del mod">
          <ac:chgData name="Darcy Roach" userId="ba676ee9-e9b4-49e8-a515-8077106c948d" providerId="ADAL" clId="{EB3FF6CF-F09A-4850-9E4B-B17F70AAD477}" dt="2023-07-25T00:25:01.572" v="750"/>
          <ac:spMkLst>
            <pc:docMk/>
            <pc:sldMk cId="2009923557" sldId="270"/>
            <ac:spMk id="19" creationId="{A0EC8D06-A36D-5CD1-201B-97756B54D29E}"/>
          </ac:spMkLst>
        </pc:spChg>
        <pc:spChg chg="add del mod">
          <ac:chgData name="Darcy Roach" userId="ba676ee9-e9b4-49e8-a515-8077106c948d" providerId="ADAL" clId="{EB3FF6CF-F09A-4850-9E4B-B17F70AAD477}" dt="2023-07-25T00:25:01.575" v="752"/>
          <ac:spMkLst>
            <pc:docMk/>
            <pc:sldMk cId="2009923557" sldId="270"/>
            <ac:spMk id="24" creationId="{A1ECCBAA-A588-1510-38FE-6C2F498C687C}"/>
          </ac:spMkLst>
        </pc:spChg>
        <pc:spChg chg="mod">
          <ac:chgData name="Darcy Roach" userId="ba676ee9-e9b4-49e8-a515-8077106c948d" providerId="ADAL" clId="{EB3FF6CF-F09A-4850-9E4B-B17F70AAD477}" dt="2023-07-25T00:12:17.380" v="684" actId="20577"/>
          <ac:spMkLst>
            <pc:docMk/>
            <pc:sldMk cId="2009923557" sldId="270"/>
            <ac:spMk id="26" creationId="{1A3D666D-00C8-D106-73C3-9FF300F8618C}"/>
          </ac:spMkLst>
        </pc:spChg>
        <pc:spChg chg="mod">
          <ac:chgData name="Darcy Roach" userId="ba676ee9-e9b4-49e8-a515-8077106c948d" providerId="ADAL" clId="{EB3FF6CF-F09A-4850-9E4B-B17F70AAD477}" dt="2023-07-25T02:44:41.004" v="1385" actId="20577"/>
          <ac:spMkLst>
            <pc:docMk/>
            <pc:sldMk cId="2009923557" sldId="270"/>
            <ac:spMk id="31" creationId="{5D644C1D-FE62-9752-27C7-42A94F729A86}"/>
          </ac:spMkLst>
        </pc:spChg>
        <pc:spChg chg="mod">
          <ac:chgData name="Darcy Roach" userId="ba676ee9-e9b4-49e8-a515-8077106c948d" providerId="ADAL" clId="{EB3FF6CF-F09A-4850-9E4B-B17F70AAD477}" dt="2023-07-25T00:33:04.210" v="1107" actId="20577"/>
          <ac:spMkLst>
            <pc:docMk/>
            <pc:sldMk cId="2009923557" sldId="270"/>
            <ac:spMk id="38" creationId="{AB47A2EE-BF0B-DB05-8B7C-DB6594B2B3D5}"/>
          </ac:spMkLst>
        </pc:spChg>
        <pc:spChg chg="mod">
          <ac:chgData name="Darcy Roach" userId="ba676ee9-e9b4-49e8-a515-8077106c948d" providerId="ADAL" clId="{EB3FF6CF-F09A-4850-9E4B-B17F70AAD477}" dt="2023-07-25T00:26:57.006" v="782" actId="20577"/>
          <ac:spMkLst>
            <pc:docMk/>
            <pc:sldMk cId="2009923557" sldId="270"/>
            <ac:spMk id="48" creationId="{2E936835-C132-4204-2E91-FE9D8E6EC671}"/>
          </ac:spMkLst>
        </pc:spChg>
        <pc:spChg chg="mod">
          <ac:chgData name="Darcy Roach" userId="ba676ee9-e9b4-49e8-a515-8077106c948d" providerId="ADAL" clId="{EB3FF6CF-F09A-4850-9E4B-B17F70AAD477}" dt="2023-07-25T02:44:35.621" v="1383" actId="20577"/>
          <ac:spMkLst>
            <pc:docMk/>
            <pc:sldMk cId="2009923557" sldId="270"/>
            <ac:spMk id="54" creationId="{4F1DF6EC-2D10-1310-483C-35027A70DDA1}"/>
          </ac:spMkLst>
        </pc:spChg>
        <pc:spChg chg="mod">
          <ac:chgData name="Darcy Roach" userId="ba676ee9-e9b4-49e8-a515-8077106c948d" providerId="ADAL" clId="{EB3FF6CF-F09A-4850-9E4B-B17F70AAD477}" dt="2023-07-25T01:54:44.555" v="1245" actId="20577"/>
          <ac:spMkLst>
            <pc:docMk/>
            <pc:sldMk cId="2009923557" sldId="270"/>
            <ac:spMk id="55" creationId="{20D856C0-6C6C-30D2-8947-79D3F4B5FE07}"/>
          </ac:spMkLst>
        </pc:spChg>
        <pc:spChg chg="del mod">
          <ac:chgData name="Darcy Roach" userId="ba676ee9-e9b4-49e8-a515-8077106c948d" providerId="ADAL" clId="{EB3FF6CF-F09A-4850-9E4B-B17F70AAD477}" dt="2023-07-25T00:10:37.354" v="662" actId="478"/>
          <ac:spMkLst>
            <pc:docMk/>
            <pc:sldMk cId="2009923557" sldId="270"/>
            <ac:spMk id="60" creationId="{FD202519-197D-24FE-C4B7-F4419021EC1E}"/>
          </ac:spMkLst>
        </pc:spChg>
        <pc:grpChg chg="mod">
          <ac:chgData name="Darcy Roach" userId="ba676ee9-e9b4-49e8-a515-8077106c948d" providerId="ADAL" clId="{EB3FF6CF-F09A-4850-9E4B-B17F70AAD477}" dt="2023-07-25T00:33:30.514" v="1109" actId="1076"/>
          <ac:grpSpMkLst>
            <pc:docMk/>
            <pc:sldMk cId="2009923557" sldId="270"/>
            <ac:grpSpMk id="10" creationId="{A6927CF3-C0AD-7B0E-CC21-BDD13E4FAF2F}"/>
          </ac:grpSpMkLst>
        </pc:grpChg>
        <pc:cxnChg chg="mod">
          <ac:chgData name="Darcy Roach" userId="ba676ee9-e9b4-49e8-a515-8077106c948d" providerId="ADAL" clId="{EB3FF6CF-F09A-4850-9E4B-B17F70AAD477}" dt="2023-07-25T00:21:06.025" v="718" actId="14100"/>
          <ac:cxnSpMkLst>
            <pc:docMk/>
            <pc:sldMk cId="2009923557" sldId="270"/>
            <ac:cxnSpMk id="15" creationId="{F87F05F2-DA4C-4F55-A5D0-1887110DF155}"/>
          </ac:cxnSpMkLst>
        </pc:cxnChg>
        <pc:cxnChg chg="mod">
          <ac:chgData name="Darcy Roach" userId="ba676ee9-e9b4-49e8-a515-8077106c948d" providerId="ADAL" clId="{EB3FF6CF-F09A-4850-9E4B-B17F70AAD477}" dt="2023-07-25T00:33:15.305" v="1108" actId="14100"/>
          <ac:cxnSpMkLst>
            <pc:docMk/>
            <pc:sldMk cId="2009923557" sldId="270"/>
            <ac:cxnSpMk id="170" creationId="{0D51728F-48BB-14BB-256E-5F0C0284BCDF}"/>
          </ac:cxnSpMkLst>
        </pc:cxn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754380" y="1272013"/>
            <a:ext cx="8549640" cy="2705947"/>
          </a:xfrm>
        </p:spPr>
        <p:txBody>
          <a:bodyPr anchor="b"/>
          <a:lstStyle>
            <a:lvl1pPr algn="ctr">
              <a:defRPr sz="6599"/>
            </a:lvl1pPr>
          </a:lstStyle>
          <a:p>
            <a:r>
              <a:rPr lang="en-US"/>
              <a:t>Click to edit Master title style</a:t>
            </a:r>
          </a:p>
        </p:txBody>
      </p:sp>
      <p:sp>
        <p:nvSpPr>
          <p:cNvPr id="3" name="Subtitle 2"/>
          <p:cNvSpPr>
            <a:spLocks noGrp="1"/>
          </p:cNvSpPr>
          <p:nvPr>
            <p:ph type="subTitle" idx="1"/>
          </p:nvPr>
        </p:nvSpPr>
        <p:spPr>
          <a:xfrm>
            <a:off x="1257300" y="4082310"/>
            <a:ext cx="7543800" cy="1876530"/>
          </a:xfrm>
        </p:spPr>
        <p:txBody>
          <a:bodyPr/>
          <a:lstStyle>
            <a:lvl1pPr marL="0" indent="0" algn="ctr">
              <a:buNone/>
              <a:defRPr sz="2640"/>
            </a:lvl1pPr>
            <a:lvl2pPr marL="502878" indent="0" algn="ctr">
              <a:buNone/>
              <a:defRPr sz="2200"/>
            </a:lvl2pPr>
            <a:lvl3pPr marL="1005755" indent="0" algn="ctr">
              <a:buNone/>
              <a:defRPr sz="1980"/>
            </a:lvl3pPr>
            <a:lvl4pPr marL="1508634" indent="0" algn="ctr">
              <a:buNone/>
              <a:defRPr sz="1760"/>
            </a:lvl4pPr>
            <a:lvl5pPr marL="2011512" indent="0" algn="ctr">
              <a:buNone/>
              <a:defRPr sz="1760"/>
            </a:lvl5pPr>
            <a:lvl6pPr marL="2514389" indent="0" algn="ctr">
              <a:buNone/>
              <a:defRPr sz="1760"/>
            </a:lvl6pPr>
            <a:lvl7pPr marL="3017267" indent="0" algn="ctr">
              <a:buNone/>
              <a:defRPr sz="1760"/>
            </a:lvl7pPr>
            <a:lvl8pPr marL="3520145" indent="0" algn="ctr">
              <a:buNone/>
              <a:defRPr sz="1760"/>
            </a:lvl8pPr>
            <a:lvl9pPr marL="4023023" indent="0" algn="ctr">
              <a:buNone/>
              <a:defRPr sz="1760"/>
            </a:lvl9pPr>
          </a:lstStyle>
          <a:p>
            <a:r>
              <a:rPr lang="en-US"/>
              <a:t>Click to edit Master subtitle style</a:t>
            </a:r>
          </a:p>
        </p:txBody>
      </p:sp>
      <p:sp>
        <p:nvSpPr>
          <p:cNvPr id="4" name="Date Placeholder 3"/>
          <p:cNvSpPr>
            <a:spLocks noGrp="1"/>
          </p:cNvSpPr>
          <p:nvPr>
            <p:ph type="dt" sz="half" idx="10"/>
          </p:nvPr>
        </p:nvSpPr>
        <p:spPr/>
        <p:txBody>
          <a:bodyPr/>
          <a:lstStyle/>
          <a:p>
            <a:fld id="{449057BF-143F-654A-BE61-7BF52D905453}" type="datetimeFigureOut">
              <a:rPr lang="en-US" smtClean="0"/>
              <a:t>7/25/2023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A9039BF-E0FB-D843-8F6D-3060C51D69E8}" type="slidenum">
              <a:rPr lang="en-US" smtClean="0"/>
              <a:t>‹#›</a:t>
            </a:fld>
            <a:endParaRPr lang="en-US"/>
          </a:p>
        </p:txBody>
      </p:sp>
    </p:spTree>
    <p:extLst>
      <p:ext uri="{BB962C8B-B14F-4D97-AF65-F5344CB8AC3E}">
        <p14:creationId xmlns:p14="http://schemas.microsoft.com/office/powerpoint/2010/main" val="44376153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449057BF-143F-654A-BE61-7BF52D905453}" type="datetimeFigureOut">
              <a:rPr lang="en-US" smtClean="0"/>
              <a:t>7/25/2023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A9039BF-E0FB-D843-8F6D-3060C51D69E8}" type="slidenum">
              <a:rPr lang="en-US" smtClean="0"/>
              <a:t>‹#›</a:t>
            </a:fld>
            <a:endParaRPr lang="en-US"/>
          </a:p>
        </p:txBody>
      </p:sp>
    </p:spTree>
    <p:extLst>
      <p:ext uri="{BB962C8B-B14F-4D97-AF65-F5344CB8AC3E}">
        <p14:creationId xmlns:p14="http://schemas.microsoft.com/office/powerpoint/2010/main" val="140822105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86277" y="1937705"/>
            <a:ext cx="8675370" cy="3233102"/>
          </a:xfrm>
        </p:spPr>
        <p:txBody>
          <a:bodyPr anchor="b"/>
          <a:lstStyle>
            <a:lvl1pPr>
              <a:defRPr sz="6599"/>
            </a:lvl1pPr>
          </a:lstStyle>
          <a:p>
            <a:r>
              <a:rPr lang="en-US"/>
              <a:t>Click to edit Master title style</a:t>
            </a:r>
          </a:p>
        </p:txBody>
      </p:sp>
      <p:sp>
        <p:nvSpPr>
          <p:cNvPr id="3" name="Text Placeholder 2"/>
          <p:cNvSpPr>
            <a:spLocks noGrp="1"/>
          </p:cNvSpPr>
          <p:nvPr>
            <p:ph type="body" idx="1"/>
          </p:nvPr>
        </p:nvSpPr>
        <p:spPr>
          <a:xfrm>
            <a:off x="686277" y="5201393"/>
            <a:ext cx="8675370" cy="1700212"/>
          </a:xfrm>
        </p:spPr>
        <p:txBody>
          <a:bodyPr/>
          <a:lstStyle>
            <a:lvl1pPr marL="0" indent="0">
              <a:buNone/>
              <a:defRPr sz="2640">
                <a:solidFill>
                  <a:schemeClr val="tx1"/>
                </a:solidFill>
              </a:defRPr>
            </a:lvl1pPr>
            <a:lvl2pPr marL="502878" indent="0">
              <a:buNone/>
              <a:defRPr sz="2200">
                <a:solidFill>
                  <a:schemeClr val="tx1">
                    <a:tint val="75000"/>
                  </a:schemeClr>
                </a:solidFill>
              </a:defRPr>
            </a:lvl2pPr>
            <a:lvl3pPr marL="1005755" indent="0">
              <a:buNone/>
              <a:defRPr sz="1980">
                <a:solidFill>
                  <a:schemeClr val="tx1">
                    <a:tint val="75000"/>
                  </a:schemeClr>
                </a:solidFill>
              </a:defRPr>
            </a:lvl3pPr>
            <a:lvl4pPr marL="1508634" indent="0">
              <a:buNone/>
              <a:defRPr sz="1760">
                <a:solidFill>
                  <a:schemeClr val="tx1">
                    <a:tint val="75000"/>
                  </a:schemeClr>
                </a:solidFill>
              </a:defRPr>
            </a:lvl4pPr>
            <a:lvl5pPr marL="2011512" indent="0">
              <a:buNone/>
              <a:defRPr sz="1760">
                <a:solidFill>
                  <a:schemeClr val="tx1">
                    <a:tint val="75000"/>
                  </a:schemeClr>
                </a:solidFill>
              </a:defRPr>
            </a:lvl5pPr>
            <a:lvl6pPr marL="2514389" indent="0">
              <a:buNone/>
              <a:defRPr sz="1760">
                <a:solidFill>
                  <a:schemeClr val="tx1">
                    <a:tint val="75000"/>
                  </a:schemeClr>
                </a:solidFill>
              </a:defRPr>
            </a:lvl6pPr>
            <a:lvl7pPr marL="3017267" indent="0">
              <a:buNone/>
              <a:defRPr sz="1760">
                <a:solidFill>
                  <a:schemeClr val="tx1">
                    <a:tint val="75000"/>
                  </a:schemeClr>
                </a:solidFill>
              </a:defRPr>
            </a:lvl7pPr>
            <a:lvl8pPr marL="3520145" indent="0">
              <a:buNone/>
              <a:defRPr sz="1760">
                <a:solidFill>
                  <a:schemeClr val="tx1">
                    <a:tint val="75000"/>
                  </a:schemeClr>
                </a:solidFill>
              </a:defRPr>
            </a:lvl8pPr>
            <a:lvl9pPr marL="4023023" indent="0">
              <a:buNone/>
              <a:defRPr sz="176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49057BF-143F-654A-BE61-7BF52D905453}" type="datetimeFigureOut">
              <a:rPr lang="en-US" smtClean="0"/>
              <a:t>7/25/2023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A9039BF-E0FB-D843-8F6D-3060C51D69E8}" type="slidenum">
              <a:rPr lang="en-US" smtClean="0"/>
              <a:t>‹#›</a:t>
            </a:fld>
            <a:endParaRPr lang="en-US"/>
          </a:p>
        </p:txBody>
      </p:sp>
    </p:spTree>
    <p:extLst>
      <p:ext uri="{BB962C8B-B14F-4D97-AF65-F5344CB8AC3E}">
        <p14:creationId xmlns:p14="http://schemas.microsoft.com/office/powerpoint/2010/main" val="387863111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91515" y="2069042"/>
            <a:ext cx="4274820" cy="493151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5092065" y="2069042"/>
            <a:ext cx="4274820" cy="493151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449057BF-143F-654A-BE61-7BF52D905453}" type="datetimeFigureOut">
              <a:rPr lang="en-US" smtClean="0"/>
              <a:t>7/25/2023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A9039BF-E0FB-D843-8F6D-3060C51D69E8}" type="slidenum">
              <a:rPr lang="en-US" smtClean="0"/>
              <a:t>‹#›</a:t>
            </a:fld>
            <a:endParaRPr lang="en-US"/>
          </a:p>
        </p:txBody>
      </p:sp>
    </p:spTree>
    <p:extLst>
      <p:ext uri="{BB962C8B-B14F-4D97-AF65-F5344CB8AC3E}">
        <p14:creationId xmlns:p14="http://schemas.microsoft.com/office/powerpoint/2010/main" val="258559073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92825" y="413812"/>
            <a:ext cx="8675370" cy="1502305"/>
          </a:xfrm>
        </p:spPr>
        <p:txBody>
          <a:bodyPr/>
          <a:lstStyle/>
          <a:p>
            <a:r>
              <a:rPr lang="en-US"/>
              <a:t>Click to edit Master title style</a:t>
            </a:r>
          </a:p>
        </p:txBody>
      </p:sp>
      <p:sp>
        <p:nvSpPr>
          <p:cNvPr id="3" name="Text Placeholder 2"/>
          <p:cNvSpPr>
            <a:spLocks noGrp="1"/>
          </p:cNvSpPr>
          <p:nvPr>
            <p:ph type="body" idx="1"/>
          </p:nvPr>
        </p:nvSpPr>
        <p:spPr>
          <a:xfrm>
            <a:off x="692826" y="1905320"/>
            <a:ext cx="4255174" cy="933767"/>
          </a:xfrm>
        </p:spPr>
        <p:txBody>
          <a:bodyPr anchor="b"/>
          <a:lstStyle>
            <a:lvl1pPr marL="0" indent="0">
              <a:buNone/>
              <a:defRPr sz="2640" b="1"/>
            </a:lvl1pPr>
            <a:lvl2pPr marL="502878" indent="0">
              <a:buNone/>
              <a:defRPr sz="2200" b="1"/>
            </a:lvl2pPr>
            <a:lvl3pPr marL="1005755" indent="0">
              <a:buNone/>
              <a:defRPr sz="1980" b="1"/>
            </a:lvl3pPr>
            <a:lvl4pPr marL="1508634" indent="0">
              <a:buNone/>
              <a:defRPr sz="1760" b="1"/>
            </a:lvl4pPr>
            <a:lvl5pPr marL="2011512" indent="0">
              <a:buNone/>
              <a:defRPr sz="1760" b="1"/>
            </a:lvl5pPr>
            <a:lvl6pPr marL="2514389" indent="0">
              <a:buNone/>
              <a:defRPr sz="1760" b="1"/>
            </a:lvl6pPr>
            <a:lvl7pPr marL="3017267" indent="0">
              <a:buNone/>
              <a:defRPr sz="1760" b="1"/>
            </a:lvl7pPr>
            <a:lvl8pPr marL="3520145" indent="0">
              <a:buNone/>
              <a:defRPr sz="1760" b="1"/>
            </a:lvl8pPr>
            <a:lvl9pPr marL="4023023" indent="0">
              <a:buNone/>
              <a:defRPr sz="1760" b="1"/>
            </a:lvl9pPr>
          </a:lstStyle>
          <a:p>
            <a:pPr lvl="0"/>
            <a:r>
              <a:rPr lang="en-US"/>
              <a:t>Click to edit Master text styles</a:t>
            </a:r>
          </a:p>
        </p:txBody>
      </p:sp>
      <p:sp>
        <p:nvSpPr>
          <p:cNvPr id="4" name="Content Placeholder 3"/>
          <p:cNvSpPr>
            <a:spLocks noGrp="1"/>
          </p:cNvSpPr>
          <p:nvPr>
            <p:ph sz="half" idx="2"/>
          </p:nvPr>
        </p:nvSpPr>
        <p:spPr>
          <a:xfrm>
            <a:off x="692826" y="2839085"/>
            <a:ext cx="4255174" cy="417586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5092066" y="1905320"/>
            <a:ext cx="4276130" cy="933767"/>
          </a:xfrm>
        </p:spPr>
        <p:txBody>
          <a:bodyPr anchor="b"/>
          <a:lstStyle>
            <a:lvl1pPr marL="0" indent="0">
              <a:buNone/>
              <a:defRPr sz="2640" b="1"/>
            </a:lvl1pPr>
            <a:lvl2pPr marL="502878" indent="0">
              <a:buNone/>
              <a:defRPr sz="2200" b="1"/>
            </a:lvl2pPr>
            <a:lvl3pPr marL="1005755" indent="0">
              <a:buNone/>
              <a:defRPr sz="1980" b="1"/>
            </a:lvl3pPr>
            <a:lvl4pPr marL="1508634" indent="0">
              <a:buNone/>
              <a:defRPr sz="1760" b="1"/>
            </a:lvl4pPr>
            <a:lvl5pPr marL="2011512" indent="0">
              <a:buNone/>
              <a:defRPr sz="1760" b="1"/>
            </a:lvl5pPr>
            <a:lvl6pPr marL="2514389" indent="0">
              <a:buNone/>
              <a:defRPr sz="1760" b="1"/>
            </a:lvl6pPr>
            <a:lvl7pPr marL="3017267" indent="0">
              <a:buNone/>
              <a:defRPr sz="1760" b="1"/>
            </a:lvl7pPr>
            <a:lvl8pPr marL="3520145" indent="0">
              <a:buNone/>
              <a:defRPr sz="1760" b="1"/>
            </a:lvl8pPr>
            <a:lvl9pPr marL="4023023" indent="0">
              <a:buNone/>
              <a:defRPr sz="1760" b="1"/>
            </a:lvl9pPr>
          </a:lstStyle>
          <a:p>
            <a:pPr lvl="0"/>
            <a:r>
              <a:rPr lang="en-US"/>
              <a:t>Click to edit Master text styles</a:t>
            </a:r>
          </a:p>
        </p:txBody>
      </p:sp>
      <p:sp>
        <p:nvSpPr>
          <p:cNvPr id="6" name="Content Placeholder 5"/>
          <p:cNvSpPr>
            <a:spLocks noGrp="1"/>
          </p:cNvSpPr>
          <p:nvPr>
            <p:ph sz="quarter" idx="4"/>
          </p:nvPr>
        </p:nvSpPr>
        <p:spPr>
          <a:xfrm>
            <a:off x="5092066" y="2839085"/>
            <a:ext cx="4276130" cy="417586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449057BF-143F-654A-BE61-7BF52D905453}" type="datetimeFigureOut">
              <a:rPr lang="en-US" smtClean="0"/>
              <a:t>7/25/2023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9A9039BF-E0FB-D843-8F6D-3060C51D69E8}" type="slidenum">
              <a:rPr lang="en-US" smtClean="0"/>
              <a:t>‹#›</a:t>
            </a:fld>
            <a:endParaRPr lang="en-US"/>
          </a:p>
        </p:txBody>
      </p:sp>
    </p:spTree>
    <p:extLst>
      <p:ext uri="{BB962C8B-B14F-4D97-AF65-F5344CB8AC3E}">
        <p14:creationId xmlns:p14="http://schemas.microsoft.com/office/powerpoint/2010/main" val="61276931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449057BF-143F-654A-BE61-7BF52D905453}" type="datetimeFigureOut">
              <a:rPr lang="en-US" smtClean="0"/>
              <a:t>7/25/2023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9A9039BF-E0FB-D843-8F6D-3060C51D69E8}" type="slidenum">
              <a:rPr lang="en-US" smtClean="0"/>
              <a:t>‹#›</a:t>
            </a:fld>
            <a:endParaRPr lang="en-US"/>
          </a:p>
        </p:txBody>
      </p:sp>
    </p:spTree>
    <p:extLst>
      <p:ext uri="{BB962C8B-B14F-4D97-AF65-F5344CB8AC3E}">
        <p14:creationId xmlns:p14="http://schemas.microsoft.com/office/powerpoint/2010/main" val="36658818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49057BF-143F-654A-BE61-7BF52D905453}" type="datetimeFigureOut">
              <a:rPr lang="en-US" smtClean="0"/>
              <a:t>7/25/2023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9A9039BF-E0FB-D843-8F6D-3060C51D69E8}" type="slidenum">
              <a:rPr lang="en-US" smtClean="0"/>
              <a:t>‹#›</a:t>
            </a:fld>
            <a:endParaRPr lang="en-US"/>
          </a:p>
        </p:txBody>
      </p:sp>
    </p:spTree>
    <p:extLst>
      <p:ext uri="{BB962C8B-B14F-4D97-AF65-F5344CB8AC3E}">
        <p14:creationId xmlns:p14="http://schemas.microsoft.com/office/powerpoint/2010/main" val="100125612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92825" y="518160"/>
            <a:ext cx="3244096" cy="1813560"/>
          </a:xfrm>
        </p:spPr>
        <p:txBody>
          <a:bodyPr anchor="b"/>
          <a:lstStyle>
            <a:lvl1pPr>
              <a:defRPr sz="3519"/>
            </a:lvl1pPr>
          </a:lstStyle>
          <a:p>
            <a:r>
              <a:rPr lang="en-US"/>
              <a:t>Click to edit Master title style</a:t>
            </a:r>
          </a:p>
        </p:txBody>
      </p:sp>
      <p:sp>
        <p:nvSpPr>
          <p:cNvPr id="3" name="Content Placeholder 2"/>
          <p:cNvSpPr>
            <a:spLocks noGrp="1"/>
          </p:cNvSpPr>
          <p:nvPr>
            <p:ph idx="1"/>
          </p:nvPr>
        </p:nvSpPr>
        <p:spPr>
          <a:xfrm>
            <a:off x="4276130" y="1119083"/>
            <a:ext cx="5092065" cy="5523442"/>
          </a:xfrm>
        </p:spPr>
        <p:txBody>
          <a:bodyPr/>
          <a:lstStyle>
            <a:lvl1pPr>
              <a:defRPr sz="3519"/>
            </a:lvl1pPr>
            <a:lvl2pPr>
              <a:defRPr sz="3080"/>
            </a:lvl2pPr>
            <a:lvl3pPr>
              <a:defRPr sz="2640"/>
            </a:lvl3pPr>
            <a:lvl4pPr>
              <a:defRPr sz="2200"/>
            </a:lvl4pPr>
            <a:lvl5pPr>
              <a:defRPr sz="2200"/>
            </a:lvl5pPr>
            <a:lvl6pPr>
              <a:defRPr sz="2200"/>
            </a:lvl6pPr>
            <a:lvl7pPr>
              <a:defRPr sz="2200"/>
            </a:lvl7pPr>
            <a:lvl8pPr>
              <a:defRPr sz="2200"/>
            </a:lvl8pPr>
            <a:lvl9pPr>
              <a:defRPr sz="2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92825" y="2331720"/>
            <a:ext cx="3244096" cy="4319800"/>
          </a:xfrm>
        </p:spPr>
        <p:txBody>
          <a:bodyPr/>
          <a:lstStyle>
            <a:lvl1pPr marL="0" indent="0">
              <a:buNone/>
              <a:defRPr sz="1760"/>
            </a:lvl1pPr>
            <a:lvl2pPr marL="502878" indent="0">
              <a:buNone/>
              <a:defRPr sz="1540"/>
            </a:lvl2pPr>
            <a:lvl3pPr marL="1005755" indent="0">
              <a:buNone/>
              <a:defRPr sz="1320"/>
            </a:lvl3pPr>
            <a:lvl4pPr marL="1508634" indent="0">
              <a:buNone/>
              <a:defRPr sz="1100"/>
            </a:lvl4pPr>
            <a:lvl5pPr marL="2011512" indent="0">
              <a:buNone/>
              <a:defRPr sz="1100"/>
            </a:lvl5pPr>
            <a:lvl6pPr marL="2514389" indent="0">
              <a:buNone/>
              <a:defRPr sz="1100"/>
            </a:lvl6pPr>
            <a:lvl7pPr marL="3017267" indent="0">
              <a:buNone/>
              <a:defRPr sz="1100"/>
            </a:lvl7pPr>
            <a:lvl8pPr marL="3520145" indent="0">
              <a:buNone/>
              <a:defRPr sz="1100"/>
            </a:lvl8pPr>
            <a:lvl9pPr marL="4023023" indent="0">
              <a:buNone/>
              <a:defRPr sz="1100"/>
            </a:lvl9pPr>
          </a:lstStyle>
          <a:p>
            <a:pPr lvl="0"/>
            <a:r>
              <a:rPr lang="en-US"/>
              <a:t>Click to edit Master text styles</a:t>
            </a:r>
          </a:p>
        </p:txBody>
      </p:sp>
      <p:sp>
        <p:nvSpPr>
          <p:cNvPr id="5" name="Date Placeholder 4"/>
          <p:cNvSpPr>
            <a:spLocks noGrp="1"/>
          </p:cNvSpPr>
          <p:nvPr>
            <p:ph type="dt" sz="half" idx="10"/>
          </p:nvPr>
        </p:nvSpPr>
        <p:spPr/>
        <p:txBody>
          <a:bodyPr/>
          <a:lstStyle/>
          <a:p>
            <a:fld id="{449057BF-143F-654A-BE61-7BF52D905453}" type="datetimeFigureOut">
              <a:rPr lang="en-US" smtClean="0"/>
              <a:t>7/25/2023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A9039BF-E0FB-D843-8F6D-3060C51D69E8}" type="slidenum">
              <a:rPr lang="en-US" smtClean="0"/>
              <a:t>‹#›</a:t>
            </a:fld>
            <a:endParaRPr lang="en-US"/>
          </a:p>
        </p:txBody>
      </p:sp>
    </p:spTree>
    <p:extLst>
      <p:ext uri="{BB962C8B-B14F-4D97-AF65-F5344CB8AC3E}">
        <p14:creationId xmlns:p14="http://schemas.microsoft.com/office/powerpoint/2010/main" val="279248618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92825" y="518160"/>
            <a:ext cx="3244096" cy="1813560"/>
          </a:xfrm>
        </p:spPr>
        <p:txBody>
          <a:bodyPr anchor="b"/>
          <a:lstStyle>
            <a:lvl1pPr>
              <a:defRPr sz="3519"/>
            </a:lvl1pPr>
          </a:lstStyle>
          <a:p>
            <a:r>
              <a:rPr lang="en-US"/>
              <a:t>Click to edit Master title style</a:t>
            </a:r>
          </a:p>
        </p:txBody>
      </p:sp>
      <p:sp>
        <p:nvSpPr>
          <p:cNvPr id="3" name="Picture Placeholder 2"/>
          <p:cNvSpPr>
            <a:spLocks noGrp="1" noChangeAspect="1"/>
          </p:cNvSpPr>
          <p:nvPr>
            <p:ph type="pic" idx="1"/>
          </p:nvPr>
        </p:nvSpPr>
        <p:spPr>
          <a:xfrm>
            <a:off x="4276130" y="1119083"/>
            <a:ext cx="5092065" cy="5523442"/>
          </a:xfrm>
        </p:spPr>
        <p:txBody>
          <a:bodyPr anchor="t"/>
          <a:lstStyle>
            <a:lvl1pPr marL="0" indent="0">
              <a:buNone/>
              <a:defRPr sz="3519"/>
            </a:lvl1pPr>
            <a:lvl2pPr marL="502878" indent="0">
              <a:buNone/>
              <a:defRPr sz="3080"/>
            </a:lvl2pPr>
            <a:lvl3pPr marL="1005755" indent="0">
              <a:buNone/>
              <a:defRPr sz="2640"/>
            </a:lvl3pPr>
            <a:lvl4pPr marL="1508634" indent="0">
              <a:buNone/>
              <a:defRPr sz="2200"/>
            </a:lvl4pPr>
            <a:lvl5pPr marL="2011512" indent="0">
              <a:buNone/>
              <a:defRPr sz="2200"/>
            </a:lvl5pPr>
            <a:lvl6pPr marL="2514389" indent="0">
              <a:buNone/>
              <a:defRPr sz="2200"/>
            </a:lvl6pPr>
            <a:lvl7pPr marL="3017267" indent="0">
              <a:buNone/>
              <a:defRPr sz="2200"/>
            </a:lvl7pPr>
            <a:lvl8pPr marL="3520145" indent="0">
              <a:buNone/>
              <a:defRPr sz="2200"/>
            </a:lvl8pPr>
            <a:lvl9pPr marL="4023023" indent="0">
              <a:buNone/>
              <a:defRPr sz="2200"/>
            </a:lvl9pPr>
          </a:lstStyle>
          <a:p>
            <a:r>
              <a:rPr lang="en-US"/>
              <a:t>Click icon to add picture</a:t>
            </a:r>
          </a:p>
        </p:txBody>
      </p:sp>
      <p:sp>
        <p:nvSpPr>
          <p:cNvPr id="4" name="Text Placeholder 3"/>
          <p:cNvSpPr>
            <a:spLocks noGrp="1"/>
          </p:cNvSpPr>
          <p:nvPr>
            <p:ph type="body" sz="half" idx="2"/>
          </p:nvPr>
        </p:nvSpPr>
        <p:spPr>
          <a:xfrm>
            <a:off x="692825" y="2331720"/>
            <a:ext cx="3244096" cy="4319800"/>
          </a:xfrm>
        </p:spPr>
        <p:txBody>
          <a:bodyPr/>
          <a:lstStyle>
            <a:lvl1pPr marL="0" indent="0">
              <a:buNone/>
              <a:defRPr sz="1760"/>
            </a:lvl1pPr>
            <a:lvl2pPr marL="502878" indent="0">
              <a:buNone/>
              <a:defRPr sz="1540"/>
            </a:lvl2pPr>
            <a:lvl3pPr marL="1005755" indent="0">
              <a:buNone/>
              <a:defRPr sz="1320"/>
            </a:lvl3pPr>
            <a:lvl4pPr marL="1508634" indent="0">
              <a:buNone/>
              <a:defRPr sz="1100"/>
            </a:lvl4pPr>
            <a:lvl5pPr marL="2011512" indent="0">
              <a:buNone/>
              <a:defRPr sz="1100"/>
            </a:lvl5pPr>
            <a:lvl6pPr marL="2514389" indent="0">
              <a:buNone/>
              <a:defRPr sz="1100"/>
            </a:lvl6pPr>
            <a:lvl7pPr marL="3017267" indent="0">
              <a:buNone/>
              <a:defRPr sz="1100"/>
            </a:lvl7pPr>
            <a:lvl8pPr marL="3520145" indent="0">
              <a:buNone/>
              <a:defRPr sz="1100"/>
            </a:lvl8pPr>
            <a:lvl9pPr marL="4023023" indent="0">
              <a:buNone/>
              <a:defRPr sz="1100"/>
            </a:lvl9pPr>
          </a:lstStyle>
          <a:p>
            <a:pPr lvl="0"/>
            <a:r>
              <a:rPr lang="en-US"/>
              <a:t>Click to edit Master text styles</a:t>
            </a:r>
          </a:p>
        </p:txBody>
      </p:sp>
      <p:sp>
        <p:nvSpPr>
          <p:cNvPr id="5" name="Date Placeholder 4"/>
          <p:cNvSpPr>
            <a:spLocks noGrp="1"/>
          </p:cNvSpPr>
          <p:nvPr>
            <p:ph type="dt" sz="half" idx="10"/>
          </p:nvPr>
        </p:nvSpPr>
        <p:spPr/>
        <p:txBody>
          <a:bodyPr/>
          <a:lstStyle/>
          <a:p>
            <a:fld id="{449057BF-143F-654A-BE61-7BF52D905453}" type="datetimeFigureOut">
              <a:rPr lang="en-US" smtClean="0"/>
              <a:t>7/25/2023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A9039BF-E0FB-D843-8F6D-3060C51D69E8}" type="slidenum">
              <a:rPr lang="en-US" smtClean="0"/>
              <a:t>‹#›</a:t>
            </a:fld>
            <a:endParaRPr lang="en-US"/>
          </a:p>
        </p:txBody>
      </p:sp>
    </p:spTree>
    <p:extLst>
      <p:ext uri="{BB962C8B-B14F-4D97-AF65-F5344CB8AC3E}">
        <p14:creationId xmlns:p14="http://schemas.microsoft.com/office/powerpoint/2010/main" val="94276953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449057BF-143F-654A-BE61-7BF52D905453}" type="datetimeFigureOut">
              <a:rPr lang="en-US" smtClean="0"/>
              <a:t>7/25/2023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A9039BF-E0FB-D843-8F6D-3060C51D69E8}" type="slidenum">
              <a:rPr lang="en-US" smtClean="0"/>
              <a:t>‹#›</a:t>
            </a:fld>
            <a:endParaRPr lang="en-US"/>
          </a:p>
        </p:txBody>
      </p:sp>
    </p:spTree>
    <p:extLst>
      <p:ext uri="{BB962C8B-B14F-4D97-AF65-F5344CB8AC3E}">
        <p14:creationId xmlns:p14="http://schemas.microsoft.com/office/powerpoint/2010/main" val="387883224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198044" y="413808"/>
            <a:ext cx="2168843" cy="6586750"/>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91515" y="413808"/>
            <a:ext cx="6380798" cy="65867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449057BF-143F-654A-BE61-7BF52D905453}" type="datetimeFigureOut">
              <a:rPr lang="en-US" smtClean="0"/>
              <a:t>7/25/2023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A9039BF-E0FB-D843-8F6D-3060C51D69E8}" type="slidenum">
              <a:rPr lang="en-US" smtClean="0"/>
              <a:t>‹#›</a:t>
            </a:fld>
            <a:endParaRPr lang="en-US"/>
          </a:p>
        </p:txBody>
      </p:sp>
    </p:spTree>
    <p:extLst>
      <p:ext uri="{BB962C8B-B14F-4D97-AF65-F5344CB8AC3E}">
        <p14:creationId xmlns:p14="http://schemas.microsoft.com/office/powerpoint/2010/main" val="367888359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1_Default">
    <p:spTree>
      <p:nvGrpSpPr>
        <p:cNvPr id="1" name=""/>
        <p:cNvGrpSpPr/>
        <p:nvPr/>
      </p:nvGrpSpPr>
      <p:grpSpPr>
        <a:xfrm>
          <a:off x="0" y="0"/>
          <a:ext cx="0" cy="0"/>
          <a:chOff x="0" y="0"/>
          <a:chExt cx="0" cy="0"/>
        </a:xfrm>
      </p:grpSpPr>
      <p:sp>
        <p:nvSpPr>
          <p:cNvPr id="5" name="Picture Placeholder 4">
            <a:extLst>
              <a:ext uri="{FF2B5EF4-FFF2-40B4-BE49-F238E27FC236}">
                <a16:creationId xmlns:a16="http://schemas.microsoft.com/office/drawing/2014/main" id="{D195B98B-9858-C440-9948-61EB8C1DD8BC}"/>
              </a:ext>
            </a:extLst>
          </p:cNvPr>
          <p:cNvSpPr>
            <a:spLocks noGrp="1" noChangeAspect="1"/>
          </p:cNvSpPr>
          <p:nvPr>
            <p:ph type="pic" sz="quarter" idx="10"/>
          </p:nvPr>
        </p:nvSpPr>
        <p:spPr>
          <a:xfrm>
            <a:off x="449682" y="264259"/>
            <a:ext cx="2362366" cy="1413164"/>
          </a:xfrm>
          <a:prstGeom prst="ellipse">
            <a:avLst/>
          </a:prstGeom>
          <a:solidFill>
            <a:schemeClr val="bg1">
              <a:lumMod val="95000"/>
            </a:schemeClr>
          </a:solidFill>
          <a:ln w="31750">
            <a:solidFill>
              <a:schemeClr val="accent1">
                <a:lumMod val="75000"/>
              </a:schemeClr>
            </a:solidFill>
            <a:miter lim="800000"/>
          </a:ln>
        </p:spPr>
        <p:txBody>
          <a:bodyPr wrap="square" anchor="ctr">
            <a:noAutofit/>
          </a:bodyPr>
          <a:lstStyle>
            <a:lvl1pPr marL="0" indent="0" algn="ctr">
              <a:buNone/>
              <a:defRPr sz="2071" b="1" i="0">
                <a:latin typeface="Libre Caslon Text" panose="02020602060300000004" pitchFamily="18" charset="77"/>
              </a:defRPr>
            </a:lvl1pPr>
          </a:lstStyle>
          <a:p>
            <a:endParaRPr lang="en-US"/>
          </a:p>
        </p:txBody>
      </p:sp>
    </p:spTree>
    <p:extLst>
      <p:ext uri="{BB962C8B-B14F-4D97-AF65-F5344CB8AC3E}">
        <p14:creationId xmlns:p14="http://schemas.microsoft.com/office/powerpoint/2010/main" val="121745992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91515" y="413812"/>
            <a:ext cx="8675370" cy="1502305"/>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691515" y="2069042"/>
            <a:ext cx="8675370" cy="4931516"/>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691515" y="7203865"/>
            <a:ext cx="2263140" cy="413808"/>
          </a:xfrm>
          <a:prstGeom prst="rect">
            <a:avLst/>
          </a:prstGeom>
        </p:spPr>
        <p:txBody>
          <a:bodyPr vert="horz" lIns="91440" tIns="45720" rIns="91440" bIns="45720" rtlCol="0" anchor="ctr"/>
          <a:lstStyle>
            <a:lvl1pPr algn="l">
              <a:defRPr sz="1320">
                <a:solidFill>
                  <a:schemeClr val="tx1">
                    <a:tint val="75000"/>
                  </a:schemeClr>
                </a:solidFill>
              </a:defRPr>
            </a:lvl1pPr>
          </a:lstStyle>
          <a:p>
            <a:fld id="{449057BF-143F-654A-BE61-7BF52D905453}" type="datetimeFigureOut">
              <a:rPr lang="en-US" smtClean="0"/>
              <a:t>7/25/2023</a:t>
            </a:fld>
            <a:endParaRPr lang="en-US"/>
          </a:p>
        </p:txBody>
      </p:sp>
      <p:sp>
        <p:nvSpPr>
          <p:cNvPr id="5" name="Footer Placeholder 4"/>
          <p:cNvSpPr>
            <a:spLocks noGrp="1"/>
          </p:cNvSpPr>
          <p:nvPr>
            <p:ph type="ftr" sz="quarter" idx="3"/>
          </p:nvPr>
        </p:nvSpPr>
        <p:spPr>
          <a:xfrm>
            <a:off x="3331845" y="7203865"/>
            <a:ext cx="3394710" cy="413808"/>
          </a:xfrm>
          <a:prstGeom prst="rect">
            <a:avLst/>
          </a:prstGeom>
        </p:spPr>
        <p:txBody>
          <a:bodyPr vert="horz" lIns="91440" tIns="45720" rIns="91440" bIns="45720" rtlCol="0" anchor="ctr"/>
          <a:lstStyle>
            <a:lvl1pPr algn="ctr">
              <a:defRPr sz="132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7103745" y="7203865"/>
            <a:ext cx="2263140" cy="413808"/>
          </a:xfrm>
          <a:prstGeom prst="rect">
            <a:avLst/>
          </a:prstGeom>
        </p:spPr>
        <p:txBody>
          <a:bodyPr vert="horz" lIns="91440" tIns="45720" rIns="91440" bIns="45720" rtlCol="0" anchor="ctr"/>
          <a:lstStyle>
            <a:lvl1pPr algn="r">
              <a:defRPr sz="1320">
                <a:solidFill>
                  <a:schemeClr val="tx1">
                    <a:tint val="75000"/>
                  </a:schemeClr>
                </a:solidFill>
              </a:defRPr>
            </a:lvl1pPr>
          </a:lstStyle>
          <a:p>
            <a:fld id="{9A9039BF-E0FB-D843-8F6D-3060C51D69E8}" type="slidenum">
              <a:rPr lang="en-US" smtClean="0"/>
              <a:t>‹#›</a:t>
            </a:fld>
            <a:endParaRPr lang="en-US"/>
          </a:p>
        </p:txBody>
      </p:sp>
    </p:spTree>
    <p:extLst>
      <p:ext uri="{BB962C8B-B14F-4D97-AF65-F5344CB8AC3E}">
        <p14:creationId xmlns:p14="http://schemas.microsoft.com/office/powerpoint/2010/main" val="3744927628"/>
      </p:ext>
    </p:extLst>
  </p:cSld>
  <p:clrMap bg1="lt1" tx1="dk1" bg2="lt2" tx2="dk2" accent1="accent1" accent2="accent2" accent3="accent3" accent4="accent4" accent5="accent5" accent6="accent6" hlink="hlink" folHlink="folHlink"/>
  <p:sldLayoutIdLst>
    <p:sldLayoutId id="2147483670" r:id="rId1"/>
    <p:sldLayoutId id="2147483671" r:id="rId2"/>
    <p:sldLayoutId id="2147483672" r:id="rId3"/>
    <p:sldLayoutId id="2147483673" r:id="rId4"/>
    <p:sldLayoutId id="2147483674" r:id="rId5"/>
    <p:sldLayoutId id="2147483675" r:id="rId6"/>
    <p:sldLayoutId id="2147483676" r:id="rId7"/>
    <p:sldLayoutId id="2147483677" r:id="rId8"/>
    <p:sldLayoutId id="2147483678" r:id="rId9"/>
    <p:sldLayoutId id="2147483679" r:id="rId10"/>
    <p:sldLayoutId id="2147483680" r:id="rId11"/>
    <p:sldLayoutId id="2147483681" r:id="rId12"/>
  </p:sldLayoutIdLst>
  <p:txStyles>
    <p:titleStyle>
      <a:lvl1pPr algn="l" defTabSz="1005755" rtl="0" eaLnBrk="1" latinLnBrk="0" hangingPunct="1">
        <a:lnSpc>
          <a:spcPct val="90000"/>
        </a:lnSpc>
        <a:spcBef>
          <a:spcPct val="0"/>
        </a:spcBef>
        <a:buNone/>
        <a:defRPr sz="4840" kern="1200">
          <a:solidFill>
            <a:schemeClr val="tx1"/>
          </a:solidFill>
          <a:latin typeface="+mj-lt"/>
          <a:ea typeface="+mj-ea"/>
          <a:cs typeface="+mj-cs"/>
        </a:defRPr>
      </a:lvl1pPr>
    </p:titleStyle>
    <p:bodyStyle>
      <a:lvl1pPr marL="251439" indent="-251439" algn="l" defTabSz="1005755" rtl="0" eaLnBrk="1" latinLnBrk="0" hangingPunct="1">
        <a:lnSpc>
          <a:spcPct val="90000"/>
        </a:lnSpc>
        <a:spcBef>
          <a:spcPts val="1100"/>
        </a:spcBef>
        <a:buFont typeface="Arial" panose="020B0604020202020204" pitchFamily="34" charset="0"/>
        <a:buChar char="•"/>
        <a:defRPr sz="3080" kern="1200">
          <a:solidFill>
            <a:schemeClr val="tx1"/>
          </a:solidFill>
          <a:latin typeface="+mn-lt"/>
          <a:ea typeface="+mn-ea"/>
          <a:cs typeface="+mn-cs"/>
        </a:defRPr>
      </a:lvl1pPr>
      <a:lvl2pPr marL="754317" indent="-251439" algn="l" defTabSz="1005755" rtl="0" eaLnBrk="1" latinLnBrk="0" hangingPunct="1">
        <a:lnSpc>
          <a:spcPct val="90000"/>
        </a:lnSpc>
        <a:spcBef>
          <a:spcPts val="550"/>
        </a:spcBef>
        <a:buFont typeface="Arial" panose="020B0604020202020204" pitchFamily="34" charset="0"/>
        <a:buChar char="•"/>
        <a:defRPr sz="2640" kern="1200">
          <a:solidFill>
            <a:schemeClr val="tx1"/>
          </a:solidFill>
          <a:latin typeface="+mn-lt"/>
          <a:ea typeface="+mn-ea"/>
          <a:cs typeface="+mn-cs"/>
        </a:defRPr>
      </a:lvl2pPr>
      <a:lvl3pPr marL="1257195" indent="-251439" algn="l" defTabSz="1005755" rtl="0" eaLnBrk="1" latinLnBrk="0" hangingPunct="1">
        <a:lnSpc>
          <a:spcPct val="90000"/>
        </a:lnSpc>
        <a:spcBef>
          <a:spcPts val="550"/>
        </a:spcBef>
        <a:buFont typeface="Arial" panose="020B0604020202020204" pitchFamily="34" charset="0"/>
        <a:buChar char="•"/>
        <a:defRPr sz="2200" kern="1200">
          <a:solidFill>
            <a:schemeClr val="tx1"/>
          </a:solidFill>
          <a:latin typeface="+mn-lt"/>
          <a:ea typeface="+mn-ea"/>
          <a:cs typeface="+mn-cs"/>
        </a:defRPr>
      </a:lvl3pPr>
      <a:lvl4pPr marL="1760072" indent="-251439" algn="l" defTabSz="1005755" rtl="0" eaLnBrk="1" latinLnBrk="0" hangingPunct="1">
        <a:lnSpc>
          <a:spcPct val="90000"/>
        </a:lnSpc>
        <a:spcBef>
          <a:spcPts val="550"/>
        </a:spcBef>
        <a:buFont typeface="Arial" panose="020B0604020202020204" pitchFamily="34" charset="0"/>
        <a:buChar char="•"/>
        <a:defRPr sz="1980" kern="1200">
          <a:solidFill>
            <a:schemeClr val="tx1"/>
          </a:solidFill>
          <a:latin typeface="+mn-lt"/>
          <a:ea typeface="+mn-ea"/>
          <a:cs typeface="+mn-cs"/>
        </a:defRPr>
      </a:lvl4pPr>
      <a:lvl5pPr marL="2262950" indent="-251439" algn="l" defTabSz="1005755" rtl="0" eaLnBrk="1" latinLnBrk="0" hangingPunct="1">
        <a:lnSpc>
          <a:spcPct val="90000"/>
        </a:lnSpc>
        <a:spcBef>
          <a:spcPts val="550"/>
        </a:spcBef>
        <a:buFont typeface="Arial" panose="020B0604020202020204" pitchFamily="34" charset="0"/>
        <a:buChar char="•"/>
        <a:defRPr sz="1980" kern="1200">
          <a:solidFill>
            <a:schemeClr val="tx1"/>
          </a:solidFill>
          <a:latin typeface="+mn-lt"/>
          <a:ea typeface="+mn-ea"/>
          <a:cs typeface="+mn-cs"/>
        </a:defRPr>
      </a:lvl5pPr>
      <a:lvl6pPr marL="2765829" indent="-251439" algn="l" defTabSz="1005755" rtl="0" eaLnBrk="1" latinLnBrk="0" hangingPunct="1">
        <a:lnSpc>
          <a:spcPct val="90000"/>
        </a:lnSpc>
        <a:spcBef>
          <a:spcPts val="550"/>
        </a:spcBef>
        <a:buFont typeface="Arial" panose="020B0604020202020204" pitchFamily="34" charset="0"/>
        <a:buChar char="•"/>
        <a:defRPr sz="1980" kern="1200">
          <a:solidFill>
            <a:schemeClr val="tx1"/>
          </a:solidFill>
          <a:latin typeface="+mn-lt"/>
          <a:ea typeface="+mn-ea"/>
          <a:cs typeface="+mn-cs"/>
        </a:defRPr>
      </a:lvl6pPr>
      <a:lvl7pPr marL="3268706" indent="-251439" algn="l" defTabSz="1005755" rtl="0" eaLnBrk="1" latinLnBrk="0" hangingPunct="1">
        <a:lnSpc>
          <a:spcPct val="90000"/>
        </a:lnSpc>
        <a:spcBef>
          <a:spcPts val="550"/>
        </a:spcBef>
        <a:buFont typeface="Arial" panose="020B0604020202020204" pitchFamily="34" charset="0"/>
        <a:buChar char="•"/>
        <a:defRPr sz="1980" kern="1200">
          <a:solidFill>
            <a:schemeClr val="tx1"/>
          </a:solidFill>
          <a:latin typeface="+mn-lt"/>
          <a:ea typeface="+mn-ea"/>
          <a:cs typeface="+mn-cs"/>
        </a:defRPr>
      </a:lvl7pPr>
      <a:lvl8pPr marL="3771584" indent="-251439" algn="l" defTabSz="1005755" rtl="0" eaLnBrk="1" latinLnBrk="0" hangingPunct="1">
        <a:lnSpc>
          <a:spcPct val="90000"/>
        </a:lnSpc>
        <a:spcBef>
          <a:spcPts val="550"/>
        </a:spcBef>
        <a:buFont typeface="Arial" panose="020B0604020202020204" pitchFamily="34" charset="0"/>
        <a:buChar char="•"/>
        <a:defRPr sz="1980" kern="1200">
          <a:solidFill>
            <a:schemeClr val="tx1"/>
          </a:solidFill>
          <a:latin typeface="+mn-lt"/>
          <a:ea typeface="+mn-ea"/>
          <a:cs typeface="+mn-cs"/>
        </a:defRPr>
      </a:lvl8pPr>
      <a:lvl9pPr marL="4274462" indent="-251439" algn="l" defTabSz="1005755" rtl="0" eaLnBrk="1" latinLnBrk="0" hangingPunct="1">
        <a:lnSpc>
          <a:spcPct val="90000"/>
        </a:lnSpc>
        <a:spcBef>
          <a:spcPts val="550"/>
        </a:spcBef>
        <a:buFont typeface="Arial" panose="020B0604020202020204" pitchFamily="34" charset="0"/>
        <a:buChar char="•"/>
        <a:defRPr sz="1980" kern="1200">
          <a:solidFill>
            <a:schemeClr val="tx1"/>
          </a:solidFill>
          <a:latin typeface="+mn-lt"/>
          <a:ea typeface="+mn-ea"/>
          <a:cs typeface="+mn-cs"/>
        </a:defRPr>
      </a:lvl9pPr>
    </p:bodyStyle>
    <p:otherStyle>
      <a:defPPr>
        <a:defRPr lang="en-US"/>
      </a:defPPr>
      <a:lvl1pPr marL="0" algn="l" defTabSz="1005755" rtl="0" eaLnBrk="1" latinLnBrk="0" hangingPunct="1">
        <a:defRPr sz="1980" kern="1200">
          <a:solidFill>
            <a:schemeClr val="tx1"/>
          </a:solidFill>
          <a:latin typeface="+mn-lt"/>
          <a:ea typeface="+mn-ea"/>
          <a:cs typeface="+mn-cs"/>
        </a:defRPr>
      </a:lvl1pPr>
      <a:lvl2pPr marL="502878" algn="l" defTabSz="1005755" rtl="0" eaLnBrk="1" latinLnBrk="0" hangingPunct="1">
        <a:defRPr sz="1980" kern="1200">
          <a:solidFill>
            <a:schemeClr val="tx1"/>
          </a:solidFill>
          <a:latin typeface="+mn-lt"/>
          <a:ea typeface="+mn-ea"/>
          <a:cs typeface="+mn-cs"/>
        </a:defRPr>
      </a:lvl2pPr>
      <a:lvl3pPr marL="1005755" algn="l" defTabSz="1005755" rtl="0" eaLnBrk="1" latinLnBrk="0" hangingPunct="1">
        <a:defRPr sz="1980" kern="1200">
          <a:solidFill>
            <a:schemeClr val="tx1"/>
          </a:solidFill>
          <a:latin typeface="+mn-lt"/>
          <a:ea typeface="+mn-ea"/>
          <a:cs typeface="+mn-cs"/>
        </a:defRPr>
      </a:lvl3pPr>
      <a:lvl4pPr marL="1508634" algn="l" defTabSz="1005755" rtl="0" eaLnBrk="1" latinLnBrk="0" hangingPunct="1">
        <a:defRPr sz="1980" kern="1200">
          <a:solidFill>
            <a:schemeClr val="tx1"/>
          </a:solidFill>
          <a:latin typeface="+mn-lt"/>
          <a:ea typeface="+mn-ea"/>
          <a:cs typeface="+mn-cs"/>
        </a:defRPr>
      </a:lvl4pPr>
      <a:lvl5pPr marL="2011512" algn="l" defTabSz="1005755" rtl="0" eaLnBrk="1" latinLnBrk="0" hangingPunct="1">
        <a:defRPr sz="1980" kern="1200">
          <a:solidFill>
            <a:schemeClr val="tx1"/>
          </a:solidFill>
          <a:latin typeface="+mn-lt"/>
          <a:ea typeface="+mn-ea"/>
          <a:cs typeface="+mn-cs"/>
        </a:defRPr>
      </a:lvl5pPr>
      <a:lvl6pPr marL="2514389" algn="l" defTabSz="1005755" rtl="0" eaLnBrk="1" latinLnBrk="0" hangingPunct="1">
        <a:defRPr sz="1980" kern="1200">
          <a:solidFill>
            <a:schemeClr val="tx1"/>
          </a:solidFill>
          <a:latin typeface="+mn-lt"/>
          <a:ea typeface="+mn-ea"/>
          <a:cs typeface="+mn-cs"/>
        </a:defRPr>
      </a:lvl6pPr>
      <a:lvl7pPr marL="3017267" algn="l" defTabSz="1005755" rtl="0" eaLnBrk="1" latinLnBrk="0" hangingPunct="1">
        <a:defRPr sz="1980" kern="1200">
          <a:solidFill>
            <a:schemeClr val="tx1"/>
          </a:solidFill>
          <a:latin typeface="+mn-lt"/>
          <a:ea typeface="+mn-ea"/>
          <a:cs typeface="+mn-cs"/>
        </a:defRPr>
      </a:lvl7pPr>
      <a:lvl8pPr marL="3520145" algn="l" defTabSz="1005755" rtl="0" eaLnBrk="1" latinLnBrk="0" hangingPunct="1">
        <a:defRPr sz="1980" kern="1200">
          <a:solidFill>
            <a:schemeClr val="tx1"/>
          </a:solidFill>
          <a:latin typeface="+mn-lt"/>
          <a:ea typeface="+mn-ea"/>
          <a:cs typeface="+mn-cs"/>
        </a:defRPr>
      </a:lvl8pPr>
      <a:lvl9pPr marL="4023023" algn="l" defTabSz="1005755" rtl="0" eaLnBrk="1" latinLnBrk="0" hangingPunct="1">
        <a:defRPr sz="198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F2B3F"/>
        </a:solidFill>
        <a:effectLst/>
      </p:bgPr>
    </p:bg>
    <p:spTree>
      <p:nvGrpSpPr>
        <p:cNvPr id="1" name=""/>
        <p:cNvGrpSpPr/>
        <p:nvPr/>
      </p:nvGrpSpPr>
      <p:grpSpPr>
        <a:xfrm>
          <a:off x="0" y="0"/>
          <a:ext cx="0" cy="0"/>
          <a:chOff x="0" y="0"/>
          <a:chExt cx="0" cy="0"/>
        </a:xfrm>
      </p:grpSpPr>
      <p:sp>
        <p:nvSpPr>
          <p:cNvPr id="189" name="TextBox 188">
            <a:extLst>
              <a:ext uri="{FF2B5EF4-FFF2-40B4-BE49-F238E27FC236}">
                <a16:creationId xmlns:a16="http://schemas.microsoft.com/office/drawing/2014/main" id="{4A1CC9E5-C555-4A42-BD2F-52D83986D1E1}"/>
              </a:ext>
            </a:extLst>
          </p:cNvPr>
          <p:cNvSpPr txBox="1"/>
          <p:nvPr/>
        </p:nvSpPr>
        <p:spPr>
          <a:xfrm>
            <a:off x="3411163" y="615950"/>
            <a:ext cx="3933898" cy="246221"/>
          </a:xfrm>
          <a:prstGeom prst="rect">
            <a:avLst/>
          </a:prstGeom>
          <a:noFill/>
        </p:spPr>
        <p:txBody>
          <a:bodyPr wrap="none" lIns="0" tIns="0" rIns="0" bIns="0" rtlCol="0">
            <a:spAutoFit/>
          </a:bodyPr>
          <a:lstStyle/>
          <a:p>
            <a:pPr algn="ctr"/>
            <a:r>
              <a:rPr lang="en-US" sz="1600" b="1" spc="388">
                <a:solidFill>
                  <a:schemeClr val="bg1"/>
                </a:solidFill>
                <a:latin typeface="Roboto" panose="02000000000000000000" pitchFamily="2" charset="0"/>
                <a:ea typeface="Roboto" panose="02000000000000000000" pitchFamily="2" charset="0"/>
              </a:rPr>
              <a:t>Selected Project Experience</a:t>
            </a:r>
          </a:p>
        </p:txBody>
      </p:sp>
      <p:cxnSp>
        <p:nvCxnSpPr>
          <p:cNvPr id="190" name="Straight Connector 189">
            <a:extLst>
              <a:ext uri="{FF2B5EF4-FFF2-40B4-BE49-F238E27FC236}">
                <a16:creationId xmlns:a16="http://schemas.microsoft.com/office/drawing/2014/main" id="{31DCAD75-9302-C642-9C74-B164C43329B0}"/>
              </a:ext>
            </a:extLst>
          </p:cNvPr>
          <p:cNvCxnSpPr>
            <a:cxnSpLocks/>
          </p:cNvCxnSpPr>
          <p:nvPr/>
        </p:nvCxnSpPr>
        <p:spPr>
          <a:xfrm>
            <a:off x="3414648" y="973546"/>
            <a:ext cx="4285563" cy="0"/>
          </a:xfrm>
          <a:prstGeom prst="line">
            <a:avLst/>
          </a:prstGeom>
          <a:ln w="19050">
            <a:solidFill>
              <a:srgbClr val="00AB80"/>
            </a:solidFill>
          </a:ln>
        </p:spPr>
        <p:style>
          <a:lnRef idx="1">
            <a:schemeClr val="accent1"/>
          </a:lnRef>
          <a:fillRef idx="0">
            <a:schemeClr val="accent1"/>
          </a:fillRef>
          <a:effectRef idx="0">
            <a:schemeClr val="accent1"/>
          </a:effectRef>
          <a:fontRef idx="minor">
            <a:schemeClr val="tx1"/>
          </a:fontRef>
        </p:style>
      </p:cxnSp>
      <p:sp>
        <p:nvSpPr>
          <p:cNvPr id="7" name="Rectangle 6">
            <a:extLst>
              <a:ext uri="{FF2B5EF4-FFF2-40B4-BE49-F238E27FC236}">
                <a16:creationId xmlns:a16="http://schemas.microsoft.com/office/drawing/2014/main" id="{6B2F289A-52B4-2A27-52EA-B05DE2DA93CE}"/>
              </a:ext>
            </a:extLst>
          </p:cNvPr>
          <p:cNvSpPr/>
          <p:nvPr/>
        </p:nvSpPr>
        <p:spPr>
          <a:xfrm>
            <a:off x="0" y="0"/>
            <a:ext cx="3261728" cy="778002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329">
              <a:solidFill>
                <a:schemeClr val="accent1">
                  <a:lumMod val="20000"/>
                  <a:lumOff val="80000"/>
                </a:schemeClr>
              </a:solidFill>
            </a:endParaRPr>
          </a:p>
        </p:txBody>
      </p:sp>
      <p:pic>
        <p:nvPicPr>
          <p:cNvPr id="11" name="Picture 10" descr="A picture containing text, clipart, vector graphics&#10;&#10;Description automatically generated">
            <a:extLst>
              <a:ext uri="{FF2B5EF4-FFF2-40B4-BE49-F238E27FC236}">
                <a16:creationId xmlns:a16="http://schemas.microsoft.com/office/drawing/2014/main" id="{450DD9D7-80A5-A592-F4F7-7A26F0024BEF}"/>
              </a:ext>
            </a:extLst>
          </p:cNvPr>
          <p:cNvPicPr>
            <a:picLocks noChangeAspect="1"/>
          </p:cNvPicPr>
          <p:nvPr/>
        </p:nvPicPr>
        <p:blipFill>
          <a:blip r:embed="rId2"/>
          <a:stretch>
            <a:fillRect/>
          </a:stretch>
        </p:blipFill>
        <p:spPr>
          <a:xfrm>
            <a:off x="8513126" y="209337"/>
            <a:ext cx="1319645" cy="306021"/>
          </a:xfrm>
          <a:prstGeom prst="rect">
            <a:avLst/>
          </a:prstGeom>
        </p:spPr>
      </p:pic>
      <p:sp>
        <p:nvSpPr>
          <p:cNvPr id="13" name="TextBox 12">
            <a:extLst>
              <a:ext uri="{FF2B5EF4-FFF2-40B4-BE49-F238E27FC236}">
                <a16:creationId xmlns:a16="http://schemas.microsoft.com/office/drawing/2014/main" id="{FD2720C9-A79F-BD7F-E179-674AD67D7892}"/>
              </a:ext>
            </a:extLst>
          </p:cNvPr>
          <p:cNvSpPr txBox="1"/>
          <p:nvPr/>
        </p:nvSpPr>
        <p:spPr>
          <a:xfrm>
            <a:off x="225629" y="120831"/>
            <a:ext cx="2168863" cy="861774"/>
          </a:xfrm>
          <a:prstGeom prst="rect">
            <a:avLst/>
          </a:prstGeom>
          <a:noFill/>
        </p:spPr>
        <p:txBody>
          <a:bodyPr wrap="square" lIns="0" tIns="0" rIns="0" bIns="0" rtlCol="0">
            <a:spAutoFit/>
          </a:bodyPr>
          <a:lstStyle/>
          <a:p>
            <a:r>
              <a:rPr lang="en-US" sz="2800" b="1" dirty="0">
                <a:solidFill>
                  <a:srgbClr val="00AB80"/>
                </a:solidFill>
                <a:latin typeface="Roboto" panose="02000000000000000000" pitchFamily="2" charset="0"/>
                <a:ea typeface="Roboto" panose="02000000000000000000" pitchFamily="2" charset="0"/>
              </a:rPr>
              <a:t>Bihag Kashikar</a:t>
            </a:r>
          </a:p>
        </p:txBody>
      </p:sp>
      <p:sp>
        <p:nvSpPr>
          <p:cNvPr id="17" name="TextBox 16">
            <a:extLst>
              <a:ext uri="{FF2B5EF4-FFF2-40B4-BE49-F238E27FC236}">
                <a16:creationId xmlns:a16="http://schemas.microsoft.com/office/drawing/2014/main" id="{1BDE5051-9F34-F139-742D-4450E5D6591E}"/>
              </a:ext>
            </a:extLst>
          </p:cNvPr>
          <p:cNvSpPr txBox="1"/>
          <p:nvPr/>
        </p:nvSpPr>
        <p:spPr>
          <a:xfrm>
            <a:off x="250508" y="1634583"/>
            <a:ext cx="2904483" cy="3539430"/>
          </a:xfrm>
          <a:prstGeom prst="rect">
            <a:avLst/>
          </a:prstGeom>
          <a:noFill/>
        </p:spPr>
        <p:txBody>
          <a:bodyPr wrap="square" lIns="0" tIns="0" rIns="0" bIns="0" rtlCol="0" anchor="t">
            <a:spAutoFit/>
          </a:bodyPr>
          <a:lstStyle/>
          <a:p>
            <a:pPr algn="l"/>
            <a:r>
              <a:rPr lang="en-AU" sz="1000" spc="13" dirty="0">
                <a:latin typeface="Roboto Light"/>
                <a:ea typeface="Roboto Light"/>
                <a:cs typeface="Lato"/>
              </a:rPr>
              <a:t>Bihag is a Google Cloud Certified Professional Data Engineer and Cloud Architect with over 15 years of experience in delivering hybrid cloud solutions in the data space. He is very highly skilled in Cloud Data Platforms, Master Data Management, and Data Streaming using multiple cloud providers including; Google Cloud, AWS Cloud, </a:t>
            </a:r>
            <a:r>
              <a:rPr lang="en-AU" sz="1000" spc="13" dirty="0" err="1">
                <a:latin typeface="Roboto Light"/>
                <a:ea typeface="Roboto Light"/>
                <a:cs typeface="Lato"/>
              </a:rPr>
              <a:t>HashiCorp</a:t>
            </a:r>
            <a:r>
              <a:rPr lang="en-AU" sz="1000" spc="13" dirty="0">
                <a:latin typeface="Roboto Light"/>
                <a:ea typeface="Roboto Light"/>
                <a:cs typeface="Lato"/>
              </a:rPr>
              <a:t> and Confluent Cloud. Bihag has experience working in one of the Big 4 Banks and other large-scale organisations across Financial Services, Insurance and Government domains.</a:t>
            </a:r>
          </a:p>
          <a:p>
            <a:pPr algn="l"/>
            <a:endParaRPr lang="en-AU" sz="1000" spc="13" dirty="0">
              <a:latin typeface="Roboto Light"/>
              <a:ea typeface="Roboto Light"/>
              <a:cs typeface="Lato"/>
            </a:endParaRPr>
          </a:p>
          <a:p>
            <a:pPr algn="l"/>
            <a:r>
              <a:rPr lang="en-AU" sz="1000" spc="13" dirty="0">
                <a:latin typeface="Roboto Light"/>
                <a:ea typeface="Roboto Light"/>
                <a:cs typeface="Lato"/>
              </a:rPr>
              <a:t>Bihag is also highly experienced in large-scale data migration across technologies, on-premises to Cloud and has experience coding in Python, </a:t>
            </a:r>
            <a:r>
              <a:rPr lang="en-AU" sz="1000" spc="13" dirty="0" err="1">
                <a:latin typeface="Roboto Light"/>
                <a:ea typeface="Roboto Light"/>
                <a:cs typeface="Lato"/>
              </a:rPr>
              <a:t>Pyspark</a:t>
            </a:r>
            <a:r>
              <a:rPr lang="en-AU" sz="1000" spc="13" dirty="0">
                <a:latin typeface="Roboto Light"/>
                <a:ea typeface="Roboto Light"/>
                <a:cs typeface="Lato"/>
              </a:rPr>
              <a:t>, Big data and Hadoop. With sound interpersonal, written and verbal communication skills, Bihag has the ability to work under stressful situations to meet strict deadlines. He is well suited within a team environment with great problem-solving abilities, identifying problem areas and developing a solution to delight the customer. </a:t>
            </a:r>
          </a:p>
          <a:p>
            <a:pPr algn="l"/>
            <a:endParaRPr lang="en-AU" sz="1000" spc="13" dirty="0">
              <a:latin typeface="Roboto Light"/>
              <a:ea typeface="Roboto Light"/>
              <a:cs typeface="Lato"/>
            </a:endParaRPr>
          </a:p>
        </p:txBody>
      </p:sp>
      <p:sp>
        <p:nvSpPr>
          <p:cNvPr id="20" name="TextBox 19">
            <a:extLst>
              <a:ext uri="{FF2B5EF4-FFF2-40B4-BE49-F238E27FC236}">
                <a16:creationId xmlns:a16="http://schemas.microsoft.com/office/drawing/2014/main" id="{716A87E2-F657-C1C6-3715-B7C8A7F1E050}"/>
              </a:ext>
            </a:extLst>
          </p:cNvPr>
          <p:cNvSpPr txBox="1"/>
          <p:nvPr/>
        </p:nvSpPr>
        <p:spPr>
          <a:xfrm>
            <a:off x="152027" y="1239722"/>
            <a:ext cx="5029200" cy="310341"/>
          </a:xfrm>
          <a:prstGeom prst="rect">
            <a:avLst/>
          </a:prstGeom>
          <a:noFill/>
        </p:spPr>
        <p:txBody>
          <a:bodyPr wrap="square">
            <a:spAutoFit/>
          </a:bodyPr>
          <a:lstStyle/>
          <a:p>
            <a:pPr>
              <a:lnSpc>
                <a:spcPts val="1812"/>
              </a:lnSpc>
            </a:pPr>
            <a:r>
              <a:rPr lang="en-US" sz="1400" b="1" spc="13">
                <a:solidFill>
                  <a:srgbClr val="00AB80"/>
                </a:solidFill>
                <a:latin typeface="Roboto Light" panose="02000000000000000000" pitchFamily="2" charset="0"/>
                <a:ea typeface="Roboto Light" panose="02000000000000000000" pitchFamily="2" charset="0"/>
                <a:cs typeface="Lato" panose="020F0502020204030203" pitchFamily="34" charset="0"/>
              </a:rPr>
              <a:t>Profile</a:t>
            </a:r>
            <a:endParaRPr lang="en-US" sz="400" b="1" spc="13">
              <a:solidFill>
                <a:srgbClr val="00AB80"/>
              </a:solidFill>
              <a:latin typeface="Roboto Light" panose="02000000000000000000" pitchFamily="2" charset="0"/>
              <a:ea typeface="Roboto Light" panose="02000000000000000000" pitchFamily="2" charset="0"/>
              <a:cs typeface="Lato" panose="020F0502020204030203" pitchFamily="34" charset="0"/>
            </a:endParaRPr>
          </a:p>
        </p:txBody>
      </p:sp>
      <p:sp>
        <p:nvSpPr>
          <p:cNvPr id="22" name="TextBox 21">
            <a:extLst>
              <a:ext uri="{FF2B5EF4-FFF2-40B4-BE49-F238E27FC236}">
                <a16:creationId xmlns:a16="http://schemas.microsoft.com/office/drawing/2014/main" id="{9D4E289E-1D52-CBDD-E381-40963429D7F1}"/>
              </a:ext>
            </a:extLst>
          </p:cNvPr>
          <p:cNvSpPr txBox="1"/>
          <p:nvPr/>
        </p:nvSpPr>
        <p:spPr>
          <a:xfrm>
            <a:off x="250509" y="959224"/>
            <a:ext cx="2489720" cy="218008"/>
          </a:xfrm>
          <a:prstGeom prst="rect">
            <a:avLst/>
          </a:prstGeom>
          <a:noFill/>
        </p:spPr>
        <p:txBody>
          <a:bodyPr wrap="square" lIns="0" tIns="0" rIns="0" bIns="0" rtlCol="0" anchor="t">
            <a:spAutoFit/>
          </a:bodyPr>
          <a:lstStyle/>
          <a:p>
            <a:pPr>
              <a:lnSpc>
                <a:spcPts val="1812"/>
              </a:lnSpc>
            </a:pPr>
            <a:r>
              <a:rPr lang="en-US" sz="1400" spc="13" dirty="0">
                <a:solidFill>
                  <a:schemeClr val="bg1">
                    <a:lumMod val="50000"/>
                  </a:schemeClr>
                </a:solidFill>
                <a:latin typeface="Roboto Light" panose="02000000000000000000" pitchFamily="2" charset="0"/>
                <a:ea typeface="Roboto Light" panose="02000000000000000000" pitchFamily="2" charset="0"/>
                <a:cs typeface="Lato" panose="020F0502020204030203" pitchFamily="34" charset="0"/>
              </a:rPr>
              <a:t>Senior Consultant</a:t>
            </a:r>
          </a:p>
        </p:txBody>
      </p:sp>
      <p:sp>
        <p:nvSpPr>
          <p:cNvPr id="23" name="Rectangle 22">
            <a:extLst>
              <a:ext uri="{FF2B5EF4-FFF2-40B4-BE49-F238E27FC236}">
                <a16:creationId xmlns:a16="http://schemas.microsoft.com/office/drawing/2014/main" id="{5D7A612B-9DC7-1D9B-3085-CDB0F937FDB8}"/>
              </a:ext>
            </a:extLst>
          </p:cNvPr>
          <p:cNvSpPr/>
          <p:nvPr/>
        </p:nvSpPr>
        <p:spPr>
          <a:xfrm>
            <a:off x="132977" y="5343166"/>
            <a:ext cx="2991223" cy="2308403"/>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26" name="TextBox 25">
            <a:extLst>
              <a:ext uri="{FF2B5EF4-FFF2-40B4-BE49-F238E27FC236}">
                <a16:creationId xmlns:a16="http://schemas.microsoft.com/office/drawing/2014/main" id="{1A3D666D-00C8-D106-73C3-9FF300F8618C}"/>
              </a:ext>
            </a:extLst>
          </p:cNvPr>
          <p:cNvSpPr txBox="1"/>
          <p:nvPr/>
        </p:nvSpPr>
        <p:spPr>
          <a:xfrm>
            <a:off x="1716674" y="5693950"/>
            <a:ext cx="1510046" cy="2446824"/>
          </a:xfrm>
          <a:prstGeom prst="rect">
            <a:avLst/>
          </a:prstGeom>
          <a:noFill/>
        </p:spPr>
        <p:txBody>
          <a:bodyPr wrap="square" numCol="1" rtlCol="0">
            <a:spAutoFit/>
          </a:bodyPr>
          <a:lstStyle/>
          <a:p>
            <a:pPr marL="171450" indent="-171450">
              <a:buClr>
                <a:srgbClr val="00AB80"/>
              </a:buClr>
              <a:buFont typeface="Arial" panose="020B0604020202020204" pitchFamily="34" charset="0"/>
              <a:buChar char="•"/>
            </a:pPr>
            <a:r>
              <a:rPr lang="en-US" sz="900" dirty="0">
                <a:latin typeface="Roboto Light" panose="02000000000000000000" pitchFamily="2" charset="0"/>
                <a:ea typeface="Roboto Light" panose="02000000000000000000" pitchFamily="2" charset="0"/>
              </a:rPr>
              <a:t>Big Query</a:t>
            </a:r>
          </a:p>
          <a:p>
            <a:pPr marL="171450" indent="-171450">
              <a:buClr>
                <a:srgbClr val="00AB80"/>
              </a:buClr>
              <a:buFont typeface="Arial" panose="020B0604020202020204" pitchFamily="34" charset="0"/>
              <a:buChar char="•"/>
            </a:pPr>
            <a:r>
              <a:rPr lang="en-US" sz="900" dirty="0">
                <a:latin typeface="Roboto Light" panose="02000000000000000000" pitchFamily="2" charset="0"/>
                <a:ea typeface="Roboto Light" panose="02000000000000000000" pitchFamily="2" charset="0"/>
              </a:rPr>
              <a:t>SQL</a:t>
            </a:r>
          </a:p>
          <a:p>
            <a:pPr marL="171450" indent="-171450">
              <a:buClr>
                <a:srgbClr val="00AB80"/>
              </a:buClr>
              <a:buFont typeface="Arial" panose="020B0604020202020204" pitchFamily="34" charset="0"/>
              <a:buChar char="•"/>
            </a:pPr>
            <a:r>
              <a:rPr lang="en-US" sz="900" dirty="0">
                <a:latin typeface="Roboto Light" panose="02000000000000000000" pitchFamily="2" charset="0"/>
                <a:ea typeface="Roboto Light" panose="02000000000000000000" pitchFamily="2" charset="0"/>
              </a:rPr>
              <a:t>Informatica</a:t>
            </a:r>
          </a:p>
          <a:p>
            <a:pPr marL="171450" indent="-171450">
              <a:buClr>
                <a:srgbClr val="00AB80"/>
              </a:buClr>
              <a:buFont typeface="Arial" panose="020B0604020202020204" pitchFamily="34" charset="0"/>
              <a:buChar char="•"/>
            </a:pPr>
            <a:r>
              <a:rPr lang="en-US" sz="900" dirty="0">
                <a:latin typeface="Roboto Light" panose="02000000000000000000" pitchFamily="2" charset="0"/>
                <a:ea typeface="Roboto Light" panose="02000000000000000000" pitchFamily="2" charset="0"/>
              </a:rPr>
              <a:t>Snowflake</a:t>
            </a:r>
          </a:p>
          <a:p>
            <a:pPr marL="171450" indent="-171450">
              <a:buClr>
                <a:srgbClr val="00AB80"/>
              </a:buClr>
              <a:buFont typeface="Arial" panose="020B0604020202020204" pitchFamily="34" charset="0"/>
              <a:buChar char="•"/>
            </a:pPr>
            <a:r>
              <a:rPr lang="en-US" sz="900" dirty="0">
                <a:latin typeface="Roboto Light" panose="02000000000000000000" pitchFamily="2" charset="0"/>
                <a:ea typeface="Roboto Light" panose="02000000000000000000" pitchFamily="2" charset="0"/>
              </a:rPr>
              <a:t>Tableau</a:t>
            </a:r>
          </a:p>
          <a:p>
            <a:pPr marL="171450" indent="-171450">
              <a:buClr>
                <a:srgbClr val="00AB80"/>
              </a:buClr>
              <a:buFont typeface="Arial" panose="020B0604020202020204" pitchFamily="34" charset="0"/>
              <a:buChar char="•"/>
            </a:pPr>
            <a:r>
              <a:rPr lang="en-US" sz="900" dirty="0">
                <a:latin typeface="Roboto Light" panose="02000000000000000000" pitchFamily="2" charset="0"/>
                <a:ea typeface="Roboto Light" panose="02000000000000000000" pitchFamily="2" charset="0"/>
              </a:rPr>
              <a:t>Google Data Studio</a:t>
            </a:r>
          </a:p>
          <a:p>
            <a:pPr marL="171450" indent="-171450">
              <a:buClr>
                <a:srgbClr val="00AB80"/>
              </a:buClr>
              <a:buFont typeface="Arial" panose="020B0604020202020204" pitchFamily="34" charset="0"/>
              <a:buChar char="•"/>
            </a:pPr>
            <a:r>
              <a:rPr lang="en-US" sz="900" dirty="0">
                <a:latin typeface="Roboto Light" panose="02000000000000000000" pitchFamily="2" charset="0"/>
                <a:ea typeface="Roboto Light" panose="02000000000000000000" pitchFamily="2" charset="0"/>
              </a:rPr>
              <a:t>SAP</a:t>
            </a:r>
          </a:p>
          <a:p>
            <a:pPr marL="171450" indent="-171450">
              <a:buClr>
                <a:srgbClr val="00AB80"/>
              </a:buClr>
              <a:buFont typeface="Arial" panose="020B0604020202020204" pitchFamily="34" charset="0"/>
              <a:buChar char="•"/>
            </a:pPr>
            <a:r>
              <a:rPr lang="en-US" sz="900" dirty="0" err="1">
                <a:latin typeface="Roboto Light" panose="02000000000000000000" pitchFamily="2" charset="0"/>
                <a:ea typeface="Roboto Light" panose="02000000000000000000" pitchFamily="2" charset="0"/>
              </a:rPr>
              <a:t>Linx</a:t>
            </a:r>
            <a:r>
              <a:rPr lang="en-US" sz="900" dirty="0">
                <a:latin typeface="Roboto Light" panose="02000000000000000000" pitchFamily="2" charset="0"/>
                <a:ea typeface="Roboto Light" panose="02000000000000000000" pitchFamily="2" charset="0"/>
              </a:rPr>
              <a:t>/Unix Scripting </a:t>
            </a:r>
          </a:p>
          <a:p>
            <a:pPr marL="171450" indent="-171450">
              <a:buClr>
                <a:srgbClr val="00AB80"/>
              </a:buClr>
              <a:buFont typeface="Arial" panose="020B0604020202020204" pitchFamily="34" charset="0"/>
              <a:buChar char="•"/>
            </a:pPr>
            <a:r>
              <a:rPr lang="en-US" sz="900" dirty="0">
                <a:latin typeface="Roboto Light" panose="02000000000000000000" pitchFamily="2" charset="0"/>
                <a:ea typeface="Roboto Light" panose="02000000000000000000" pitchFamily="2" charset="0"/>
              </a:rPr>
              <a:t>Jira</a:t>
            </a:r>
          </a:p>
          <a:p>
            <a:pPr marL="171450" indent="-171450">
              <a:buClr>
                <a:srgbClr val="00AB80"/>
              </a:buClr>
              <a:buFont typeface="Arial" panose="020B0604020202020204" pitchFamily="34" charset="0"/>
              <a:buChar char="•"/>
            </a:pPr>
            <a:r>
              <a:rPr lang="en-US" sz="900" dirty="0">
                <a:latin typeface="Roboto Light" panose="02000000000000000000" pitchFamily="2" charset="0"/>
                <a:ea typeface="Roboto Light" panose="02000000000000000000" pitchFamily="2" charset="0"/>
              </a:rPr>
              <a:t>Confluence</a:t>
            </a:r>
          </a:p>
          <a:p>
            <a:pPr marL="171450" indent="-171450">
              <a:buClr>
                <a:srgbClr val="00AB80"/>
              </a:buClr>
              <a:buFont typeface="Arial" panose="020B0604020202020204" pitchFamily="34" charset="0"/>
              <a:buChar char="•"/>
            </a:pPr>
            <a:r>
              <a:rPr lang="en-US" sz="900" dirty="0">
                <a:latin typeface="Roboto Light" panose="02000000000000000000" pitchFamily="2" charset="0"/>
                <a:ea typeface="Roboto Light" panose="02000000000000000000" pitchFamily="2" charset="0"/>
              </a:rPr>
              <a:t>C#</a:t>
            </a:r>
          </a:p>
          <a:p>
            <a:pPr marL="171450" indent="-171450">
              <a:buClr>
                <a:srgbClr val="00AB80"/>
              </a:buClr>
              <a:buFont typeface="Arial" panose="020B0604020202020204" pitchFamily="34" charset="0"/>
              <a:buChar char="•"/>
            </a:pPr>
            <a:r>
              <a:rPr lang="en-US" sz="900" dirty="0">
                <a:latin typeface="Roboto Light" panose="02000000000000000000" pitchFamily="2" charset="0"/>
                <a:ea typeface="Roboto Light" panose="02000000000000000000" pitchFamily="2" charset="0"/>
              </a:rPr>
              <a:t>Java</a:t>
            </a:r>
          </a:p>
          <a:p>
            <a:pPr marL="171450" indent="-171450">
              <a:buClr>
                <a:srgbClr val="00AB80"/>
              </a:buClr>
              <a:buFont typeface="Arial" panose="020B0604020202020204" pitchFamily="34" charset="0"/>
              <a:buChar char="•"/>
            </a:pPr>
            <a:r>
              <a:rPr lang="en-US" sz="900" dirty="0">
                <a:latin typeface="Roboto Light" panose="02000000000000000000" pitchFamily="2" charset="0"/>
                <a:ea typeface="Roboto Light" panose="02000000000000000000" pitchFamily="2" charset="0"/>
              </a:rPr>
              <a:t>.NET</a:t>
            </a:r>
          </a:p>
          <a:p>
            <a:pPr marL="171450" indent="-171450">
              <a:buClr>
                <a:srgbClr val="00AB80"/>
              </a:buClr>
              <a:buFont typeface="Arial" panose="020B0604020202020204" pitchFamily="34" charset="0"/>
              <a:buChar char="•"/>
            </a:pPr>
            <a:endParaRPr lang="en-US" sz="900" dirty="0">
              <a:latin typeface="Roboto Light" panose="02000000000000000000" pitchFamily="2" charset="0"/>
              <a:ea typeface="Roboto Light" panose="02000000000000000000" pitchFamily="2" charset="0"/>
            </a:endParaRPr>
          </a:p>
          <a:p>
            <a:pPr>
              <a:buClr>
                <a:srgbClr val="00AB80"/>
              </a:buClr>
            </a:pPr>
            <a:endParaRPr lang="en-US" sz="900" dirty="0">
              <a:latin typeface="Roboto Light" panose="02000000000000000000" pitchFamily="2" charset="0"/>
              <a:ea typeface="Roboto Light" panose="02000000000000000000" pitchFamily="2" charset="0"/>
            </a:endParaRPr>
          </a:p>
          <a:p>
            <a:pPr marL="171450" indent="-171450">
              <a:buClr>
                <a:srgbClr val="00AB80"/>
              </a:buClr>
              <a:buFont typeface="Arial" panose="020B0604020202020204" pitchFamily="34" charset="0"/>
              <a:buChar char="•"/>
            </a:pPr>
            <a:endParaRPr lang="en-US" sz="900" dirty="0">
              <a:latin typeface="Roboto Light" panose="02000000000000000000" pitchFamily="2" charset="0"/>
              <a:ea typeface="Roboto Light" panose="02000000000000000000" pitchFamily="2" charset="0"/>
            </a:endParaRPr>
          </a:p>
          <a:p>
            <a:pPr marL="171450" indent="-171450">
              <a:buClr>
                <a:srgbClr val="00AB80"/>
              </a:buClr>
              <a:buFont typeface="Arial" panose="020B0604020202020204" pitchFamily="34" charset="0"/>
              <a:buChar char="•"/>
            </a:pPr>
            <a:endParaRPr lang="en-US" sz="900" dirty="0">
              <a:latin typeface="Roboto Light" panose="02000000000000000000" pitchFamily="2" charset="0"/>
              <a:ea typeface="Roboto Light" panose="02000000000000000000" pitchFamily="2" charset="0"/>
            </a:endParaRPr>
          </a:p>
        </p:txBody>
      </p:sp>
      <p:cxnSp>
        <p:nvCxnSpPr>
          <p:cNvPr id="27" name="Straight Connector 26">
            <a:extLst>
              <a:ext uri="{FF2B5EF4-FFF2-40B4-BE49-F238E27FC236}">
                <a16:creationId xmlns:a16="http://schemas.microsoft.com/office/drawing/2014/main" id="{FA56C067-11D9-4FE3-B97E-743BDA13E1DD}"/>
              </a:ext>
            </a:extLst>
          </p:cNvPr>
          <p:cNvCxnSpPr>
            <a:cxnSpLocks/>
          </p:cNvCxnSpPr>
          <p:nvPr/>
        </p:nvCxnSpPr>
        <p:spPr>
          <a:xfrm rot="5400000" flipH="1" flipV="1">
            <a:off x="712796" y="6641662"/>
            <a:ext cx="1809412" cy="0"/>
          </a:xfrm>
          <a:prstGeom prst="line">
            <a:avLst/>
          </a:prstGeom>
          <a:ln w="12700">
            <a:solidFill>
              <a:srgbClr val="00AB80"/>
            </a:solidFill>
          </a:ln>
        </p:spPr>
        <p:style>
          <a:lnRef idx="1">
            <a:schemeClr val="accent1"/>
          </a:lnRef>
          <a:fillRef idx="0">
            <a:schemeClr val="accent1"/>
          </a:fillRef>
          <a:effectRef idx="0">
            <a:schemeClr val="accent1"/>
          </a:effectRef>
          <a:fontRef idx="minor">
            <a:schemeClr val="tx1"/>
          </a:fontRef>
        </p:style>
      </p:cxnSp>
      <p:cxnSp>
        <p:nvCxnSpPr>
          <p:cNvPr id="3" name="Straight Connector 2">
            <a:extLst>
              <a:ext uri="{FF2B5EF4-FFF2-40B4-BE49-F238E27FC236}">
                <a16:creationId xmlns:a16="http://schemas.microsoft.com/office/drawing/2014/main" id="{67C34E10-2CF8-9BCA-1CC6-D78A3FF9CA80}"/>
              </a:ext>
            </a:extLst>
          </p:cNvPr>
          <p:cNvCxnSpPr>
            <a:cxnSpLocks/>
          </p:cNvCxnSpPr>
          <p:nvPr/>
        </p:nvCxnSpPr>
        <p:spPr>
          <a:xfrm>
            <a:off x="3428143" y="1319232"/>
            <a:ext cx="0" cy="1747818"/>
          </a:xfrm>
          <a:prstGeom prst="line">
            <a:avLst/>
          </a:prstGeom>
          <a:ln w="19050">
            <a:solidFill>
              <a:srgbClr val="0059FF"/>
            </a:solidFill>
          </a:ln>
        </p:spPr>
        <p:style>
          <a:lnRef idx="1">
            <a:schemeClr val="accent1"/>
          </a:lnRef>
          <a:fillRef idx="0">
            <a:schemeClr val="accent1"/>
          </a:fillRef>
          <a:effectRef idx="0">
            <a:schemeClr val="accent1"/>
          </a:effectRef>
          <a:fontRef idx="minor">
            <a:schemeClr val="tx1"/>
          </a:fontRef>
        </p:style>
      </p:cxnSp>
      <p:pic>
        <p:nvPicPr>
          <p:cNvPr id="33" name="Picture 32" descr="A picture containing icon&#10;&#10;Description automatically generated">
            <a:extLst>
              <a:ext uri="{FF2B5EF4-FFF2-40B4-BE49-F238E27FC236}">
                <a16:creationId xmlns:a16="http://schemas.microsoft.com/office/drawing/2014/main" id="{20B94328-DB79-FB55-B636-C97F5174B4C4}"/>
              </a:ext>
            </a:extLst>
          </p:cNvPr>
          <p:cNvPicPr>
            <a:picLocks noChangeAspect="1"/>
          </p:cNvPicPr>
          <p:nvPr/>
        </p:nvPicPr>
        <p:blipFill>
          <a:blip r:embed="rId3"/>
          <a:stretch>
            <a:fillRect/>
          </a:stretch>
        </p:blipFill>
        <p:spPr>
          <a:xfrm>
            <a:off x="8743252" y="7221015"/>
            <a:ext cx="1187809" cy="479883"/>
          </a:xfrm>
          <a:prstGeom prst="rect">
            <a:avLst/>
          </a:prstGeom>
        </p:spPr>
      </p:pic>
      <p:sp>
        <p:nvSpPr>
          <p:cNvPr id="39" name="TextBox 38">
            <a:extLst>
              <a:ext uri="{FF2B5EF4-FFF2-40B4-BE49-F238E27FC236}">
                <a16:creationId xmlns:a16="http://schemas.microsoft.com/office/drawing/2014/main" id="{3EA81938-6A76-B850-B0E8-A5F905AEBA98}"/>
              </a:ext>
            </a:extLst>
          </p:cNvPr>
          <p:cNvSpPr txBox="1"/>
          <p:nvPr/>
        </p:nvSpPr>
        <p:spPr>
          <a:xfrm>
            <a:off x="8192705" y="3048197"/>
            <a:ext cx="1648720" cy="215444"/>
          </a:xfrm>
          <a:prstGeom prst="rect">
            <a:avLst/>
          </a:prstGeom>
          <a:noFill/>
        </p:spPr>
        <p:txBody>
          <a:bodyPr wrap="none" lIns="0" tIns="0" rIns="0" bIns="0" rtlCol="0">
            <a:spAutoFit/>
          </a:bodyPr>
          <a:lstStyle/>
          <a:p>
            <a:pPr algn="ctr"/>
            <a:r>
              <a:rPr lang="en-US" sz="1400" b="1" spc="388" dirty="0">
                <a:solidFill>
                  <a:schemeClr val="bg1"/>
                </a:solidFill>
                <a:latin typeface="Roboto" panose="02000000000000000000" pitchFamily="2" charset="0"/>
                <a:ea typeface="Roboto" panose="02000000000000000000" pitchFamily="2" charset="0"/>
              </a:rPr>
              <a:t>Certification</a:t>
            </a:r>
          </a:p>
        </p:txBody>
      </p:sp>
      <p:sp>
        <p:nvSpPr>
          <p:cNvPr id="169" name="TextBox 168">
            <a:extLst>
              <a:ext uri="{FF2B5EF4-FFF2-40B4-BE49-F238E27FC236}">
                <a16:creationId xmlns:a16="http://schemas.microsoft.com/office/drawing/2014/main" id="{96EB3CB7-14B5-2B9E-400D-049800DFED74}"/>
              </a:ext>
            </a:extLst>
          </p:cNvPr>
          <p:cNvSpPr txBox="1"/>
          <p:nvPr/>
        </p:nvSpPr>
        <p:spPr>
          <a:xfrm>
            <a:off x="3414648" y="116660"/>
            <a:ext cx="5463194" cy="430887"/>
          </a:xfrm>
          <a:prstGeom prst="rect">
            <a:avLst/>
          </a:prstGeom>
          <a:noFill/>
        </p:spPr>
        <p:txBody>
          <a:bodyPr wrap="square" lIns="0" tIns="0" rIns="0" bIns="0" rtlCol="0">
            <a:spAutoFit/>
          </a:bodyPr>
          <a:lstStyle/>
          <a:p>
            <a:r>
              <a:rPr lang="en-US" sz="2800" b="1">
                <a:solidFill>
                  <a:srgbClr val="00AB80"/>
                </a:solidFill>
                <a:latin typeface="Roboto" panose="02000000000000000000" pitchFamily="2" charset="0"/>
                <a:ea typeface="Roboto" panose="02000000000000000000" pitchFamily="2" charset="0"/>
              </a:rPr>
              <a:t>Consultant Profile</a:t>
            </a:r>
          </a:p>
        </p:txBody>
      </p:sp>
      <p:cxnSp>
        <p:nvCxnSpPr>
          <p:cNvPr id="170" name="Straight Connector 169">
            <a:extLst>
              <a:ext uri="{FF2B5EF4-FFF2-40B4-BE49-F238E27FC236}">
                <a16:creationId xmlns:a16="http://schemas.microsoft.com/office/drawing/2014/main" id="{0D51728F-48BB-14BB-256E-5F0C0284BCDF}"/>
              </a:ext>
            </a:extLst>
          </p:cNvPr>
          <p:cNvCxnSpPr>
            <a:cxnSpLocks/>
          </p:cNvCxnSpPr>
          <p:nvPr/>
        </p:nvCxnSpPr>
        <p:spPr>
          <a:xfrm flipV="1">
            <a:off x="8035461" y="957777"/>
            <a:ext cx="0" cy="6195498"/>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sp>
        <p:nvSpPr>
          <p:cNvPr id="173" name="TextBox 172">
            <a:extLst>
              <a:ext uri="{FF2B5EF4-FFF2-40B4-BE49-F238E27FC236}">
                <a16:creationId xmlns:a16="http://schemas.microsoft.com/office/drawing/2014/main" id="{994303C8-DFEA-5175-3E9D-3727861435B6}"/>
              </a:ext>
            </a:extLst>
          </p:cNvPr>
          <p:cNvSpPr txBox="1"/>
          <p:nvPr/>
        </p:nvSpPr>
        <p:spPr>
          <a:xfrm>
            <a:off x="8216224" y="880726"/>
            <a:ext cx="1392048" cy="430887"/>
          </a:xfrm>
          <a:prstGeom prst="rect">
            <a:avLst/>
          </a:prstGeom>
          <a:noFill/>
        </p:spPr>
        <p:txBody>
          <a:bodyPr wrap="none" lIns="0" tIns="0" rIns="0" bIns="0" rtlCol="0">
            <a:spAutoFit/>
          </a:bodyPr>
          <a:lstStyle/>
          <a:p>
            <a:r>
              <a:rPr lang="en-US" sz="1400" b="1" spc="388">
                <a:solidFill>
                  <a:schemeClr val="bg1"/>
                </a:solidFill>
                <a:latin typeface="Roboto" panose="02000000000000000000" pitchFamily="2" charset="0"/>
                <a:ea typeface="Roboto" panose="02000000000000000000" pitchFamily="2" charset="0"/>
              </a:rPr>
              <a:t>Industry</a:t>
            </a:r>
          </a:p>
          <a:p>
            <a:r>
              <a:rPr lang="en-US" sz="1400" b="1" spc="388">
                <a:solidFill>
                  <a:schemeClr val="bg1"/>
                </a:solidFill>
                <a:latin typeface="Roboto" panose="02000000000000000000" pitchFamily="2" charset="0"/>
                <a:ea typeface="Roboto" panose="02000000000000000000" pitchFamily="2" charset="0"/>
              </a:rPr>
              <a:t>Experience</a:t>
            </a:r>
          </a:p>
        </p:txBody>
      </p:sp>
      <p:cxnSp>
        <p:nvCxnSpPr>
          <p:cNvPr id="25" name="Straight Connector 24">
            <a:extLst>
              <a:ext uri="{FF2B5EF4-FFF2-40B4-BE49-F238E27FC236}">
                <a16:creationId xmlns:a16="http://schemas.microsoft.com/office/drawing/2014/main" id="{F7D64658-1F62-2EE9-AB01-2FD4F7E2D84D}"/>
              </a:ext>
            </a:extLst>
          </p:cNvPr>
          <p:cNvCxnSpPr>
            <a:cxnSpLocks/>
          </p:cNvCxnSpPr>
          <p:nvPr/>
        </p:nvCxnSpPr>
        <p:spPr>
          <a:xfrm>
            <a:off x="8216224" y="1453698"/>
            <a:ext cx="1558988" cy="0"/>
          </a:xfrm>
          <a:prstGeom prst="line">
            <a:avLst/>
          </a:prstGeom>
          <a:ln w="19050">
            <a:solidFill>
              <a:srgbClr val="00AB80"/>
            </a:solidFill>
          </a:ln>
        </p:spPr>
        <p:style>
          <a:lnRef idx="1">
            <a:schemeClr val="accent1"/>
          </a:lnRef>
          <a:fillRef idx="0">
            <a:schemeClr val="accent1"/>
          </a:fillRef>
          <a:effectRef idx="0">
            <a:schemeClr val="accent1"/>
          </a:effectRef>
          <a:fontRef idx="minor">
            <a:schemeClr val="tx1"/>
          </a:fontRef>
        </p:style>
      </p:cxnSp>
      <p:grpSp>
        <p:nvGrpSpPr>
          <p:cNvPr id="5" name="Group 4">
            <a:extLst>
              <a:ext uri="{FF2B5EF4-FFF2-40B4-BE49-F238E27FC236}">
                <a16:creationId xmlns:a16="http://schemas.microsoft.com/office/drawing/2014/main" id="{980A06B1-0A2F-7DF6-91DB-0F6DFA896A23}"/>
              </a:ext>
            </a:extLst>
          </p:cNvPr>
          <p:cNvGrpSpPr/>
          <p:nvPr/>
        </p:nvGrpSpPr>
        <p:grpSpPr>
          <a:xfrm>
            <a:off x="8106458" y="3263641"/>
            <a:ext cx="1951941" cy="3970318"/>
            <a:chOff x="8106458" y="2681447"/>
            <a:chExt cx="1951941" cy="3970318"/>
          </a:xfrm>
        </p:grpSpPr>
        <p:cxnSp>
          <p:nvCxnSpPr>
            <p:cNvPr id="40" name="Straight Connector 39">
              <a:extLst>
                <a:ext uri="{FF2B5EF4-FFF2-40B4-BE49-F238E27FC236}">
                  <a16:creationId xmlns:a16="http://schemas.microsoft.com/office/drawing/2014/main" id="{872A9DC1-BA60-5A54-0907-130AE22B314D}"/>
                </a:ext>
              </a:extLst>
            </p:cNvPr>
            <p:cNvCxnSpPr>
              <a:cxnSpLocks/>
            </p:cNvCxnSpPr>
            <p:nvPr/>
          </p:nvCxnSpPr>
          <p:spPr>
            <a:xfrm>
              <a:off x="8192160" y="2773308"/>
              <a:ext cx="1734788" cy="0"/>
            </a:xfrm>
            <a:prstGeom prst="line">
              <a:avLst/>
            </a:prstGeom>
            <a:ln w="19050">
              <a:solidFill>
                <a:srgbClr val="00AB80"/>
              </a:solidFill>
            </a:ln>
          </p:spPr>
          <p:style>
            <a:lnRef idx="1">
              <a:schemeClr val="accent1"/>
            </a:lnRef>
            <a:fillRef idx="0">
              <a:schemeClr val="accent1"/>
            </a:fillRef>
            <a:effectRef idx="0">
              <a:schemeClr val="accent1"/>
            </a:effectRef>
            <a:fontRef idx="minor">
              <a:schemeClr val="tx1"/>
            </a:fontRef>
          </p:style>
        </p:cxnSp>
        <p:sp>
          <p:nvSpPr>
            <p:cNvPr id="38" name="TextBox 37">
              <a:extLst>
                <a:ext uri="{FF2B5EF4-FFF2-40B4-BE49-F238E27FC236}">
                  <a16:creationId xmlns:a16="http://schemas.microsoft.com/office/drawing/2014/main" id="{AB47A2EE-BF0B-DB05-8B7C-DB6594B2B3D5}"/>
                </a:ext>
              </a:extLst>
            </p:cNvPr>
            <p:cNvSpPr txBox="1"/>
            <p:nvPr/>
          </p:nvSpPr>
          <p:spPr>
            <a:xfrm>
              <a:off x="8106458" y="2681447"/>
              <a:ext cx="1951941" cy="3970318"/>
            </a:xfrm>
            <a:prstGeom prst="rect">
              <a:avLst/>
            </a:prstGeom>
            <a:noFill/>
          </p:spPr>
          <p:txBody>
            <a:bodyPr wrap="square">
              <a:spAutoFit/>
            </a:bodyPr>
            <a:lstStyle/>
            <a:p>
              <a:pPr>
                <a:tabLst>
                  <a:tab pos="3819525" algn="l"/>
                  <a:tab pos="3895725" algn="l"/>
                </a:tabLst>
              </a:pPr>
              <a:endParaRPr lang="en-AU" sz="1200" dirty="0">
                <a:solidFill>
                  <a:srgbClr val="00AB80"/>
                </a:solidFill>
                <a:effectLst/>
                <a:latin typeface="Times New Roman" panose="02020603050405020304" pitchFamily="18" charset="0"/>
                <a:ea typeface="Calibri" panose="020F0502020204030204" pitchFamily="34" charset="0"/>
              </a:endParaRPr>
            </a:p>
            <a:p>
              <a:pPr>
                <a:tabLst>
                  <a:tab pos="3819525" algn="l"/>
                  <a:tab pos="3895725" algn="l"/>
                </a:tabLst>
              </a:pPr>
              <a:r>
                <a:rPr lang="en-GB" sz="1200" dirty="0">
                  <a:solidFill>
                    <a:srgbClr val="00AB80"/>
                  </a:solidFill>
                  <a:effectLst/>
                  <a:latin typeface="Roboto Light" panose="02000000000000000000" pitchFamily="2" charset="0"/>
                  <a:ea typeface="Calibri" panose="020F0502020204030204" pitchFamily="34" charset="0"/>
                </a:rPr>
                <a:t>Google Cloud Certified | Professional Data Engineer</a:t>
              </a:r>
            </a:p>
            <a:p>
              <a:pPr>
                <a:tabLst>
                  <a:tab pos="3819525" algn="l"/>
                  <a:tab pos="3895725" algn="l"/>
                </a:tabLst>
              </a:pPr>
              <a:endParaRPr lang="en-GB" sz="1200" dirty="0">
                <a:solidFill>
                  <a:srgbClr val="00AB80"/>
                </a:solidFill>
                <a:latin typeface="Roboto Light" panose="02000000000000000000" pitchFamily="2" charset="0"/>
                <a:ea typeface="Calibri" panose="020F0502020204030204" pitchFamily="34" charset="0"/>
              </a:endParaRPr>
            </a:p>
            <a:p>
              <a:pPr>
                <a:tabLst>
                  <a:tab pos="3819525" algn="l"/>
                  <a:tab pos="3895725" algn="l"/>
                </a:tabLst>
              </a:pPr>
              <a:r>
                <a:rPr lang="en-GB" sz="1200" dirty="0">
                  <a:solidFill>
                    <a:srgbClr val="00AB80"/>
                  </a:solidFill>
                  <a:effectLst/>
                  <a:latin typeface="Roboto Light" panose="02000000000000000000" pitchFamily="2" charset="0"/>
                  <a:ea typeface="Calibri" panose="020F0502020204030204" pitchFamily="34" charset="0"/>
                </a:rPr>
                <a:t>Google Cloud Certified | Professional Cloud Architect</a:t>
              </a:r>
            </a:p>
            <a:p>
              <a:pPr>
                <a:tabLst>
                  <a:tab pos="3819525" algn="l"/>
                  <a:tab pos="3895725" algn="l"/>
                </a:tabLst>
              </a:pPr>
              <a:endParaRPr lang="en-GB" sz="1200" dirty="0">
                <a:solidFill>
                  <a:srgbClr val="00AB80"/>
                </a:solidFill>
                <a:latin typeface="Roboto Light" panose="02000000000000000000" pitchFamily="2" charset="0"/>
                <a:ea typeface="Calibri" panose="020F0502020204030204" pitchFamily="34" charset="0"/>
              </a:endParaRPr>
            </a:p>
            <a:p>
              <a:pPr>
                <a:tabLst>
                  <a:tab pos="3819525" algn="l"/>
                  <a:tab pos="3895725" algn="l"/>
                </a:tabLst>
              </a:pPr>
              <a:r>
                <a:rPr lang="en-GB" sz="1200" dirty="0">
                  <a:solidFill>
                    <a:srgbClr val="00AB80"/>
                  </a:solidFill>
                  <a:latin typeface="Roboto Light" panose="02000000000000000000" pitchFamily="2" charset="0"/>
                  <a:ea typeface="Calibri" panose="020F0502020204030204" pitchFamily="34" charset="0"/>
                </a:rPr>
                <a:t>Amazon Webservices</a:t>
              </a:r>
              <a:r>
                <a:rPr lang="en-GB" sz="1200" dirty="0">
                  <a:solidFill>
                    <a:srgbClr val="00AB80"/>
                  </a:solidFill>
                  <a:effectLst/>
                  <a:latin typeface="Roboto Light" panose="02000000000000000000" pitchFamily="2" charset="0"/>
                  <a:ea typeface="Calibri" panose="020F0502020204030204" pitchFamily="34" charset="0"/>
                </a:rPr>
                <a:t> Certified | </a:t>
              </a:r>
              <a:r>
                <a:rPr lang="en-GB" sz="1200" dirty="0">
                  <a:solidFill>
                    <a:srgbClr val="00AB80"/>
                  </a:solidFill>
                  <a:latin typeface="Roboto Light" panose="02000000000000000000" pitchFamily="2" charset="0"/>
                  <a:ea typeface="Calibri" panose="020F0502020204030204" pitchFamily="34" charset="0"/>
                </a:rPr>
                <a:t>Solution Architect</a:t>
              </a:r>
            </a:p>
            <a:p>
              <a:pPr>
                <a:tabLst>
                  <a:tab pos="3819525" algn="l"/>
                  <a:tab pos="3895725" algn="l"/>
                </a:tabLst>
              </a:pPr>
              <a:endParaRPr lang="en-GB" sz="1200" dirty="0">
                <a:solidFill>
                  <a:srgbClr val="00AB80"/>
                </a:solidFill>
                <a:effectLst/>
                <a:latin typeface="Roboto Light" panose="02000000000000000000" pitchFamily="2" charset="0"/>
                <a:ea typeface="Calibri" panose="020F0502020204030204" pitchFamily="34" charset="0"/>
              </a:endParaRPr>
            </a:p>
            <a:p>
              <a:pPr>
                <a:tabLst>
                  <a:tab pos="3819525" algn="l"/>
                  <a:tab pos="3895725" algn="l"/>
                </a:tabLst>
              </a:pPr>
              <a:r>
                <a:rPr lang="en-GB" sz="1200" dirty="0">
                  <a:solidFill>
                    <a:srgbClr val="00AB80"/>
                  </a:solidFill>
                  <a:latin typeface="Roboto Light" panose="02000000000000000000" pitchFamily="2" charset="0"/>
                  <a:ea typeface="Calibri" panose="020F0502020204030204" pitchFamily="34" charset="0"/>
                </a:rPr>
                <a:t>Snowflake | </a:t>
              </a:r>
              <a:r>
                <a:rPr lang="en-GB" sz="1200" dirty="0" err="1">
                  <a:solidFill>
                    <a:srgbClr val="00AB80"/>
                  </a:solidFill>
                  <a:latin typeface="Roboto Light" panose="02000000000000000000" pitchFamily="2" charset="0"/>
                  <a:ea typeface="Calibri" panose="020F0502020204030204" pitchFamily="34" charset="0"/>
                </a:rPr>
                <a:t>SnowPro</a:t>
              </a:r>
              <a:r>
                <a:rPr lang="en-GB" sz="1200" dirty="0">
                  <a:solidFill>
                    <a:srgbClr val="00AB80"/>
                  </a:solidFill>
                  <a:latin typeface="Roboto Light" panose="02000000000000000000" pitchFamily="2" charset="0"/>
                  <a:ea typeface="Calibri" panose="020F0502020204030204" pitchFamily="34" charset="0"/>
                </a:rPr>
                <a:t> Core Certified</a:t>
              </a:r>
              <a:endParaRPr lang="en-GB" sz="1200" dirty="0">
                <a:solidFill>
                  <a:srgbClr val="00AB80"/>
                </a:solidFill>
                <a:effectLst/>
                <a:latin typeface="Roboto Light" panose="02000000000000000000" pitchFamily="2" charset="0"/>
                <a:ea typeface="Calibri" panose="020F0502020204030204" pitchFamily="34" charset="0"/>
              </a:endParaRPr>
            </a:p>
            <a:p>
              <a:pPr>
                <a:tabLst>
                  <a:tab pos="3819525" algn="l"/>
                  <a:tab pos="3895725" algn="l"/>
                </a:tabLst>
              </a:pPr>
              <a:endParaRPr lang="en-GB" sz="1200" dirty="0">
                <a:solidFill>
                  <a:srgbClr val="00AB80"/>
                </a:solidFill>
                <a:effectLst/>
                <a:latin typeface="Roboto Light" panose="02000000000000000000" pitchFamily="2" charset="0"/>
                <a:ea typeface="Calibri" panose="020F0502020204030204" pitchFamily="34" charset="0"/>
              </a:endParaRPr>
            </a:p>
            <a:p>
              <a:pPr>
                <a:tabLst>
                  <a:tab pos="3819525" algn="l"/>
                  <a:tab pos="3895725" algn="l"/>
                </a:tabLst>
              </a:pPr>
              <a:r>
                <a:rPr lang="en-GB" sz="1200" dirty="0">
                  <a:solidFill>
                    <a:srgbClr val="00AB80"/>
                  </a:solidFill>
                  <a:latin typeface="Roboto Light" panose="02000000000000000000" pitchFamily="2" charset="0"/>
                  <a:ea typeface="Calibri" panose="020F0502020204030204" pitchFamily="34" charset="0"/>
                </a:rPr>
                <a:t>Master’s</a:t>
              </a:r>
              <a:r>
                <a:rPr lang="en-GB" sz="1200" dirty="0">
                  <a:solidFill>
                    <a:srgbClr val="00AB80"/>
                  </a:solidFill>
                  <a:effectLst/>
                  <a:latin typeface="Roboto Light" panose="02000000000000000000" pitchFamily="2" charset="0"/>
                  <a:ea typeface="Calibri" panose="020F0502020204030204" pitchFamily="34" charset="0"/>
                </a:rPr>
                <a:t> Degree </a:t>
              </a:r>
              <a:r>
                <a:rPr lang="en-GB" sz="1200" dirty="0">
                  <a:solidFill>
                    <a:srgbClr val="00AB80"/>
                  </a:solidFill>
                  <a:latin typeface="Roboto Light" panose="02000000000000000000" pitchFamily="2" charset="0"/>
                  <a:ea typeface="Calibri" panose="020F0502020204030204" pitchFamily="34" charset="0"/>
                </a:rPr>
                <a:t>| Computer Application</a:t>
              </a:r>
              <a:endParaRPr lang="en-GB" sz="1200" dirty="0">
                <a:solidFill>
                  <a:srgbClr val="00AB80"/>
                </a:solidFill>
                <a:effectLst/>
                <a:latin typeface="Roboto Light" panose="02000000000000000000" pitchFamily="2" charset="0"/>
                <a:ea typeface="Calibri" panose="020F0502020204030204" pitchFamily="34" charset="0"/>
              </a:endParaRPr>
            </a:p>
            <a:p>
              <a:pPr>
                <a:tabLst>
                  <a:tab pos="3819525" algn="l"/>
                  <a:tab pos="3895725" algn="l"/>
                </a:tabLst>
              </a:pPr>
              <a:endParaRPr lang="en-GB" sz="1200" dirty="0">
                <a:solidFill>
                  <a:srgbClr val="00AB80"/>
                </a:solidFill>
                <a:latin typeface="Roboto Light" panose="02000000000000000000" pitchFamily="2" charset="0"/>
                <a:ea typeface="Calibri" panose="020F0502020204030204" pitchFamily="34" charset="0"/>
              </a:endParaRPr>
            </a:p>
            <a:p>
              <a:pPr>
                <a:tabLst>
                  <a:tab pos="3819525" algn="l"/>
                  <a:tab pos="3895725" algn="l"/>
                </a:tabLst>
              </a:pPr>
              <a:r>
                <a:rPr lang="en-GB" sz="1200" dirty="0">
                  <a:solidFill>
                    <a:srgbClr val="00AB80"/>
                  </a:solidFill>
                  <a:effectLst/>
                  <a:latin typeface="Roboto Light" panose="02000000000000000000" pitchFamily="2" charset="0"/>
                  <a:ea typeface="Calibri" panose="020F0502020204030204" pitchFamily="34" charset="0"/>
                </a:rPr>
                <a:t>Bachelor's Degree | Computer Science</a:t>
              </a:r>
              <a:endParaRPr lang="en-GB" sz="1200" dirty="0">
                <a:solidFill>
                  <a:srgbClr val="00AB80"/>
                </a:solidFill>
                <a:latin typeface="Roboto Light" panose="02000000000000000000" pitchFamily="2" charset="0"/>
                <a:ea typeface="Calibri" panose="020F0502020204030204" pitchFamily="34" charset="0"/>
              </a:endParaRPr>
            </a:p>
          </p:txBody>
        </p:sp>
      </p:grpSp>
      <p:sp>
        <p:nvSpPr>
          <p:cNvPr id="4" name="TextBox 3">
            <a:extLst>
              <a:ext uri="{FF2B5EF4-FFF2-40B4-BE49-F238E27FC236}">
                <a16:creationId xmlns:a16="http://schemas.microsoft.com/office/drawing/2014/main" id="{80F49B2F-21D4-F9EB-049F-717A10CB7D84}"/>
              </a:ext>
            </a:extLst>
          </p:cNvPr>
          <p:cNvSpPr txBox="1"/>
          <p:nvPr/>
        </p:nvSpPr>
        <p:spPr>
          <a:xfrm>
            <a:off x="127339" y="5698493"/>
            <a:ext cx="1557991" cy="2169825"/>
          </a:xfrm>
          <a:prstGeom prst="rect">
            <a:avLst/>
          </a:prstGeom>
          <a:noFill/>
        </p:spPr>
        <p:txBody>
          <a:bodyPr wrap="square" numCol="1" rtlCol="0">
            <a:spAutoFit/>
          </a:bodyPr>
          <a:lstStyle/>
          <a:p>
            <a:pPr marL="171450" indent="-171450">
              <a:buClr>
                <a:srgbClr val="00AB80"/>
              </a:buClr>
              <a:buFont typeface="Arial" panose="020B0604020202020204" pitchFamily="34" charset="0"/>
              <a:buChar char="•"/>
            </a:pPr>
            <a:r>
              <a:rPr lang="en-AU" sz="900" dirty="0">
                <a:latin typeface="Roboto Light" panose="02000000000000000000" pitchFamily="2" charset="0"/>
                <a:ea typeface="Roboto Light" panose="02000000000000000000" pitchFamily="2" charset="0"/>
              </a:rPr>
              <a:t>Google Cloud Platform</a:t>
            </a:r>
          </a:p>
          <a:p>
            <a:pPr marL="171450" indent="-171450">
              <a:buClr>
                <a:srgbClr val="00AB80"/>
              </a:buClr>
              <a:buFont typeface="Arial" panose="020B0604020202020204" pitchFamily="34" charset="0"/>
              <a:buChar char="•"/>
            </a:pPr>
            <a:r>
              <a:rPr lang="en-US" sz="900" dirty="0">
                <a:latin typeface="Roboto Light" panose="02000000000000000000" pitchFamily="2" charset="0"/>
                <a:ea typeface="Roboto Light" panose="02000000000000000000" pitchFamily="2" charset="0"/>
              </a:rPr>
              <a:t>AWS</a:t>
            </a:r>
          </a:p>
          <a:p>
            <a:pPr marL="171450" indent="-171450">
              <a:buClr>
                <a:srgbClr val="00AB80"/>
              </a:buClr>
              <a:buFont typeface="Arial" panose="020B0604020202020204" pitchFamily="34" charset="0"/>
              <a:buChar char="•"/>
            </a:pPr>
            <a:r>
              <a:rPr lang="en-US" sz="900" dirty="0">
                <a:latin typeface="Roboto Light" panose="02000000000000000000" pitchFamily="2" charset="0"/>
                <a:ea typeface="Roboto Light" panose="02000000000000000000" pitchFamily="2" charset="0"/>
              </a:rPr>
              <a:t>Data Engineering</a:t>
            </a:r>
          </a:p>
          <a:p>
            <a:pPr marL="171450" indent="-171450">
              <a:buClr>
                <a:srgbClr val="00AB80"/>
              </a:buClr>
              <a:buFont typeface="Arial" panose="020B0604020202020204" pitchFamily="34" charset="0"/>
              <a:buChar char="•"/>
            </a:pPr>
            <a:r>
              <a:rPr lang="en-US" sz="900" dirty="0">
                <a:latin typeface="Roboto Light" panose="02000000000000000000" pitchFamily="2" charset="0"/>
                <a:ea typeface="Roboto Light" panose="02000000000000000000" pitchFamily="2" charset="0"/>
              </a:rPr>
              <a:t>Data Migration</a:t>
            </a:r>
          </a:p>
          <a:p>
            <a:pPr marL="171450" indent="-171450">
              <a:buClr>
                <a:srgbClr val="00AB80"/>
              </a:buClr>
              <a:buFont typeface="Arial" panose="020B0604020202020204" pitchFamily="34" charset="0"/>
              <a:buChar char="•"/>
            </a:pPr>
            <a:r>
              <a:rPr lang="en-US" sz="900" dirty="0">
                <a:latin typeface="Roboto Light" panose="02000000000000000000" pitchFamily="2" charset="0"/>
                <a:ea typeface="Roboto Light" panose="02000000000000000000" pitchFamily="2" charset="0"/>
              </a:rPr>
              <a:t>Data Analytics</a:t>
            </a:r>
          </a:p>
          <a:p>
            <a:pPr marL="171450" indent="-171450">
              <a:buClr>
                <a:srgbClr val="00AB80"/>
              </a:buClr>
              <a:buFont typeface="Arial" panose="020B0604020202020204" pitchFamily="34" charset="0"/>
              <a:buChar char="•"/>
            </a:pPr>
            <a:r>
              <a:rPr lang="en-US" sz="900" dirty="0">
                <a:latin typeface="Roboto Light" panose="02000000000000000000" pitchFamily="2" charset="0"/>
                <a:ea typeface="Roboto Light" panose="02000000000000000000" pitchFamily="2" charset="0"/>
              </a:rPr>
              <a:t>Data Warehousing</a:t>
            </a:r>
          </a:p>
          <a:p>
            <a:pPr marL="171450" indent="-171450">
              <a:buClr>
                <a:srgbClr val="00AB80"/>
              </a:buClr>
              <a:buFont typeface="Arial" panose="020B0604020202020204" pitchFamily="34" charset="0"/>
              <a:buChar char="•"/>
            </a:pPr>
            <a:r>
              <a:rPr lang="en-US" sz="900" dirty="0">
                <a:latin typeface="Roboto Light" panose="02000000000000000000" pitchFamily="2" charset="0"/>
                <a:ea typeface="Roboto Light" panose="02000000000000000000" pitchFamily="2" charset="0"/>
              </a:rPr>
              <a:t>Data Wrangling</a:t>
            </a:r>
          </a:p>
          <a:p>
            <a:pPr marL="171450" indent="-171450">
              <a:buClr>
                <a:srgbClr val="00AB80"/>
              </a:buClr>
              <a:buFont typeface="Arial" panose="020B0604020202020204" pitchFamily="34" charset="0"/>
              <a:buChar char="•"/>
            </a:pPr>
            <a:r>
              <a:rPr lang="en-US" sz="900" dirty="0">
                <a:latin typeface="Roboto Light" panose="02000000000000000000" pitchFamily="2" charset="0"/>
                <a:ea typeface="Roboto Light" panose="02000000000000000000" pitchFamily="2" charset="0"/>
              </a:rPr>
              <a:t>Data integration</a:t>
            </a:r>
          </a:p>
          <a:p>
            <a:pPr marL="171450" indent="-171450">
              <a:buClr>
                <a:srgbClr val="00AB80"/>
              </a:buClr>
              <a:buFont typeface="Arial" panose="020B0604020202020204" pitchFamily="34" charset="0"/>
              <a:buChar char="•"/>
            </a:pPr>
            <a:r>
              <a:rPr lang="en-US" sz="900" dirty="0">
                <a:latin typeface="Roboto Light" panose="02000000000000000000" pitchFamily="2" charset="0"/>
                <a:ea typeface="Roboto Light" panose="02000000000000000000" pitchFamily="2" charset="0"/>
              </a:rPr>
              <a:t>Cloud Computing</a:t>
            </a:r>
          </a:p>
          <a:p>
            <a:pPr marL="171450" indent="-171450">
              <a:buClr>
                <a:srgbClr val="00AB80"/>
              </a:buClr>
              <a:buFont typeface="Arial" panose="020B0604020202020204" pitchFamily="34" charset="0"/>
              <a:buChar char="•"/>
            </a:pPr>
            <a:r>
              <a:rPr lang="en-US" sz="900" dirty="0">
                <a:latin typeface="Roboto Light" panose="02000000000000000000" pitchFamily="2" charset="0"/>
                <a:ea typeface="Roboto Light" panose="02000000000000000000" pitchFamily="2" charset="0"/>
              </a:rPr>
              <a:t>Project Management</a:t>
            </a:r>
          </a:p>
          <a:p>
            <a:pPr marL="171450" indent="-171450">
              <a:buClr>
                <a:srgbClr val="00AB80"/>
              </a:buClr>
              <a:buFont typeface="Arial" panose="020B0604020202020204" pitchFamily="34" charset="0"/>
              <a:buChar char="•"/>
            </a:pPr>
            <a:r>
              <a:rPr lang="en-US" sz="900" dirty="0">
                <a:latin typeface="Roboto Light" panose="02000000000000000000" pitchFamily="2" charset="0"/>
                <a:ea typeface="Roboto Light" panose="02000000000000000000" pitchFamily="2" charset="0"/>
              </a:rPr>
              <a:t>Software Development</a:t>
            </a:r>
          </a:p>
          <a:p>
            <a:pPr marL="171450" indent="-171450">
              <a:buClr>
                <a:srgbClr val="00AB80"/>
              </a:buClr>
              <a:buFont typeface="Arial" panose="020B0604020202020204" pitchFamily="34" charset="0"/>
              <a:buChar char="•"/>
            </a:pPr>
            <a:r>
              <a:rPr lang="en-US" sz="900" dirty="0">
                <a:latin typeface="Roboto Light" panose="02000000000000000000" pitchFamily="2" charset="0"/>
                <a:ea typeface="Roboto Light" panose="02000000000000000000" pitchFamily="2" charset="0"/>
              </a:rPr>
              <a:t>Stakeholder Management</a:t>
            </a:r>
          </a:p>
          <a:p>
            <a:pPr marL="171450" indent="-171450">
              <a:buClr>
                <a:srgbClr val="00AB80"/>
              </a:buClr>
              <a:buFont typeface="Arial" panose="020B0604020202020204" pitchFamily="34" charset="0"/>
              <a:buChar char="•"/>
            </a:pPr>
            <a:endParaRPr lang="en-US" sz="900" dirty="0">
              <a:latin typeface="Roboto Light" panose="02000000000000000000" pitchFamily="2" charset="0"/>
              <a:ea typeface="Roboto Light" panose="02000000000000000000" pitchFamily="2" charset="0"/>
            </a:endParaRPr>
          </a:p>
          <a:p>
            <a:pPr marL="171450" indent="-171450">
              <a:buClr>
                <a:srgbClr val="00AB80"/>
              </a:buClr>
              <a:buFont typeface="Arial" panose="020B0604020202020204" pitchFamily="34" charset="0"/>
              <a:buChar char="•"/>
            </a:pPr>
            <a:endParaRPr lang="en-US" sz="900" dirty="0">
              <a:latin typeface="Roboto Light" panose="02000000000000000000" pitchFamily="2" charset="0"/>
              <a:ea typeface="Roboto Light" panose="02000000000000000000" pitchFamily="2" charset="0"/>
            </a:endParaRPr>
          </a:p>
        </p:txBody>
      </p:sp>
      <p:sp>
        <p:nvSpPr>
          <p:cNvPr id="14" name="TextBox 13">
            <a:extLst>
              <a:ext uri="{FF2B5EF4-FFF2-40B4-BE49-F238E27FC236}">
                <a16:creationId xmlns:a16="http://schemas.microsoft.com/office/drawing/2014/main" id="{476A2B4B-DF73-B449-C876-B221F898C872}"/>
              </a:ext>
            </a:extLst>
          </p:cNvPr>
          <p:cNvSpPr txBox="1"/>
          <p:nvPr/>
        </p:nvSpPr>
        <p:spPr>
          <a:xfrm>
            <a:off x="-19943" y="5386173"/>
            <a:ext cx="2552013" cy="307777"/>
          </a:xfrm>
          <a:prstGeom prst="rect">
            <a:avLst/>
          </a:prstGeom>
          <a:noFill/>
        </p:spPr>
        <p:txBody>
          <a:bodyPr wrap="square" rtlCol="0">
            <a:spAutoFit/>
          </a:bodyPr>
          <a:lstStyle/>
          <a:p>
            <a:pPr algn="ctr"/>
            <a:r>
              <a:rPr lang="en-AU" sz="1400">
                <a:solidFill>
                  <a:srgbClr val="00AB80"/>
                </a:solidFill>
                <a:latin typeface="Roboto" panose="02000000000000000000" pitchFamily="2" charset="0"/>
                <a:ea typeface="Roboto" panose="02000000000000000000" pitchFamily="2" charset="0"/>
              </a:rPr>
              <a:t>Key Skills &amp; Technologies</a:t>
            </a:r>
          </a:p>
        </p:txBody>
      </p:sp>
      <p:sp>
        <p:nvSpPr>
          <p:cNvPr id="6" name="TextBox 5">
            <a:extLst>
              <a:ext uri="{FF2B5EF4-FFF2-40B4-BE49-F238E27FC236}">
                <a16:creationId xmlns:a16="http://schemas.microsoft.com/office/drawing/2014/main" id="{701E125D-B356-8A2A-B86B-AB6567CEABE1}"/>
              </a:ext>
            </a:extLst>
          </p:cNvPr>
          <p:cNvSpPr txBox="1"/>
          <p:nvPr/>
        </p:nvSpPr>
        <p:spPr>
          <a:xfrm>
            <a:off x="3321267" y="1026883"/>
            <a:ext cx="4631164" cy="461665"/>
          </a:xfrm>
          <a:prstGeom prst="rect">
            <a:avLst/>
          </a:prstGeom>
          <a:noFill/>
        </p:spPr>
        <p:txBody>
          <a:bodyPr wrap="square" rtlCol="0">
            <a:spAutoFit/>
          </a:bodyPr>
          <a:lstStyle/>
          <a:p>
            <a:r>
              <a:rPr lang="en-AU" sz="1200" b="1" dirty="0">
                <a:solidFill>
                  <a:srgbClr val="0059FF"/>
                </a:solidFill>
                <a:latin typeface="Roboto" panose="02000000000000000000" pitchFamily="2" charset="0"/>
                <a:ea typeface="Roboto" panose="02000000000000000000" pitchFamily="2" charset="0"/>
              </a:rPr>
              <a:t>Financial Services Organisation – Senior Data Engineer</a:t>
            </a:r>
          </a:p>
          <a:p>
            <a:endParaRPr lang="en-AU" sz="1200" b="1" dirty="0">
              <a:solidFill>
                <a:srgbClr val="0059FF"/>
              </a:solidFill>
              <a:latin typeface="Roboto" panose="02000000000000000000" pitchFamily="2" charset="0"/>
              <a:ea typeface="Roboto" panose="02000000000000000000" pitchFamily="2" charset="0"/>
            </a:endParaRPr>
          </a:p>
        </p:txBody>
      </p:sp>
      <p:sp>
        <p:nvSpPr>
          <p:cNvPr id="12" name="TextBox 11">
            <a:extLst>
              <a:ext uri="{FF2B5EF4-FFF2-40B4-BE49-F238E27FC236}">
                <a16:creationId xmlns:a16="http://schemas.microsoft.com/office/drawing/2014/main" id="{70DE989F-A988-8C86-5720-1FE5B119EB30}"/>
              </a:ext>
            </a:extLst>
          </p:cNvPr>
          <p:cNvSpPr txBox="1"/>
          <p:nvPr/>
        </p:nvSpPr>
        <p:spPr>
          <a:xfrm>
            <a:off x="3463961" y="1232965"/>
            <a:ext cx="4533549" cy="1969770"/>
          </a:xfrm>
          <a:prstGeom prst="rect">
            <a:avLst/>
          </a:prstGeom>
          <a:noFill/>
        </p:spPr>
        <p:txBody>
          <a:bodyPr wrap="square" lIns="91440" tIns="45720" rIns="91440" bIns="45720" numCol="1" rtlCol="0" anchor="t">
            <a:spAutoFit/>
          </a:bodyPr>
          <a:lstStyle>
            <a:defPPr>
              <a:defRPr lang="en-US"/>
            </a:defPPr>
            <a:lvl1pPr marL="171450" indent="-171450">
              <a:buClr>
                <a:srgbClr val="00AB80"/>
              </a:buClr>
              <a:buFont typeface="Arial" panose="020B0604020202020204" pitchFamily="34" charset="0"/>
              <a:buChar char="•"/>
              <a:defRPr sz="900">
                <a:latin typeface="Roboto Light" panose="02000000000000000000" pitchFamily="2" charset="0"/>
                <a:ea typeface="Roboto Light" panose="02000000000000000000" pitchFamily="2" charset="0"/>
              </a:defRPr>
            </a:lvl1pPr>
          </a:lstStyle>
          <a:p>
            <a:pPr marL="0" indent="0">
              <a:buNone/>
            </a:pPr>
            <a:endParaRPr lang="en-US" sz="200" dirty="0">
              <a:solidFill>
                <a:schemeClr val="bg1"/>
              </a:solidFill>
            </a:endParaRPr>
          </a:p>
          <a:p>
            <a:r>
              <a:rPr lang="en-AU" sz="1000" dirty="0">
                <a:solidFill>
                  <a:schemeClr val="bg1"/>
                </a:solidFill>
              </a:rPr>
              <a:t>Own engineering process by providing technical leadership and people management skills to build, plan and guide the data engineers across various micro UDP teams</a:t>
            </a:r>
          </a:p>
          <a:p>
            <a:r>
              <a:rPr lang="en-AU" sz="1000" dirty="0">
                <a:solidFill>
                  <a:schemeClr val="bg1"/>
                </a:solidFill>
              </a:rPr>
              <a:t>Writing data platform technical design in way that it gives clear direction to developers/data engineers to build, test their </a:t>
            </a:r>
            <a:r>
              <a:rPr lang="en-AU" sz="1000">
                <a:solidFill>
                  <a:schemeClr val="bg1"/>
                </a:solidFill>
              </a:rPr>
              <a:t>data pipelines</a:t>
            </a:r>
            <a:endParaRPr lang="en-AU" sz="1000" dirty="0">
              <a:solidFill>
                <a:schemeClr val="bg1"/>
              </a:solidFill>
            </a:endParaRPr>
          </a:p>
          <a:p>
            <a:r>
              <a:rPr lang="en-AU" sz="1000" dirty="0">
                <a:solidFill>
                  <a:schemeClr val="bg1"/>
                </a:solidFill>
              </a:rPr>
              <a:t>Working with platform engineers, security and architects across the enterprise seeking endorsements, unblock issues impacting the delivery</a:t>
            </a:r>
          </a:p>
          <a:p>
            <a:r>
              <a:rPr lang="en-AU" sz="1000" dirty="0">
                <a:solidFill>
                  <a:schemeClr val="bg1"/>
                </a:solidFill>
              </a:rPr>
              <a:t>Worked closely with UDP delivery managers, product managers to plan out future build and release use cases</a:t>
            </a:r>
          </a:p>
          <a:p>
            <a:r>
              <a:rPr lang="en-AU" sz="1000" dirty="0">
                <a:solidFill>
                  <a:schemeClr val="bg1"/>
                </a:solidFill>
              </a:rPr>
              <a:t>Provided common best practices that guides the developers/data engineers to build/develop and deploy data pipelines leveraging Google Cloud Dataflow, Google Cloud Composer, </a:t>
            </a:r>
            <a:r>
              <a:rPr lang="en-AU" sz="1000" dirty="0" err="1">
                <a:solidFill>
                  <a:schemeClr val="bg1"/>
                </a:solidFill>
              </a:rPr>
              <a:t>BigQuery</a:t>
            </a:r>
            <a:endParaRPr lang="en-AU" sz="1000" dirty="0">
              <a:solidFill>
                <a:schemeClr val="bg1"/>
              </a:solidFill>
            </a:endParaRPr>
          </a:p>
        </p:txBody>
      </p:sp>
      <p:grpSp>
        <p:nvGrpSpPr>
          <p:cNvPr id="45" name="Group 44">
            <a:extLst>
              <a:ext uri="{FF2B5EF4-FFF2-40B4-BE49-F238E27FC236}">
                <a16:creationId xmlns:a16="http://schemas.microsoft.com/office/drawing/2014/main" id="{7C004A0F-26FD-81BE-0DC7-EDCD01D4194B}"/>
              </a:ext>
            </a:extLst>
          </p:cNvPr>
          <p:cNvGrpSpPr/>
          <p:nvPr/>
        </p:nvGrpSpPr>
        <p:grpSpPr>
          <a:xfrm>
            <a:off x="3335753" y="3262580"/>
            <a:ext cx="5029198" cy="2159241"/>
            <a:chOff x="3335753" y="2997642"/>
            <a:chExt cx="5029198" cy="2293521"/>
          </a:xfrm>
        </p:grpSpPr>
        <p:cxnSp>
          <p:nvCxnSpPr>
            <p:cNvPr id="15" name="Straight Connector 14">
              <a:extLst>
                <a:ext uri="{FF2B5EF4-FFF2-40B4-BE49-F238E27FC236}">
                  <a16:creationId xmlns:a16="http://schemas.microsoft.com/office/drawing/2014/main" id="{F87F05F2-DA4C-4F55-A5D0-1887110DF155}"/>
                </a:ext>
              </a:extLst>
            </p:cNvPr>
            <p:cNvCxnSpPr>
              <a:cxnSpLocks/>
            </p:cNvCxnSpPr>
            <p:nvPr/>
          </p:nvCxnSpPr>
          <p:spPr>
            <a:xfrm>
              <a:off x="3428144" y="3336592"/>
              <a:ext cx="0" cy="1871024"/>
            </a:xfrm>
            <a:prstGeom prst="line">
              <a:avLst/>
            </a:prstGeom>
            <a:ln w="19050">
              <a:solidFill>
                <a:schemeClr val="accent2"/>
              </a:solidFill>
            </a:ln>
          </p:spPr>
          <p:style>
            <a:lnRef idx="1">
              <a:schemeClr val="accent1"/>
            </a:lnRef>
            <a:fillRef idx="0">
              <a:schemeClr val="accent1"/>
            </a:fillRef>
            <a:effectRef idx="0">
              <a:schemeClr val="accent1"/>
            </a:effectRef>
            <a:fontRef idx="minor">
              <a:schemeClr val="tx1"/>
            </a:fontRef>
          </p:style>
        </p:cxnSp>
        <p:sp>
          <p:nvSpPr>
            <p:cNvPr id="2" name="TextBox 1">
              <a:extLst>
                <a:ext uri="{FF2B5EF4-FFF2-40B4-BE49-F238E27FC236}">
                  <a16:creationId xmlns:a16="http://schemas.microsoft.com/office/drawing/2014/main" id="{2FA774CA-3857-9308-4D38-9414B0CC2B95}"/>
                </a:ext>
              </a:extLst>
            </p:cNvPr>
            <p:cNvSpPr txBox="1"/>
            <p:nvPr/>
          </p:nvSpPr>
          <p:spPr>
            <a:xfrm>
              <a:off x="3335753" y="2997642"/>
              <a:ext cx="5029198" cy="490375"/>
            </a:xfrm>
            <a:prstGeom prst="rect">
              <a:avLst/>
            </a:prstGeom>
            <a:noFill/>
          </p:spPr>
          <p:txBody>
            <a:bodyPr wrap="square" rtlCol="0">
              <a:spAutoFit/>
            </a:bodyPr>
            <a:lstStyle/>
            <a:p>
              <a:r>
                <a:rPr lang="en-AU" sz="1200" b="1" dirty="0">
                  <a:solidFill>
                    <a:srgbClr val="ED7D31"/>
                  </a:solidFill>
                  <a:latin typeface="Roboto" panose="02000000000000000000" pitchFamily="2" charset="0"/>
                  <a:ea typeface="Roboto" panose="02000000000000000000" pitchFamily="2" charset="0"/>
                </a:rPr>
                <a:t>Financial Services Organisation – Senior Data Engineer</a:t>
              </a:r>
            </a:p>
            <a:p>
              <a:endParaRPr lang="en-AU" sz="1200" b="1" dirty="0">
                <a:solidFill>
                  <a:srgbClr val="ED7D31"/>
                </a:solidFill>
                <a:latin typeface="Roboto" panose="02000000000000000000" pitchFamily="2" charset="0"/>
                <a:ea typeface="Roboto" panose="02000000000000000000" pitchFamily="2" charset="0"/>
              </a:endParaRPr>
            </a:p>
          </p:txBody>
        </p:sp>
        <p:sp>
          <p:nvSpPr>
            <p:cNvPr id="31" name="TextBox 30">
              <a:extLst>
                <a:ext uri="{FF2B5EF4-FFF2-40B4-BE49-F238E27FC236}">
                  <a16:creationId xmlns:a16="http://schemas.microsoft.com/office/drawing/2014/main" id="{5D644C1D-FE62-9752-27C7-42A94F729A86}"/>
                </a:ext>
              </a:extLst>
            </p:cNvPr>
            <p:cNvSpPr txBox="1"/>
            <p:nvPr/>
          </p:nvSpPr>
          <p:spPr>
            <a:xfrm>
              <a:off x="3455045" y="3198896"/>
              <a:ext cx="4542461" cy="2092267"/>
            </a:xfrm>
            <a:prstGeom prst="rect">
              <a:avLst/>
            </a:prstGeom>
            <a:noFill/>
          </p:spPr>
          <p:txBody>
            <a:bodyPr wrap="square" numCol="1" rtlCol="0">
              <a:spAutoFit/>
            </a:bodyPr>
            <a:lstStyle>
              <a:defPPr>
                <a:defRPr lang="en-US"/>
              </a:defPPr>
              <a:lvl1pPr marL="171450" indent="-171450">
                <a:buClr>
                  <a:srgbClr val="00AB80"/>
                </a:buClr>
                <a:buFont typeface="Arial" panose="020B0604020202020204" pitchFamily="34" charset="0"/>
                <a:buChar char="•"/>
                <a:defRPr sz="900">
                  <a:solidFill>
                    <a:schemeClr val="bg1"/>
                  </a:solidFill>
                  <a:latin typeface="Roboto Light" panose="02000000000000000000" pitchFamily="2" charset="0"/>
                  <a:ea typeface="Roboto Light" panose="02000000000000000000" pitchFamily="2" charset="0"/>
                </a:defRPr>
              </a:lvl1pPr>
            </a:lstStyle>
            <a:p>
              <a:pPr marL="0" indent="0">
                <a:buNone/>
              </a:pPr>
              <a:endParaRPr lang="en-US" sz="200" dirty="0"/>
            </a:p>
            <a:p>
              <a:r>
                <a:rPr lang="en-AU" sz="1000" dirty="0"/>
                <a:t>Lead a team of Data Analysts, to migrate legacy data from various sources into Google Cloud SQL for Record Keeping and into </a:t>
              </a:r>
              <a:r>
                <a:rPr lang="en-AU" sz="1000" dirty="0" err="1"/>
                <a:t>BigQuery</a:t>
              </a:r>
              <a:r>
                <a:rPr lang="en-AU" sz="1000" dirty="0"/>
                <a:t> to build an Analytics Dataset for analysis and reporting using Google Data Studio</a:t>
              </a:r>
            </a:p>
            <a:p>
              <a:r>
                <a:rPr lang="en-AU" sz="1000" dirty="0"/>
                <a:t>Deployed the solution in UAT and PROD environments, created run-sheets to document the progress of deployment and a create deployment guides</a:t>
              </a:r>
            </a:p>
            <a:p>
              <a:r>
                <a:rPr lang="en-AU" sz="1000" dirty="0"/>
                <a:t>Performed reverse engineering tasks to understand the business and functional requirements of legacy systems and create technical documentations, to understand and build the analytical dataset in </a:t>
              </a:r>
              <a:r>
                <a:rPr lang="en-AU" sz="1000" dirty="0" err="1"/>
                <a:t>BigQuery</a:t>
              </a:r>
              <a:r>
                <a:rPr lang="en-AU" sz="1000" dirty="0"/>
                <a:t>.</a:t>
              </a:r>
            </a:p>
            <a:p>
              <a:r>
                <a:rPr lang="en-AU" sz="1000" dirty="0" err="1"/>
                <a:t>Strategised</a:t>
              </a:r>
              <a:r>
                <a:rPr lang="en-AU" sz="1000" dirty="0"/>
                <a:t> and designed the data migration solution and involved in deployment of scalable solutions on GCP</a:t>
              </a:r>
            </a:p>
            <a:p>
              <a:r>
                <a:rPr lang="en-AU" sz="1000" dirty="0"/>
                <a:t>Setup GCP’s cloud identity and access management (IAM) to manage users, roles, and privileges for Dev team and Business Analysts</a:t>
              </a:r>
            </a:p>
          </p:txBody>
        </p:sp>
      </p:grpSp>
      <p:sp>
        <p:nvSpPr>
          <p:cNvPr id="48" name="TextBox 47">
            <a:extLst>
              <a:ext uri="{FF2B5EF4-FFF2-40B4-BE49-F238E27FC236}">
                <a16:creationId xmlns:a16="http://schemas.microsoft.com/office/drawing/2014/main" id="{2E936835-C132-4204-2E91-FE9D8E6EC671}"/>
              </a:ext>
            </a:extLst>
          </p:cNvPr>
          <p:cNvSpPr txBox="1"/>
          <p:nvPr/>
        </p:nvSpPr>
        <p:spPr>
          <a:xfrm>
            <a:off x="8118489" y="1456630"/>
            <a:ext cx="1951941" cy="1446550"/>
          </a:xfrm>
          <a:prstGeom prst="rect">
            <a:avLst/>
          </a:prstGeom>
          <a:noFill/>
        </p:spPr>
        <p:txBody>
          <a:bodyPr wrap="square" numCol="1" rtlCol="0">
            <a:spAutoFit/>
          </a:bodyPr>
          <a:lstStyle>
            <a:defPPr>
              <a:defRPr lang="en-US"/>
            </a:defPPr>
            <a:lvl1pPr marL="171450" indent="-171450">
              <a:buClr>
                <a:srgbClr val="00AB80"/>
              </a:buClr>
              <a:buFont typeface="Arial" panose="020B0604020202020204" pitchFamily="34" charset="0"/>
              <a:buChar char="•"/>
              <a:defRPr sz="900">
                <a:latin typeface="Roboto Light" panose="02000000000000000000" pitchFamily="2" charset="0"/>
                <a:ea typeface="Roboto Light" panose="02000000000000000000" pitchFamily="2" charset="0"/>
              </a:defRPr>
            </a:lvl1pPr>
          </a:lstStyle>
          <a:p>
            <a:pPr marL="0" indent="0">
              <a:lnSpc>
                <a:spcPct val="150000"/>
              </a:lnSpc>
              <a:buNone/>
            </a:pPr>
            <a:r>
              <a:rPr lang="en-GB" sz="1200" dirty="0">
                <a:solidFill>
                  <a:srgbClr val="00AB80"/>
                </a:solidFill>
              </a:rPr>
              <a:t>Financial Services</a:t>
            </a:r>
          </a:p>
          <a:p>
            <a:pPr marL="0" indent="0">
              <a:lnSpc>
                <a:spcPct val="150000"/>
              </a:lnSpc>
              <a:buNone/>
            </a:pPr>
            <a:r>
              <a:rPr lang="en-GB" sz="1200" dirty="0">
                <a:solidFill>
                  <a:srgbClr val="00AB80"/>
                </a:solidFill>
              </a:rPr>
              <a:t>Insurance</a:t>
            </a:r>
          </a:p>
          <a:p>
            <a:pPr marL="0" indent="0">
              <a:lnSpc>
                <a:spcPct val="150000"/>
              </a:lnSpc>
              <a:buNone/>
            </a:pPr>
            <a:r>
              <a:rPr lang="en-GB" sz="1200" dirty="0">
                <a:solidFill>
                  <a:srgbClr val="00AB80"/>
                </a:solidFill>
              </a:rPr>
              <a:t>Big 4 Banks</a:t>
            </a:r>
          </a:p>
          <a:p>
            <a:pPr marL="0" indent="0">
              <a:lnSpc>
                <a:spcPct val="150000"/>
              </a:lnSpc>
              <a:buNone/>
            </a:pPr>
            <a:r>
              <a:rPr lang="en-GB" sz="1200" dirty="0">
                <a:solidFill>
                  <a:srgbClr val="00AB80"/>
                </a:solidFill>
              </a:rPr>
              <a:t>Government</a:t>
            </a:r>
          </a:p>
          <a:p>
            <a:pPr marL="0" indent="0">
              <a:lnSpc>
                <a:spcPct val="150000"/>
              </a:lnSpc>
              <a:buNone/>
            </a:pPr>
            <a:r>
              <a:rPr lang="en-GB" sz="1200" dirty="0">
                <a:solidFill>
                  <a:srgbClr val="00AB80"/>
                </a:solidFill>
              </a:rPr>
              <a:t>Education</a:t>
            </a:r>
          </a:p>
        </p:txBody>
      </p:sp>
      <p:grpSp>
        <p:nvGrpSpPr>
          <p:cNvPr id="10" name="Group 9">
            <a:extLst>
              <a:ext uri="{FF2B5EF4-FFF2-40B4-BE49-F238E27FC236}">
                <a16:creationId xmlns:a16="http://schemas.microsoft.com/office/drawing/2014/main" id="{A6927CF3-C0AD-7B0E-CC21-BDD13E4FAF2F}"/>
              </a:ext>
            </a:extLst>
          </p:cNvPr>
          <p:cNvGrpSpPr/>
          <p:nvPr/>
        </p:nvGrpSpPr>
        <p:grpSpPr>
          <a:xfrm>
            <a:off x="3335752" y="5482638"/>
            <a:ext cx="4782734" cy="2167884"/>
            <a:chOff x="3335752" y="5766857"/>
            <a:chExt cx="4782734" cy="2167884"/>
          </a:xfrm>
        </p:grpSpPr>
        <p:sp>
          <p:nvSpPr>
            <p:cNvPr id="55" name="TextBox 54">
              <a:extLst>
                <a:ext uri="{FF2B5EF4-FFF2-40B4-BE49-F238E27FC236}">
                  <a16:creationId xmlns:a16="http://schemas.microsoft.com/office/drawing/2014/main" id="{20D856C0-6C6C-30D2-8947-79D3F4B5FE07}"/>
                </a:ext>
              </a:extLst>
            </p:cNvPr>
            <p:cNvSpPr txBox="1"/>
            <p:nvPr/>
          </p:nvSpPr>
          <p:spPr>
            <a:xfrm>
              <a:off x="3335752" y="5766857"/>
              <a:ext cx="4782734" cy="461665"/>
            </a:xfrm>
            <a:prstGeom prst="rect">
              <a:avLst/>
            </a:prstGeom>
            <a:noFill/>
          </p:spPr>
          <p:txBody>
            <a:bodyPr wrap="square" rtlCol="0">
              <a:spAutoFit/>
            </a:bodyPr>
            <a:lstStyle/>
            <a:p>
              <a:r>
                <a:rPr lang="en-AU" sz="1200" b="1" dirty="0">
                  <a:solidFill>
                    <a:srgbClr val="A93584"/>
                  </a:solidFill>
                  <a:latin typeface="Roboto" panose="02000000000000000000" pitchFamily="2" charset="0"/>
                  <a:ea typeface="Roboto" panose="02000000000000000000" pitchFamily="2" charset="0"/>
                </a:rPr>
                <a:t>Government Organisation – Senior Data Engineer</a:t>
              </a:r>
            </a:p>
            <a:p>
              <a:endParaRPr lang="en-AU" sz="1200" b="1" dirty="0">
                <a:solidFill>
                  <a:srgbClr val="A93584"/>
                </a:solidFill>
                <a:latin typeface="Roboto" panose="02000000000000000000" pitchFamily="2" charset="0"/>
                <a:ea typeface="Roboto" panose="02000000000000000000" pitchFamily="2" charset="0"/>
              </a:endParaRPr>
            </a:p>
          </p:txBody>
        </p:sp>
        <p:sp>
          <p:nvSpPr>
            <p:cNvPr id="54" name="TextBox 53">
              <a:extLst>
                <a:ext uri="{FF2B5EF4-FFF2-40B4-BE49-F238E27FC236}">
                  <a16:creationId xmlns:a16="http://schemas.microsoft.com/office/drawing/2014/main" id="{4F1DF6EC-2D10-1310-483C-35027A70DDA1}"/>
                </a:ext>
              </a:extLst>
            </p:cNvPr>
            <p:cNvSpPr txBox="1"/>
            <p:nvPr/>
          </p:nvSpPr>
          <p:spPr>
            <a:xfrm>
              <a:off x="3469641" y="5995749"/>
              <a:ext cx="4527866" cy="1938992"/>
            </a:xfrm>
            <a:prstGeom prst="rect">
              <a:avLst/>
            </a:prstGeom>
            <a:noFill/>
          </p:spPr>
          <p:txBody>
            <a:bodyPr wrap="square" numCol="1" rtlCol="0">
              <a:spAutoFit/>
            </a:bodyPr>
            <a:lstStyle>
              <a:defPPr>
                <a:defRPr lang="en-US"/>
              </a:defPPr>
              <a:lvl1pPr marL="171450" indent="-171450">
                <a:buClr>
                  <a:srgbClr val="00AB80"/>
                </a:buClr>
                <a:buFont typeface="Arial" panose="020B0604020202020204" pitchFamily="34" charset="0"/>
                <a:buChar char="•"/>
                <a:defRPr sz="1000">
                  <a:solidFill>
                    <a:schemeClr val="bg1"/>
                  </a:solidFill>
                  <a:latin typeface="Roboto Light" panose="02000000000000000000" pitchFamily="2" charset="0"/>
                  <a:ea typeface="Roboto Light" panose="02000000000000000000" pitchFamily="2" charset="0"/>
                </a:defRPr>
              </a:lvl1pPr>
            </a:lstStyle>
            <a:p>
              <a:r>
                <a:rPr lang="en-AU" dirty="0"/>
                <a:t>Collaborated with stakeholders in formulating the architectural solution roadmap in migrating data from on-premise databases to cloud data warehouse</a:t>
              </a:r>
            </a:p>
            <a:p>
              <a:r>
                <a:rPr lang="en-AU" dirty="0"/>
                <a:t>Put together architecture documentation for data engineering and advanced analytics requirements by producing Conceptual, Solution architecture</a:t>
              </a:r>
            </a:p>
            <a:p>
              <a:r>
                <a:rPr lang="en-AU" dirty="0"/>
                <a:t>Worked with implementation partners through the elaboration, design, and build phases for operationalising key solution components like AWS EMR, AWS </a:t>
              </a:r>
              <a:r>
                <a:rPr lang="en-AU" dirty="0" err="1"/>
                <a:t>SageMake</a:t>
              </a:r>
              <a:r>
                <a:rPr lang="en-AU" dirty="0"/>
                <a:t>, AWS S3 as data lake and Snowflake</a:t>
              </a:r>
            </a:p>
            <a:p>
              <a:r>
                <a:rPr lang="en-AU" dirty="0"/>
                <a:t>Produced solution design documents in response to non-functional requirements articulating usage of solution components in all aspects of data governance and security</a:t>
              </a:r>
            </a:p>
          </p:txBody>
        </p:sp>
        <p:cxnSp>
          <p:nvCxnSpPr>
            <p:cNvPr id="56" name="Straight Connector 55">
              <a:extLst>
                <a:ext uri="{FF2B5EF4-FFF2-40B4-BE49-F238E27FC236}">
                  <a16:creationId xmlns:a16="http://schemas.microsoft.com/office/drawing/2014/main" id="{C0271841-9AD2-76A9-36A3-77AD3CD1ED17}"/>
                </a:ext>
              </a:extLst>
            </p:cNvPr>
            <p:cNvCxnSpPr>
              <a:cxnSpLocks/>
            </p:cNvCxnSpPr>
            <p:nvPr/>
          </p:nvCxnSpPr>
          <p:spPr>
            <a:xfrm>
              <a:off x="3430684" y="6077707"/>
              <a:ext cx="0" cy="1375912"/>
            </a:xfrm>
            <a:prstGeom prst="line">
              <a:avLst/>
            </a:prstGeom>
            <a:ln w="19050">
              <a:solidFill>
                <a:srgbClr val="A93584"/>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2009923557"/>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81F5EC79307BDF4295C10AC82BCAE190" ma:contentTypeVersion="12" ma:contentTypeDescription="Create a new document." ma:contentTypeScope="" ma:versionID="0f0308aefe13974c65752fd3353aedfb">
  <xsd:schema xmlns:xsd="http://www.w3.org/2001/XMLSchema" xmlns:xs="http://www.w3.org/2001/XMLSchema" xmlns:p="http://schemas.microsoft.com/office/2006/metadata/properties" xmlns:ns2="daf93972-1964-4522-aa34-640805a01c3a" xmlns:ns3="e52cd9e7-35e5-4bd3-9cab-ca6a63c31e52" targetNamespace="http://schemas.microsoft.com/office/2006/metadata/properties" ma:root="true" ma:fieldsID="aba3c788a807feaf6f638ceb175dbe8c" ns2:_="" ns3:_="">
    <xsd:import namespace="daf93972-1964-4522-aa34-640805a01c3a"/>
    <xsd:import namespace="e52cd9e7-35e5-4bd3-9cab-ca6a63c31e52"/>
    <xsd:element name="properties">
      <xsd:complexType>
        <xsd:sequence>
          <xsd:element name="documentManagement">
            <xsd:complexType>
              <xsd:all>
                <xsd:element ref="ns2:MediaServiceMetadata" minOccurs="0"/>
                <xsd:element ref="ns2:MediaServiceFastMetadata"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AutoTags" minOccurs="0"/>
                <xsd:element ref="ns2:MediaServiceOCR" minOccurs="0"/>
                <xsd:element ref="ns2:MediaServiceObjectDetectorVersions"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daf93972-1964-4522-aa34-640805a01c3a"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EventHashCode" ma:index="10" nillable="true" ma:displayName="MediaServiceEventHashCode" ma:hidden="true" ma:internalName="MediaServiceEventHashCode" ma:readOnly="true">
      <xsd:simpleType>
        <xsd:restriction base="dms:Text"/>
      </xsd:simpleType>
    </xsd:element>
    <xsd:element name="MediaServiceGenerationTime" ma:index="11" nillable="true" ma:displayName="MediaServiceGenerationTime" ma:hidden="true" ma:internalName="MediaServiceGenerationTime" ma:readOnly="true">
      <xsd:simpleType>
        <xsd:restriction base="dms:Text"/>
      </xsd:simpleType>
    </xsd:element>
    <xsd:element name="MediaServiceAutoKeyPoints" ma:index="14" nillable="true" ma:displayName="MediaServiceAutoKeyPoints" ma:hidden="true" ma:internalName="MediaServiceAutoKeyPoints" ma:readOnly="true">
      <xsd:simpleType>
        <xsd:restriction base="dms:Note"/>
      </xsd:simpleType>
    </xsd:element>
    <xsd:element name="MediaServiceKeyPoints" ma:index="15" nillable="true" ma:displayName="KeyPoints" ma:internalName="MediaServiceKeyPoints" ma:readOnly="true">
      <xsd:simpleType>
        <xsd:restriction base="dms:Note">
          <xsd:maxLength value="255"/>
        </xsd:restriction>
      </xsd:simpleType>
    </xsd:element>
    <xsd:element name="MediaServiceAutoTags" ma:index="16" nillable="true" ma:displayName="Tags" ma:internalName="MediaServiceAutoTags" ma:readOnly="true">
      <xsd:simpleType>
        <xsd:restriction base="dms:Text"/>
      </xsd:simpleType>
    </xsd:element>
    <xsd:element name="MediaServiceOCR" ma:index="17" nillable="true" ma:displayName="Extracted Text" ma:internalName="MediaServiceOCR" ma:readOnly="true">
      <xsd:simpleType>
        <xsd:restriction base="dms:Note">
          <xsd:maxLength value="255"/>
        </xsd:restriction>
      </xsd:simpleType>
    </xsd:element>
    <xsd:element name="MediaServiceObjectDetectorVersions" ma:index="18" nillable="true" ma:displayName="MediaServiceObjectDetectorVersions" ma:hidden="true" ma:indexed="true" ma:internalName="MediaServiceObjectDetectorVersions" ma:readOnly="true">
      <xsd:simpleType>
        <xsd:restriction base="dms:Text"/>
      </xsd:simpleType>
    </xsd:element>
    <xsd:element name="MediaServiceSearchProperties" ma:index="19"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e52cd9e7-35e5-4bd3-9cab-ca6a63c31e52" elementFormDefault="qualified">
    <xsd:import namespace="http://schemas.microsoft.com/office/2006/documentManagement/types"/>
    <xsd:import namespace="http://schemas.microsoft.com/office/infopath/2007/PartnerControls"/>
    <xsd:element name="SharedWithUsers" ma:index="12"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3"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AFE45061-68CF-4163-BAFF-920227DFDEC7}"/>
</file>

<file path=customXml/itemProps2.xml><?xml version="1.0" encoding="utf-8"?>
<ds:datastoreItem xmlns:ds="http://schemas.openxmlformats.org/officeDocument/2006/customXml" ds:itemID="{3EAAB431-6FA9-4678-BFEA-63CD1CAD6FC2}">
  <ds:schemaRefs>
    <ds:schemaRef ds:uri="http://schemas.microsoft.com/sharepoint/v3/contenttype/forms"/>
  </ds:schemaRefs>
</ds:datastoreItem>
</file>

<file path=customXml/itemProps3.xml><?xml version="1.0" encoding="utf-8"?>
<ds:datastoreItem xmlns:ds="http://schemas.openxmlformats.org/officeDocument/2006/customXml" ds:itemID="{B79DDFC6-124A-4859-BB62-4C7039BA48C0}">
  <ds:schemaRefs>
    <ds:schemaRef ds:uri="http://schemas.microsoft.com/office/2006/metadata/properties"/>
    <ds:schemaRef ds:uri="http://purl.org/dc/dcmitype/"/>
    <ds:schemaRef ds:uri="daf93972-1964-4522-aa34-640805a01c3a"/>
    <ds:schemaRef ds:uri="http://schemas.microsoft.com/office/2006/documentManagement/types"/>
    <ds:schemaRef ds:uri="http://purl.org/dc/terms/"/>
    <ds:schemaRef ds:uri="http://schemas.microsoft.com/office/infopath/2007/PartnerControls"/>
    <ds:schemaRef ds:uri="e52cd9e7-35e5-4bd3-9cab-ca6a63c31e52"/>
    <ds:schemaRef ds:uri="http://schemas.openxmlformats.org/package/2006/metadata/core-properties"/>
    <ds:schemaRef ds:uri="http://www.w3.org/XML/1998/namespace"/>
    <ds:schemaRef ds:uri="http://purl.org/dc/elements/1.1/"/>
  </ds:schemaRefs>
</ds:datastoreItem>
</file>

<file path=docProps/app.xml><?xml version="1.0" encoding="utf-8"?>
<Properties xmlns="http://schemas.openxmlformats.org/officeDocument/2006/extended-properties" xmlns:vt="http://schemas.openxmlformats.org/officeDocument/2006/docPropsVTypes">
  <Template>Office Theme</Template>
  <TotalTime>3915</TotalTime>
  <Words>622</Words>
  <Application>Microsoft Office PowerPoint</Application>
  <PresentationFormat>Custom</PresentationFormat>
  <Paragraphs>75</Paragraphs>
  <Slides>1</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vt:i4>
      </vt:variant>
    </vt:vector>
  </HeadingPairs>
  <TitlesOfParts>
    <vt:vector size="9" baseType="lpstr">
      <vt:lpstr>Arial</vt:lpstr>
      <vt:lpstr>Calibri</vt:lpstr>
      <vt:lpstr>Calibri Light</vt:lpstr>
      <vt:lpstr>Libre Caslon Text</vt:lpstr>
      <vt:lpstr>Roboto</vt:lpstr>
      <vt:lpstr>Roboto Light</vt:lpstr>
      <vt:lpstr>Times New Roman</vt:lpstr>
      <vt:lpstr>Office Theme</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Johanna Jovel Hernández</dc:creator>
  <cp:lastModifiedBy>Darcy Roach</cp:lastModifiedBy>
  <cp:revision>9</cp:revision>
  <dcterms:created xsi:type="dcterms:W3CDTF">2019-12-03T01:50:37Z</dcterms:created>
  <dcterms:modified xsi:type="dcterms:W3CDTF">2023-07-25T02:45:00Z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0x01010081F5EC79307BDF4295C10AC82BCAE190</vt:lpwstr>
  </property>
</Properties>
</file>