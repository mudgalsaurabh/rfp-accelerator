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2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2E4072-FBCF-4443-B3BB-DDD559283244}" v="136" dt="2025-04-15T23:13:25.718"/>
    <p1510:client id="{C5B79624-E7A0-3D86-8F5B-A6FAEB7DBD73}" v="41" dt="2025-04-15T23:08:58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00E59A48-F5DD-48B7-B865-1EBC21C40E8A}"/>
    <pc:docChg chg="modSld">
      <pc:chgData name="Darcy Roach" userId="ba676ee9-e9b4-49e8-a515-8077106c948d" providerId="ADAL" clId="{00E59A48-F5DD-48B7-B865-1EBC21C40E8A}" dt="2023-10-26T01:24:38.120" v="62" actId="20577"/>
      <pc:docMkLst>
        <pc:docMk/>
      </pc:docMkLst>
      <pc:sldChg chg="modSp mod">
        <pc:chgData name="Darcy Roach" userId="ba676ee9-e9b4-49e8-a515-8077106c948d" providerId="ADAL" clId="{00E59A48-F5DD-48B7-B865-1EBC21C40E8A}" dt="2023-10-26T01:24:38.120" v="62" actId="20577"/>
        <pc:sldMkLst>
          <pc:docMk/>
          <pc:sldMk cId="2144306671" sldId="272"/>
        </pc:sldMkLst>
      </pc:sldChg>
    </pc:docChg>
  </pc:docChgLst>
  <pc:docChgLst>
    <pc:chgData name="Darcy Roach" userId="ba676ee9-e9b4-49e8-a515-8077106c948d" providerId="ADAL" clId="{4B8FAD5D-0A71-4D26-A2BB-89D3E4C7E285}"/>
    <pc:docChg chg="undo custSel modSld">
      <pc:chgData name="Darcy Roach" userId="ba676ee9-e9b4-49e8-a515-8077106c948d" providerId="ADAL" clId="{4B8FAD5D-0A71-4D26-A2BB-89D3E4C7E285}" dt="2023-10-25T22:18:40.348" v="1190" actId="1035"/>
      <pc:docMkLst>
        <pc:docMk/>
      </pc:docMkLst>
      <pc:sldChg chg="delSp modSp mod">
        <pc:chgData name="Darcy Roach" userId="ba676ee9-e9b4-49e8-a515-8077106c948d" providerId="ADAL" clId="{4B8FAD5D-0A71-4D26-A2BB-89D3E4C7E285}" dt="2023-10-25T22:18:40.348" v="1190" actId="1035"/>
        <pc:sldMkLst>
          <pc:docMk/>
          <pc:sldMk cId="2144306671" sldId="272"/>
        </pc:sldMkLst>
      </pc:sldChg>
    </pc:docChg>
  </pc:docChgLst>
  <pc:docChgLst>
    <pc:chgData name="Darcy Roach" userId="ba676ee9-e9b4-49e8-a515-8077106c948d" providerId="ADAL" clId="{522E4072-FBCF-4443-B3BB-DDD559283244}"/>
    <pc:docChg chg="undo custSel addSld delSld modSld">
      <pc:chgData name="Darcy Roach" userId="ba676ee9-e9b4-49e8-a515-8077106c948d" providerId="ADAL" clId="{522E4072-FBCF-4443-B3BB-DDD559283244}" dt="2025-04-15T23:13:25.718" v="317" actId="47"/>
      <pc:docMkLst>
        <pc:docMk/>
      </pc:docMkLst>
      <pc:sldChg chg="addSp delSp modSp mod modNotesTx">
        <pc:chgData name="Darcy Roach" userId="ba676ee9-e9b4-49e8-a515-8077106c948d" providerId="ADAL" clId="{522E4072-FBCF-4443-B3BB-DDD559283244}" dt="2025-04-15T23:13:07.716" v="316" actId="1035"/>
        <pc:sldMkLst>
          <pc:docMk/>
          <pc:sldMk cId="2144306671" sldId="272"/>
        </pc:sldMkLst>
        <pc:spChg chg="mod">
          <ac:chgData name="Darcy Roach" userId="ba676ee9-e9b4-49e8-a515-8077106c948d" providerId="ADAL" clId="{522E4072-FBCF-4443-B3BB-DDD559283244}" dt="2025-04-15T23:11:15.813" v="302" actId="1076"/>
          <ac:spMkLst>
            <pc:docMk/>
            <pc:sldMk cId="2144306671" sldId="272"/>
            <ac:spMk id="2" creationId="{2FA774CA-3857-9308-4D38-9414B0CC2B95}"/>
          </ac:spMkLst>
        </pc:spChg>
        <pc:spChg chg="mod">
          <ac:chgData name="Darcy Roach" userId="ba676ee9-e9b4-49e8-a515-8077106c948d" providerId="ADAL" clId="{522E4072-FBCF-4443-B3BB-DDD559283244}" dt="2025-04-15T22:59:51.087" v="180" actId="1076"/>
          <ac:spMkLst>
            <pc:docMk/>
            <pc:sldMk cId="2144306671" sldId="272"/>
            <ac:spMk id="4" creationId="{80F49B2F-21D4-F9EB-049F-717A10CB7D84}"/>
          </ac:spMkLst>
        </pc:spChg>
        <pc:spChg chg="mod">
          <ac:chgData name="Darcy Roach" userId="ba676ee9-e9b4-49e8-a515-8077106c948d" providerId="ADAL" clId="{522E4072-FBCF-4443-B3BB-DDD559283244}" dt="2025-04-15T23:11:08.371" v="301" actId="1076"/>
          <ac:spMkLst>
            <pc:docMk/>
            <pc:sldMk cId="2144306671" sldId="272"/>
            <ac:spMk id="6" creationId="{701E125D-B356-8A2A-B86B-AB6567CEABE1}"/>
          </ac:spMkLst>
        </pc:spChg>
        <pc:spChg chg="mod">
          <ac:chgData name="Darcy Roach" userId="ba676ee9-e9b4-49e8-a515-8077106c948d" providerId="ADAL" clId="{522E4072-FBCF-4443-B3BB-DDD559283244}" dt="2025-04-15T23:00:01.872" v="181" actId="1076"/>
          <ac:spMkLst>
            <pc:docMk/>
            <pc:sldMk cId="2144306671" sldId="272"/>
            <ac:spMk id="7" creationId="{6B2F289A-52B4-2A27-52EA-B05DE2DA93CE}"/>
          </ac:spMkLst>
        </pc:spChg>
        <pc:spChg chg="mod">
          <ac:chgData name="Darcy Roach" userId="ba676ee9-e9b4-49e8-a515-8077106c948d" providerId="ADAL" clId="{522E4072-FBCF-4443-B3BB-DDD559283244}" dt="2025-04-15T23:12:40.783" v="313" actId="20577"/>
          <ac:spMkLst>
            <pc:docMk/>
            <pc:sldMk cId="2144306671" sldId="272"/>
            <ac:spMk id="8" creationId="{59FEB941-5146-6B10-4E4D-8A4ADE918AEF}"/>
          </ac:spMkLst>
        </pc:spChg>
        <pc:spChg chg="del mod topLvl">
          <ac:chgData name="Darcy Roach" userId="ba676ee9-e9b4-49e8-a515-8077106c948d" providerId="ADAL" clId="{522E4072-FBCF-4443-B3BB-DDD559283244}" dt="2025-04-14T23:31:36.265" v="41" actId="21"/>
          <ac:spMkLst>
            <pc:docMk/>
            <pc:sldMk cId="2144306671" sldId="272"/>
            <ac:spMk id="10" creationId="{06312B81-BCF1-2796-C112-3DBE0E02F483}"/>
          </ac:spMkLst>
        </pc:spChg>
        <pc:spChg chg="add mod ord">
          <ac:chgData name="Darcy Roach" userId="ba676ee9-e9b4-49e8-a515-8077106c948d" providerId="ADAL" clId="{522E4072-FBCF-4443-B3BB-DDD559283244}" dt="2025-04-15T23:11:08.371" v="301" actId="1076"/>
          <ac:spMkLst>
            <pc:docMk/>
            <pc:sldMk cId="2144306671" sldId="272"/>
            <ac:spMk id="12" creationId="{7A50FE09-4561-0699-D98B-807A845C46C3}"/>
          </ac:spMkLst>
        </pc:spChg>
        <pc:spChg chg="mod">
          <ac:chgData name="Darcy Roach" userId="ba676ee9-e9b4-49e8-a515-8077106c948d" providerId="ADAL" clId="{522E4072-FBCF-4443-B3BB-DDD559283244}" dt="2025-04-15T22:59:51.087" v="180" actId="1076"/>
          <ac:spMkLst>
            <pc:docMk/>
            <pc:sldMk cId="2144306671" sldId="272"/>
            <ac:spMk id="14" creationId="{476A2B4B-DF73-B449-C876-B221F898C872}"/>
          </ac:spMkLst>
        </pc:spChg>
        <pc:spChg chg="mod">
          <ac:chgData name="Darcy Roach" userId="ba676ee9-e9b4-49e8-a515-8077106c948d" providerId="ADAL" clId="{522E4072-FBCF-4443-B3BB-DDD559283244}" dt="2025-04-14T23:29:59.818" v="35" actId="20577"/>
          <ac:spMkLst>
            <pc:docMk/>
            <pc:sldMk cId="2144306671" sldId="272"/>
            <ac:spMk id="16" creationId="{7A53ACAB-BBC9-A3AA-740D-EB947374392F}"/>
          </ac:spMkLst>
        </pc:spChg>
        <pc:spChg chg="mod">
          <ac:chgData name="Darcy Roach" userId="ba676ee9-e9b4-49e8-a515-8077106c948d" providerId="ADAL" clId="{522E4072-FBCF-4443-B3BB-DDD559283244}" dt="2025-04-15T23:05:38.845" v="271" actId="20577"/>
          <ac:spMkLst>
            <pc:docMk/>
            <pc:sldMk cId="2144306671" sldId="272"/>
            <ac:spMk id="17" creationId="{1BDE5051-9F34-F139-742D-4450E5D6591E}"/>
          </ac:spMkLst>
        </pc:spChg>
        <pc:spChg chg="mod">
          <ac:chgData name="Darcy Roach" userId="ba676ee9-e9b4-49e8-a515-8077106c948d" providerId="ADAL" clId="{522E4072-FBCF-4443-B3BB-DDD559283244}" dt="2025-04-15T23:11:31.867" v="305" actId="20577"/>
          <ac:spMkLst>
            <pc:docMk/>
            <pc:sldMk cId="2144306671" sldId="272"/>
            <ac:spMk id="19" creationId="{7513C49A-2DF2-8111-FED4-FC07A8EAD258}"/>
          </ac:spMkLst>
        </pc:spChg>
        <pc:spChg chg="mod">
          <ac:chgData name="Darcy Roach" userId="ba676ee9-e9b4-49e8-a515-8077106c948d" providerId="ADAL" clId="{522E4072-FBCF-4443-B3BB-DDD559283244}" dt="2025-04-15T22:59:51.087" v="180" actId="1076"/>
          <ac:spMkLst>
            <pc:docMk/>
            <pc:sldMk cId="2144306671" sldId="272"/>
            <ac:spMk id="23" creationId="{5D7A612B-9DC7-1D9B-3085-CDB0F937FDB8}"/>
          </ac:spMkLst>
        </pc:spChg>
        <pc:spChg chg="mod">
          <ac:chgData name="Darcy Roach" userId="ba676ee9-e9b4-49e8-a515-8077106c948d" providerId="ADAL" clId="{522E4072-FBCF-4443-B3BB-DDD559283244}" dt="2025-04-15T22:59:51.087" v="180" actId="1076"/>
          <ac:spMkLst>
            <pc:docMk/>
            <pc:sldMk cId="2144306671" sldId="272"/>
            <ac:spMk id="26" creationId="{1A3D666D-00C8-D106-73C3-9FF300F8618C}"/>
          </ac:spMkLst>
        </pc:spChg>
        <pc:spChg chg="mod">
          <ac:chgData name="Darcy Roach" userId="ba676ee9-e9b4-49e8-a515-8077106c948d" providerId="ADAL" clId="{522E4072-FBCF-4443-B3BB-DDD559283244}" dt="2025-04-15T23:11:39.473" v="306" actId="1076"/>
          <ac:spMkLst>
            <pc:docMk/>
            <pc:sldMk cId="2144306671" sldId="272"/>
            <ac:spMk id="28" creationId="{6059F888-3BDF-A1C0-65E5-CB6FDD43D97C}"/>
          </ac:spMkLst>
        </pc:spChg>
        <pc:spChg chg="mod">
          <ac:chgData name="Darcy Roach" userId="ba676ee9-e9b4-49e8-a515-8077106c948d" providerId="ADAL" clId="{522E4072-FBCF-4443-B3BB-DDD559283244}" dt="2025-04-14T23:29:33.839" v="28" actId="20577"/>
          <ac:spMkLst>
            <pc:docMk/>
            <pc:sldMk cId="2144306671" sldId="272"/>
            <ac:spMk id="38" creationId="{AB47A2EE-BF0B-DB05-8B7C-DB6594B2B3D5}"/>
          </ac:spMkLst>
        </pc:spChg>
        <pc:spChg chg="mod">
          <ac:chgData name="Darcy Roach" userId="ba676ee9-e9b4-49e8-a515-8077106c948d" providerId="ADAL" clId="{522E4072-FBCF-4443-B3BB-DDD559283244}" dt="2025-04-14T23:30:13.684" v="36" actId="1076"/>
          <ac:spMkLst>
            <pc:docMk/>
            <pc:sldMk cId="2144306671" sldId="272"/>
            <ac:spMk id="39" creationId="{3EA81938-6A76-B850-B0E8-A5F905AEBA98}"/>
          </ac:spMkLst>
        </pc:spChg>
        <pc:grpChg chg="mod">
          <ac:chgData name="Darcy Roach" userId="ba676ee9-e9b4-49e8-a515-8077106c948d" providerId="ADAL" clId="{522E4072-FBCF-4443-B3BB-DDD559283244}" dt="2025-04-14T23:30:13.684" v="36" actId="1076"/>
          <ac:grpSpMkLst>
            <pc:docMk/>
            <pc:sldMk cId="2144306671" sldId="272"/>
            <ac:grpSpMk id="5" creationId="{980A06B1-0A2F-7DF6-91DB-0F6DFA896A23}"/>
          </ac:grpSpMkLst>
        </pc:grpChg>
        <pc:grpChg chg="mod">
          <ac:chgData name="Darcy Roach" userId="ba676ee9-e9b4-49e8-a515-8077106c948d" providerId="ADAL" clId="{522E4072-FBCF-4443-B3BB-DDD559283244}" dt="2025-04-15T23:11:39.473" v="306" actId="1076"/>
          <ac:grpSpMkLst>
            <pc:docMk/>
            <pc:sldMk cId="2144306671" sldId="272"/>
            <ac:grpSpMk id="18" creationId="{E0B3FDFC-4A78-346F-E1D4-E183BEB90A60}"/>
          </ac:grpSpMkLst>
        </pc:grpChg>
        <pc:grpChg chg="del">
          <ac:chgData name="Darcy Roach" userId="ba676ee9-e9b4-49e8-a515-8077106c948d" providerId="ADAL" clId="{522E4072-FBCF-4443-B3BB-DDD559283244}" dt="2025-04-14T23:31:36.265" v="41" actId="21"/>
          <ac:grpSpMkLst>
            <pc:docMk/>
            <pc:sldMk cId="2144306671" sldId="272"/>
            <ac:grpSpMk id="163" creationId="{E52FDF9F-B084-9074-7DB9-539AD5456487}"/>
          </ac:grpSpMkLst>
        </pc:grpChg>
        <pc:cxnChg chg="mod">
          <ac:chgData name="Darcy Roach" userId="ba676ee9-e9b4-49e8-a515-8077106c948d" providerId="ADAL" clId="{522E4072-FBCF-4443-B3BB-DDD559283244}" dt="2025-04-15T23:11:08.371" v="301" actId="1076"/>
          <ac:cxnSpMkLst>
            <pc:docMk/>
            <pc:sldMk cId="2144306671" sldId="272"/>
            <ac:cxnSpMk id="3" creationId="{67C34E10-2CF8-9BCA-1CC6-D78A3FF9CA80}"/>
          </ac:cxnSpMkLst>
        </pc:cxnChg>
        <pc:cxnChg chg="mod topLvl">
          <ac:chgData name="Darcy Roach" userId="ba676ee9-e9b4-49e8-a515-8077106c948d" providerId="ADAL" clId="{522E4072-FBCF-4443-B3BB-DDD559283244}" dt="2025-04-15T23:13:07.716" v="316" actId="1035"/>
          <ac:cxnSpMkLst>
            <pc:docMk/>
            <pc:sldMk cId="2144306671" sldId="272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522E4072-FBCF-4443-B3BB-DDD559283244}" dt="2025-04-15T23:11:46.821" v="307" actId="14100"/>
          <ac:cxnSpMkLst>
            <pc:docMk/>
            <pc:sldMk cId="2144306671" sldId="272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522E4072-FBCF-4443-B3BB-DDD559283244}" dt="2025-04-15T22:59:51.087" v="180" actId="1076"/>
          <ac:cxnSpMkLst>
            <pc:docMk/>
            <pc:sldMk cId="2144306671" sldId="272"/>
            <ac:cxnSpMk id="27" creationId="{FA56C067-11D9-4FE3-B97E-743BDA13E1DD}"/>
          </ac:cxnSpMkLst>
        </pc:cxnChg>
      </pc:sldChg>
      <pc:sldChg chg="delSp new del mod">
        <pc:chgData name="Darcy Roach" userId="ba676ee9-e9b4-49e8-a515-8077106c948d" providerId="ADAL" clId="{522E4072-FBCF-4443-B3BB-DDD559283244}" dt="2025-04-15T23:13:25.718" v="317" actId="47"/>
        <pc:sldMkLst>
          <pc:docMk/>
          <pc:sldMk cId="2631067486" sldId="273"/>
        </pc:sldMkLst>
        <pc:spChg chg="del">
          <ac:chgData name="Darcy Roach" userId="ba676ee9-e9b4-49e8-a515-8077106c948d" providerId="ADAL" clId="{522E4072-FBCF-4443-B3BB-DDD559283244}" dt="2025-04-15T22:59:17.122" v="177" actId="478"/>
          <ac:spMkLst>
            <pc:docMk/>
            <pc:sldMk cId="2631067486" sldId="273"/>
            <ac:spMk id="2" creationId="{0C72DC27-5297-A26A-CD09-A9D14705A8E8}"/>
          </ac:spMkLst>
        </pc:spChg>
      </pc:sldChg>
    </pc:docChg>
  </pc:docChgLst>
  <pc:docChgLst>
    <pc:chgData name="Linto Cyriac" userId="S::linto.cyriac@intelia.com.au::fbe3e143-53b8-460f-839a-a298935fbbad" providerId="AD" clId="Web-{C5B79624-E7A0-3D86-8F5B-A6FAEB7DBD73}"/>
    <pc:docChg chg="modSld">
      <pc:chgData name="Linto Cyriac" userId="S::linto.cyriac@intelia.com.au::fbe3e143-53b8-460f-839a-a298935fbbad" providerId="AD" clId="Web-{C5B79624-E7A0-3D86-8F5B-A6FAEB7DBD73}" dt="2025-04-15T23:08:58.232" v="31" actId="20577"/>
      <pc:docMkLst>
        <pc:docMk/>
      </pc:docMkLst>
      <pc:sldChg chg="addSp modSp">
        <pc:chgData name="Linto Cyriac" userId="S::linto.cyriac@intelia.com.au::fbe3e143-53b8-460f-839a-a298935fbbad" providerId="AD" clId="Web-{C5B79624-E7A0-3D86-8F5B-A6FAEB7DBD73}" dt="2025-04-15T23:08:58.232" v="31" actId="20577"/>
        <pc:sldMkLst>
          <pc:docMk/>
          <pc:sldMk cId="2631067486" sldId="273"/>
        </pc:sldMkLst>
        <pc:spChg chg="add mod">
          <ac:chgData name="Linto Cyriac" userId="S::linto.cyriac@intelia.com.au::fbe3e143-53b8-460f-839a-a298935fbbad" providerId="AD" clId="Web-{C5B79624-E7A0-3D86-8F5B-A6FAEB7DBD73}" dt="2025-04-15T23:08:58.232" v="31" actId="20577"/>
          <ac:spMkLst>
            <pc:docMk/>
            <pc:sldMk cId="2631067486" sldId="273"/>
            <ac:spMk id="2" creationId="{DF7086E8-1652-5237-AF94-59BAD665F783}"/>
          </ac:spMkLst>
        </pc:spChg>
      </pc:sldChg>
    </pc:docChg>
  </pc:docChgLst>
  <pc:docChgLst>
    <pc:chgData name="Janosh Raslask" userId="S::janosh.raslask@intelia.com.au::6c5bebf3-c154-41f0-a03c-d54f1fb667cb" providerId="AD" clId="Web-{274E0FD3-8394-4B93-9D57-6B6510221BF5}"/>
    <pc:docChg chg="modSld">
      <pc:chgData name="Janosh Raslask" userId="S::janosh.raslask@intelia.com.au::6c5bebf3-c154-41f0-a03c-d54f1fb667cb" providerId="AD" clId="Web-{274E0FD3-8394-4B93-9D57-6B6510221BF5}" dt="2024-03-18T02:17:31.777" v="0" actId="20577"/>
      <pc:docMkLst>
        <pc:docMk/>
      </pc:docMkLst>
      <pc:sldChg chg="modSp">
        <pc:chgData name="Janosh Raslask" userId="S::janosh.raslask@intelia.com.au::6c5bebf3-c154-41f0-a03c-d54f1fb667cb" providerId="AD" clId="Web-{274E0FD3-8394-4B93-9D57-6B6510221BF5}" dt="2024-03-18T02:17:31.777" v="0" actId="20577"/>
        <pc:sldMkLst>
          <pc:docMk/>
          <pc:sldMk cId="2144306671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B754B-35C1-492E-9132-DE288BAB4F02}" type="datetimeFigureOut">
              <a:rPr lang="en-AU" smtClean="0"/>
              <a:t>15/04/2025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4A9C-D475-4C38-86BC-C182699074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595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</a:t>
            </a:r>
            <a:r>
              <a:rPr lang="en-AU" sz="1200" b="1" err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inancial</a:t>
            </a:r>
            <a:r>
              <a: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Services Organisation</a:t>
            </a:r>
            <a:endParaRPr kumimoji="0" lang="en-AU" sz="12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Implemented data ingestion pipelines from various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Built ETL pipelines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Developed ETL load programs using multiple GCP components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Data </a:t>
            </a:r>
            <a:r>
              <a:rPr lang="en-AU" err="1"/>
              <a:t>modeling</a:t>
            </a:r>
            <a:r>
              <a:rPr lang="en-AU"/>
              <a:t> and transformation using </a:t>
            </a:r>
            <a:r>
              <a:rPr lang="en-AU" err="1"/>
              <a:t>dbt</a:t>
            </a:r>
            <a:r>
              <a:rPr lang="en-AU"/>
              <a:t> </a:t>
            </a:r>
            <a:r>
              <a:rPr lang="en-AU" err="1"/>
              <a:t>datavalult</a:t>
            </a:r>
            <a:endParaRPr lang="en-AU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Analysed data and implemented storage solutions using </a:t>
            </a:r>
            <a:r>
              <a:rPr lang="en-AU" err="1"/>
              <a:t>Bigquery</a:t>
            </a:r>
            <a:endParaRPr lang="en-AU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Built CI/CD pipelines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Implemented data pipeline using Talend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Conducted data analysis using </a:t>
            </a:r>
            <a:r>
              <a:rPr lang="en-AU" err="1"/>
              <a:t>Bigquery</a:t>
            </a:r>
            <a:endParaRPr lang="en-AU"/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F4A9C-D475-4C38-86BC-C1826990742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3668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A50FE09-4561-0699-D98B-807A845C46C3}"/>
              </a:ext>
            </a:extLst>
          </p:cNvPr>
          <p:cNvSpPr txBox="1"/>
          <p:nvPr/>
        </p:nvSpPr>
        <p:spPr>
          <a:xfrm>
            <a:off x="3428143" y="1259053"/>
            <a:ext cx="445425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AU" sz="1000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Migrated SAP data (Mail Delivery data) from oracle database to GCP (file based ingestion) to support better decision-making and operational efficiency across the Mail delivery network.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AU" sz="1000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Designed and implemented end-to-end ETL workflows to extract, transform, and load data into </a:t>
            </a:r>
            <a:r>
              <a:rPr lang="en-AU" sz="1000" err="1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r>
              <a:rPr lang="en-AU" sz="1000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ensuring data quality, consistency, and availability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AU" sz="1000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Used DBT for data transformation in BQ which enabled the business to build dashboards for tracking mail delivery performance, improving visibility and supporting data-driven decisions.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AU" sz="1000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Implemented a streaming pipeline from Cloud Storage to </a:t>
            </a:r>
            <a:r>
              <a:rPr lang="en-AU" sz="1000" err="1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r>
              <a:rPr lang="en-AU" sz="1000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via Pub/Sub without using Dataflow to enable faster, more reliable access to critical business data.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lang="en-AU" sz="1000">
                <a:solidFill>
                  <a:prstClr val="white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Used DBT for data transformation in BQ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-762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29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Linto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Cyriac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62231" y="1550519"/>
            <a:ext cx="2988934" cy="3638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Linto is a highly committed, adaptable, and detail-oriented data engineering </a:t>
            </a:r>
            <a:r>
              <a:rPr lang="en-AU" sz="1000" spc="13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</a:t>
            </a:r>
            <a:r>
              <a:rPr kumimoji="0" lang="en-AU" sz="1000" b="0" i="0" u="none" strike="noStrike" kern="1200" cap="none" spc="13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rofessional</a:t>
            </a:r>
            <a:r>
              <a:rPr kumimoji="0" lang="en-AU" sz="1000" b="0" i="0" u="none" strike="noStrike" kern="1200" cap="none" spc="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offering knowledge and an in-depth understanding of data analysis and management, information and business systems, and stakeholder engagement. Linto is a Databricks Certified Data Engineer, Google Cloud and Certified Data Engineer and Machine Learning Engineer</a:t>
            </a:r>
            <a:r>
              <a:rPr lang="en-AU" sz="1000" spc="13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with </a:t>
            </a:r>
            <a:r>
              <a:rPr kumimoji="0" lang="en-AU" sz="1000" b="0" i="0" u="none" strike="noStrike" kern="1200" cap="none" spc="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excellent knowledge of Python, R and SQL.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000" spc="13">
              <a:solidFill>
                <a:prstClr val="black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13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Proven capacity to develop a clear understanding of business needs; supported by 10+ years of progressive experience in the manufacturing sector. Linto is a self-motivated and result-driven individual, who brings excellent IT skills, customer-centric approach, analytical thinking and thrives on challenges while formulating and implementing innovative technology and business solutions to delight the customer.</a:t>
            </a:r>
            <a:endParaRPr kumimoji="0" lang="en-US" sz="1000" b="0" i="0" u="none" strike="noStrike" kern="1200" cap="none" spc="13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13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kumimoji="0" lang="en-US" sz="400" b="1" i="0" u="none" strike="noStrike" kern="1200" cap="none" spc="13" normalizeH="0" baseline="0" noProof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58595" y="1007347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13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4784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Python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SQL &amp; T-SQL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Dataflow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BigQuery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Tableau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SSIS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Github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MS SQL Server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MS Project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Lake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MS Visio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Oracle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29441"/>
            <a:ext cx="0" cy="1933445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7F05F2-DA4C-4F55-A5D0-1887110DF155}"/>
              </a:ext>
            </a:extLst>
          </p:cNvPr>
          <p:cNvCxnSpPr>
            <a:cxnSpLocks/>
          </p:cNvCxnSpPr>
          <p:nvPr/>
        </p:nvCxnSpPr>
        <p:spPr>
          <a:xfrm>
            <a:off x="3428144" y="3640873"/>
            <a:ext cx="0" cy="180644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41314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492965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Industry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56758"/>
            <a:ext cx="1951941" cy="3970318"/>
            <a:chOff x="8106458" y="2681447"/>
            <a:chExt cx="1951941" cy="397031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AU" sz="12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Machine Learning Engineer</a:t>
              </a: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  <a:defRPr/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Databricks – Certified Data Engineer &amp; Lakehouse 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P</a:t>
              </a: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latform Essentials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DBT Labs –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dbt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 fundamentals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lang="en-US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Bachelor </a:t>
              </a: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–Technology, Computer Science, MES College of Engineering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AU" sz="12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304157"/>
            <a:ext cx="352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University – Data Engineer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2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2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Google Cloud Platform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Engineering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Wrangling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Analytics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Science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Modeling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Big Data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Machine Learning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Artificial Intelligence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Problem Solving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Agile Framework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11171"/>
            <a:ext cx="464319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/>
                <a:ea typeface="Roboto"/>
                <a:cs typeface="Roboto"/>
              </a:rPr>
              <a:t>Major Retail &amp;Logistics Organisation – Data Engineer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1" y="3581156"/>
            <a:ext cx="4522983" cy="209288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The customer embarked on a multi-year data transformation &amp; migration program. Streamlined a number of existing on-premises systems and applications into new systems, as well as created and embedded research administration data governance frameworks.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Implemented Data ingestion pipeline from different Source DBs and Structured/ Unstructured data.</a:t>
            </a:r>
          </a:p>
          <a:p>
            <a:pPr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Created ETL pipelines using SSIS and SQL Server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Used Jira to manage tasks and Confluence to document work and share knowledge with the team.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Implemented framework for data migration and technical reconciliation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</a:t>
            </a:r>
            <a:r>
              <a:rPr kumimoji="0" lang="en-AU" sz="1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Modeling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and mapping – (followed </a:t>
            </a:r>
            <a:r>
              <a:rPr kumimoji="0" lang="en-AU" sz="1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DataVault</a:t>
            </a: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principles)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Implemented and scheduled different workflows using SQL Server Agent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5756211"/>
            <a:ext cx="4524290" cy="2092881"/>
            <a:chOff x="5023753" y="4247510"/>
            <a:chExt cx="4694557" cy="209288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5" y="4247510"/>
              <a:ext cx="4658835" cy="209288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>
                <a:defRPr/>
              </a:pPr>
              <a:r>
                <a:rPr lang="en-AU" sz="1000">
                  <a:solidFill>
                    <a:prstClr val="white"/>
                  </a:solidFill>
                </a:rPr>
                <a:t>Developed an end-to-end ETL pipeline to ingest, transform, and load real-time and batch data into </a:t>
              </a:r>
              <a:r>
                <a:rPr lang="en-AU" sz="1000" err="1">
                  <a:solidFill>
                    <a:prstClr val="white"/>
                  </a:solidFill>
                </a:rPr>
                <a:t>BigQuery</a:t>
              </a:r>
              <a:r>
                <a:rPr lang="en-AU" sz="1000">
                  <a:solidFill>
                    <a:prstClr val="white"/>
                  </a:solidFill>
                </a:rPr>
                <a:t> using Cloud Pub/Sub, Dataflow (Apache Beam), and Cloud Storage.</a:t>
              </a:r>
            </a:p>
            <a:p>
              <a:pPr>
                <a:defRPr/>
              </a:pPr>
              <a:r>
                <a:rPr lang="en-AU" sz="1000">
                  <a:solidFill>
                    <a:prstClr val="white"/>
                  </a:solidFill>
                </a:rPr>
                <a:t>Used cloud Pub/Sub for real-time data ingestion from </a:t>
              </a:r>
              <a:r>
                <a:rPr lang="en-AU" sz="1000" err="1">
                  <a:solidFill>
                    <a:prstClr val="white"/>
                  </a:solidFill>
                </a:rPr>
                <a:t>bitly</a:t>
              </a:r>
              <a:r>
                <a:rPr lang="en-AU" sz="1000">
                  <a:solidFill>
                    <a:prstClr val="white"/>
                  </a:solidFill>
                </a:rPr>
                <a:t> </a:t>
              </a:r>
              <a:r>
                <a:rPr lang="en-AU" sz="1000" err="1">
                  <a:solidFill>
                    <a:prstClr val="white"/>
                  </a:solidFill>
                </a:rPr>
                <a:t>websockets</a:t>
              </a:r>
              <a:r>
                <a:rPr lang="en-AU" sz="1000">
                  <a:solidFill>
                    <a:prstClr val="white"/>
                  </a:solidFill>
                </a:rPr>
                <a:t> API</a:t>
              </a:r>
            </a:p>
            <a:p>
              <a:pPr>
                <a:defRPr/>
              </a:pPr>
              <a:r>
                <a:rPr lang="en-AU" sz="1000">
                  <a:solidFill>
                    <a:prstClr val="white"/>
                  </a:solidFill>
                </a:rPr>
                <a:t>Used Dataflow to create data pipeline to consume real-time data from Cloud Pub/Sub and batch data from CSV files</a:t>
              </a:r>
            </a:p>
            <a:p>
              <a:pPr>
                <a:defRPr/>
              </a:pPr>
              <a:r>
                <a:rPr lang="en-AU" sz="1000">
                  <a:solidFill>
                    <a:prstClr val="white"/>
                  </a:solidFill>
                </a:rPr>
                <a:t>Apache beam (python programming) transforms were used to transform data received and the end result was written to a data sink in </a:t>
              </a:r>
              <a:r>
                <a:rPr lang="en-AU" sz="1000" err="1">
                  <a:solidFill>
                    <a:prstClr val="white"/>
                  </a:solidFill>
                </a:rPr>
                <a:t>Bigquery</a:t>
              </a:r>
              <a:r>
                <a:rPr lang="en-AU" sz="1000">
                  <a:solidFill>
                    <a:prstClr val="white"/>
                  </a:solidFill>
                </a:rPr>
                <a:t> table</a:t>
              </a:r>
            </a:p>
            <a:p>
              <a:pPr>
                <a:defRPr/>
              </a:pPr>
              <a:r>
                <a:rPr lang="en-AU" sz="1000">
                  <a:solidFill>
                    <a:prstClr val="white"/>
                  </a:solidFill>
                </a:rPr>
                <a:t>Google Cloud Storage Services was used to store compressed  real-time and batch data.</a:t>
              </a:r>
            </a:p>
            <a:p>
              <a:pPr>
                <a:defRPr/>
              </a:pPr>
              <a:r>
                <a:rPr lang="en-AU" sz="1000">
                  <a:solidFill>
                    <a:prstClr val="white"/>
                  </a:solidFill>
                </a:rPr>
                <a:t>Used Apache Airflow to schedule, run, monitor and debug the workflow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312460"/>
              <a:ext cx="0" cy="1830408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5479212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Retail &amp;Logistics</a:t>
            </a: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A93584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Organisation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Education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Logistics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Financial Services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200">
                <a:solidFill>
                  <a:srgbClr val="00AB80"/>
                </a:solidFill>
              </a:rPr>
              <a:t>Retail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200">
                <a:solidFill>
                  <a:srgbClr val="00AB80"/>
                </a:solidFill>
              </a:rPr>
              <a:t>Manufacturing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306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BCFD15-CFFF-49AE-B6C5-12DE46320969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E525E5B-4CF4-4C86-AC91-650ADBA3EA73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revision>1</cp:revision>
  <dcterms:created xsi:type="dcterms:W3CDTF">2019-12-03T01:50:37Z</dcterms:created>
  <dcterms:modified xsi:type="dcterms:W3CDTF">2025-04-15T23:13:46Z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