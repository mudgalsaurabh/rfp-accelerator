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5DCA5-AB26-4FB9-B725-2575363B65E8}" v="4" dt="2023-02-07T04:43:07.4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101" d="100"/>
          <a:sy n="101" d="100"/>
        </p:scale>
        <p:origin x="1176" y="54"/>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6FD5DCA5-AB26-4FB9-B725-2575363B65E8}"/>
    <pc:docChg chg="undo custSel modSld">
      <pc:chgData name="Darcy Roach" userId="ba676ee9-e9b4-49e8-a515-8077106c948d" providerId="ADAL" clId="{6FD5DCA5-AB26-4FB9-B725-2575363B65E8}" dt="2023-02-07T05:08:15.603" v="1750" actId="478"/>
      <pc:docMkLst>
        <pc:docMk/>
      </pc:docMkLst>
      <pc:sldChg chg="addSp delSp modSp mod">
        <pc:chgData name="Darcy Roach" userId="ba676ee9-e9b4-49e8-a515-8077106c948d" providerId="ADAL" clId="{6FD5DCA5-AB26-4FB9-B725-2575363B65E8}" dt="2023-02-07T05:08:15.603" v="1750" actId="478"/>
        <pc:sldMkLst>
          <pc:docMk/>
          <pc:sldMk cId="2009923557" sldId="270"/>
        </pc:sldMkLst>
        <pc:spChg chg="mod">
          <ac:chgData name="Darcy Roach" userId="ba676ee9-e9b4-49e8-a515-8077106c948d" providerId="ADAL" clId="{6FD5DCA5-AB26-4FB9-B725-2575363B65E8}" dt="2023-02-07T04:45:58.704" v="1086" actId="1076"/>
          <ac:spMkLst>
            <pc:docMk/>
            <pc:sldMk cId="2009923557" sldId="270"/>
            <ac:spMk id="2" creationId="{2FA774CA-3857-9308-4D38-9414B0CC2B95}"/>
          </ac:spMkLst>
        </pc:spChg>
        <pc:spChg chg="mod">
          <ac:chgData name="Darcy Roach" userId="ba676ee9-e9b4-49e8-a515-8077106c948d" providerId="ADAL" clId="{6FD5DCA5-AB26-4FB9-B725-2575363B65E8}" dt="2023-02-07T04:02:37.004" v="425" actId="20577"/>
          <ac:spMkLst>
            <pc:docMk/>
            <pc:sldMk cId="2009923557" sldId="270"/>
            <ac:spMk id="4" creationId="{80F49B2F-21D4-F9EB-049F-717A10CB7D84}"/>
          </ac:spMkLst>
        </pc:spChg>
        <pc:spChg chg="mod">
          <ac:chgData name="Darcy Roach" userId="ba676ee9-e9b4-49e8-a515-8077106c948d" providerId="ADAL" clId="{6FD5DCA5-AB26-4FB9-B725-2575363B65E8}" dt="2023-02-07T04:26:09.139" v="635" actId="20577"/>
          <ac:spMkLst>
            <pc:docMk/>
            <pc:sldMk cId="2009923557" sldId="270"/>
            <ac:spMk id="6" creationId="{701E125D-B356-8A2A-B86B-AB6567CEABE1}"/>
          </ac:spMkLst>
        </pc:spChg>
        <pc:spChg chg="del mod">
          <ac:chgData name="Darcy Roach" userId="ba676ee9-e9b4-49e8-a515-8077106c948d" providerId="ADAL" clId="{6FD5DCA5-AB26-4FB9-B725-2575363B65E8}" dt="2023-02-07T04:30:23.416" v="680" actId="21"/>
          <ac:spMkLst>
            <pc:docMk/>
            <pc:sldMk cId="2009923557" sldId="270"/>
            <ac:spMk id="8" creationId="{59FEB941-5146-6B10-4E4D-8A4ADE918AEF}"/>
          </ac:spMkLst>
        </pc:spChg>
        <pc:spChg chg="del mod topLvl">
          <ac:chgData name="Darcy Roach" userId="ba676ee9-e9b4-49e8-a515-8077106c948d" providerId="ADAL" clId="{6FD5DCA5-AB26-4FB9-B725-2575363B65E8}" dt="2023-02-07T04:35:32.402" v="838" actId="21"/>
          <ac:spMkLst>
            <pc:docMk/>
            <pc:sldMk cId="2009923557" sldId="270"/>
            <ac:spMk id="10" creationId="{06312B81-BCF1-2796-C112-3DBE0E02F483}"/>
          </ac:spMkLst>
        </pc:spChg>
        <pc:spChg chg="add mod">
          <ac:chgData name="Darcy Roach" userId="ba676ee9-e9b4-49e8-a515-8077106c948d" providerId="ADAL" clId="{6FD5DCA5-AB26-4FB9-B725-2575363B65E8}" dt="2023-02-07T04:38:35.552" v="911" actId="20577"/>
          <ac:spMkLst>
            <pc:docMk/>
            <pc:sldMk cId="2009923557" sldId="270"/>
            <ac:spMk id="12" creationId="{70DE989F-A988-8C86-5720-1FE5B119EB30}"/>
          </ac:spMkLst>
        </pc:spChg>
        <pc:spChg chg="mod">
          <ac:chgData name="Darcy Roach" userId="ba676ee9-e9b4-49e8-a515-8077106c948d" providerId="ADAL" clId="{6FD5DCA5-AB26-4FB9-B725-2575363B65E8}" dt="2023-02-07T02:30:18.975" v="23" actId="20577"/>
          <ac:spMkLst>
            <pc:docMk/>
            <pc:sldMk cId="2009923557" sldId="270"/>
            <ac:spMk id="13" creationId="{FD2720C9-A79F-BD7F-E179-674AD67D7892}"/>
          </ac:spMkLst>
        </pc:spChg>
        <pc:spChg chg="mod">
          <ac:chgData name="Darcy Roach" userId="ba676ee9-e9b4-49e8-a515-8077106c948d" providerId="ADAL" clId="{6FD5DCA5-AB26-4FB9-B725-2575363B65E8}" dt="2023-02-07T05:07:57.676" v="1749" actId="20577"/>
          <ac:spMkLst>
            <pc:docMk/>
            <pc:sldMk cId="2009923557" sldId="270"/>
            <ac:spMk id="17" creationId="{1BDE5051-9F34-F139-742D-4450E5D6591E}"/>
          </ac:spMkLst>
        </pc:spChg>
        <pc:spChg chg="mod">
          <ac:chgData name="Darcy Roach" userId="ba676ee9-e9b4-49e8-a515-8077106c948d" providerId="ADAL" clId="{6FD5DCA5-AB26-4FB9-B725-2575363B65E8}" dt="2023-02-07T04:45:50.167" v="1085" actId="1076"/>
          <ac:spMkLst>
            <pc:docMk/>
            <pc:sldMk cId="2009923557" sldId="270"/>
            <ac:spMk id="19" creationId="{7513C49A-2DF2-8111-FED4-FC07A8EAD258}"/>
          </ac:spMkLst>
        </pc:spChg>
        <pc:spChg chg="mod">
          <ac:chgData name="Darcy Roach" userId="ba676ee9-e9b4-49e8-a515-8077106c948d" providerId="ADAL" clId="{6FD5DCA5-AB26-4FB9-B725-2575363B65E8}" dt="2023-02-07T04:24:02.124" v="542" actId="20577"/>
          <ac:spMkLst>
            <pc:docMk/>
            <pc:sldMk cId="2009923557" sldId="270"/>
            <ac:spMk id="24" creationId="{FCDB6750-668E-B3E9-076C-0C6B9CB18A0B}"/>
          </ac:spMkLst>
        </pc:spChg>
        <pc:spChg chg="mod">
          <ac:chgData name="Darcy Roach" userId="ba676ee9-e9b4-49e8-a515-8077106c948d" providerId="ADAL" clId="{6FD5DCA5-AB26-4FB9-B725-2575363B65E8}" dt="2023-02-07T04:41:21.273" v="960" actId="20577"/>
          <ac:spMkLst>
            <pc:docMk/>
            <pc:sldMk cId="2009923557" sldId="270"/>
            <ac:spMk id="26" creationId="{1A3D666D-00C8-D106-73C3-9FF300F8618C}"/>
          </ac:spMkLst>
        </pc:spChg>
        <pc:spChg chg="mod">
          <ac:chgData name="Darcy Roach" userId="ba676ee9-e9b4-49e8-a515-8077106c948d" providerId="ADAL" clId="{6FD5DCA5-AB26-4FB9-B725-2575363B65E8}" dt="2023-02-07T04:45:50.167" v="1085" actId="1076"/>
          <ac:spMkLst>
            <pc:docMk/>
            <pc:sldMk cId="2009923557" sldId="270"/>
            <ac:spMk id="28" creationId="{6059F888-3BDF-A1C0-65E5-CB6FDD43D97C}"/>
          </ac:spMkLst>
        </pc:spChg>
        <pc:spChg chg="add del mod">
          <ac:chgData name="Darcy Roach" userId="ba676ee9-e9b4-49e8-a515-8077106c948d" providerId="ADAL" clId="{6FD5DCA5-AB26-4FB9-B725-2575363B65E8}" dt="2023-02-07T04:35:52.237" v="840" actId="21"/>
          <ac:spMkLst>
            <pc:docMk/>
            <pc:sldMk cId="2009923557" sldId="270"/>
            <ac:spMk id="29" creationId="{891D781C-6D9E-E715-276C-990EEB42CBA6}"/>
          </ac:spMkLst>
        </pc:spChg>
        <pc:spChg chg="add mod">
          <ac:chgData name="Darcy Roach" userId="ba676ee9-e9b4-49e8-a515-8077106c948d" providerId="ADAL" clId="{6FD5DCA5-AB26-4FB9-B725-2575363B65E8}" dt="2023-02-07T04:45:58.704" v="1086" actId="1076"/>
          <ac:spMkLst>
            <pc:docMk/>
            <pc:sldMk cId="2009923557" sldId="270"/>
            <ac:spMk id="31" creationId="{5D644C1D-FE62-9752-27C7-42A94F729A86}"/>
          </ac:spMkLst>
        </pc:spChg>
        <pc:spChg chg="add del mod">
          <ac:chgData name="Darcy Roach" userId="ba676ee9-e9b4-49e8-a515-8077106c948d" providerId="ADAL" clId="{6FD5DCA5-AB26-4FB9-B725-2575363B65E8}" dt="2023-02-07T04:43:31.814" v="1046" actId="478"/>
          <ac:spMkLst>
            <pc:docMk/>
            <pc:sldMk cId="2009923557" sldId="270"/>
            <ac:spMk id="35" creationId="{F094984E-59EF-9940-0164-9354F9F8786E}"/>
          </ac:spMkLst>
        </pc:spChg>
        <pc:spChg chg="mod">
          <ac:chgData name="Darcy Roach" userId="ba676ee9-e9b4-49e8-a515-8077106c948d" providerId="ADAL" clId="{6FD5DCA5-AB26-4FB9-B725-2575363B65E8}" dt="2023-02-07T04:05:01.690" v="506" actId="20577"/>
          <ac:spMkLst>
            <pc:docMk/>
            <pc:sldMk cId="2009923557" sldId="270"/>
            <ac:spMk id="38" creationId="{AB47A2EE-BF0B-DB05-8B7C-DB6594B2B3D5}"/>
          </ac:spMkLst>
        </pc:spChg>
        <pc:spChg chg="mod">
          <ac:chgData name="Darcy Roach" userId="ba676ee9-e9b4-49e8-a515-8077106c948d" providerId="ADAL" clId="{6FD5DCA5-AB26-4FB9-B725-2575363B65E8}" dt="2023-02-07T04:05:17.473" v="507" actId="1076"/>
          <ac:spMkLst>
            <pc:docMk/>
            <pc:sldMk cId="2009923557" sldId="270"/>
            <ac:spMk id="39" creationId="{3EA81938-6A76-B850-B0E8-A5F905AEBA98}"/>
          </ac:spMkLst>
        </pc:spChg>
        <pc:spChg chg="add del mod">
          <ac:chgData name="Darcy Roach" userId="ba676ee9-e9b4-49e8-a515-8077106c948d" providerId="ADAL" clId="{6FD5DCA5-AB26-4FB9-B725-2575363B65E8}" dt="2023-02-07T05:08:15.603" v="1750" actId="478"/>
          <ac:spMkLst>
            <pc:docMk/>
            <pc:sldMk cId="2009923557" sldId="270"/>
            <ac:spMk id="41" creationId="{92E32DDE-DDE8-2BD9-9501-2C57B80D35C5}"/>
          </ac:spMkLst>
        </pc:spChg>
        <pc:grpChg chg="mod">
          <ac:chgData name="Darcy Roach" userId="ba676ee9-e9b4-49e8-a515-8077106c948d" providerId="ADAL" clId="{6FD5DCA5-AB26-4FB9-B725-2575363B65E8}" dt="2023-02-07T04:05:17.473" v="507" actId="1076"/>
          <ac:grpSpMkLst>
            <pc:docMk/>
            <pc:sldMk cId="2009923557" sldId="270"/>
            <ac:grpSpMk id="5" creationId="{980A06B1-0A2F-7DF6-91DB-0F6DFA896A23}"/>
          </ac:grpSpMkLst>
        </pc:grpChg>
        <pc:grpChg chg="del mod">
          <ac:chgData name="Darcy Roach" userId="ba676ee9-e9b4-49e8-a515-8077106c948d" providerId="ADAL" clId="{6FD5DCA5-AB26-4FB9-B725-2575363B65E8}" dt="2023-02-07T04:35:32.402" v="838" actId="21"/>
          <ac:grpSpMkLst>
            <pc:docMk/>
            <pc:sldMk cId="2009923557" sldId="270"/>
            <ac:grpSpMk id="30" creationId="{ACD2680A-F15D-AD24-5156-206DB58C5B8F}"/>
          </ac:grpSpMkLst>
        </pc:grpChg>
        <pc:cxnChg chg="mod">
          <ac:chgData name="Darcy Roach" userId="ba676ee9-e9b4-49e8-a515-8077106c948d" providerId="ADAL" clId="{6FD5DCA5-AB26-4FB9-B725-2575363B65E8}" dt="2023-02-07T04:38:54.582" v="913" actId="14100"/>
          <ac:cxnSpMkLst>
            <pc:docMk/>
            <pc:sldMk cId="2009923557" sldId="270"/>
            <ac:cxnSpMk id="3" creationId="{67C34E10-2CF8-9BCA-1CC6-D78A3FF9CA80}"/>
          </ac:cxnSpMkLst>
        </pc:cxnChg>
        <pc:cxnChg chg="mod topLvl">
          <ac:chgData name="Darcy Roach" userId="ba676ee9-e9b4-49e8-a515-8077106c948d" providerId="ADAL" clId="{6FD5DCA5-AB26-4FB9-B725-2575363B65E8}" dt="2023-02-07T04:39:16.553" v="917" actId="14100"/>
          <ac:cxnSpMkLst>
            <pc:docMk/>
            <pc:sldMk cId="2009923557" sldId="270"/>
            <ac:cxnSpMk id="15" creationId="{F87F05F2-DA4C-4F55-A5D0-1887110DF155}"/>
          </ac:cxnSpMkLst>
        </pc:cxnChg>
        <pc:cxnChg chg="mod">
          <ac:chgData name="Darcy Roach" userId="ba676ee9-e9b4-49e8-a515-8077106c948d" providerId="ADAL" clId="{6FD5DCA5-AB26-4FB9-B725-2575363B65E8}" dt="2023-02-07T04:45:50.167" v="1085" actId="1076"/>
          <ac:cxnSpMkLst>
            <pc:docMk/>
            <pc:sldMk cId="2009923557" sldId="270"/>
            <ac:cxnSpMk id="21" creationId="{B0913DE4-461D-CE43-AABC-C4B3D7D22F45}"/>
          </ac:cxnSpMkLst>
        </pc:cxnChg>
        <pc:cxnChg chg="mod">
          <ac:chgData name="Darcy Roach" userId="ba676ee9-e9b4-49e8-a515-8077106c948d" providerId="ADAL" clId="{6FD5DCA5-AB26-4FB9-B725-2575363B65E8}" dt="2023-02-07T04:05:31.480" v="508"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2/7/2023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Mohammed</a:t>
            </a:r>
          </a:p>
          <a:p>
            <a:r>
              <a:rPr lang="en-US" sz="2800" b="1" dirty="0" err="1">
                <a:solidFill>
                  <a:srgbClr val="00AB80"/>
                </a:solidFill>
                <a:latin typeface="Roboto" panose="02000000000000000000" pitchFamily="2" charset="0"/>
                <a:ea typeface="Roboto" panose="02000000000000000000" pitchFamily="2" charset="0"/>
              </a:rPr>
              <a:t>Thambi</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87858"/>
            <a:ext cx="2868270" cy="3869649"/>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Mohammed is a highly skilled Technical Senior Data Consultant with over 12 years of experience. Visionary and innovative, Mohammed is a seeker of new challenges allowing him to showcase his technical background, customer focus, creativity, passion and leadership skills.</a:t>
            </a:r>
          </a:p>
          <a:p>
            <a:pPr algn="l"/>
            <a:endParaRPr lang="en-AU" sz="1000" spc="13" dirty="0">
              <a:latin typeface="Roboto Light"/>
              <a:ea typeface="Roboto Light"/>
              <a:cs typeface="Lato"/>
            </a:endParaRPr>
          </a:p>
          <a:p>
            <a:pPr algn="l"/>
            <a:r>
              <a:rPr lang="en-AU" sz="1000" spc="13" dirty="0">
                <a:latin typeface="Roboto Light"/>
                <a:ea typeface="Roboto Light"/>
                <a:cs typeface="Lato"/>
              </a:rPr>
              <a:t>Mohammed is a GCP guru holding certifications as a Google Cloud Professional Data Engineer, Cloud Architect, Cloud Security Engineer and Machine Learning Engineer. With experience across a broad range of industries including Financial Services, Property &amp; Construction and Wholesale &amp; Retail Mohammed has proven expertise in Dataflow, Data Engineering, Data Migration and Solution Design.</a:t>
            </a:r>
          </a:p>
          <a:p>
            <a:pPr algn="l"/>
            <a:endParaRPr lang="en-AU" sz="1000" spc="13" dirty="0">
              <a:latin typeface="Roboto Light"/>
              <a:ea typeface="Roboto Light"/>
              <a:cs typeface="Lato"/>
            </a:endParaRPr>
          </a:p>
          <a:p>
            <a:pPr algn="l"/>
            <a:r>
              <a:rPr lang="en-AU" sz="1000" spc="13" dirty="0">
                <a:latin typeface="Roboto Light"/>
                <a:ea typeface="Roboto Light"/>
                <a:cs typeface="Lato"/>
              </a:rPr>
              <a:t>Mohammed is a sharp and novel thinker with formidable problem-solving and analytical skills coupled with well-developed and commendable work ethic. He demonstrates excellent interpersonal skills and ability to resolve complex software problems. </a:t>
            </a:r>
          </a:p>
          <a:p>
            <a:pPr algn="l"/>
            <a:endParaRPr lang="en-AU" sz="1000" spc="13" dirty="0">
              <a:latin typeface="Roboto Light"/>
              <a:ea typeface="Roboto Light"/>
              <a:cs typeface="Lato"/>
            </a:endParaRP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11842"/>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Dataflow</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Automate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TensorFlow</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57163"/>
            <a:ext cx="0" cy="236711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4249603"/>
            <a:ext cx="0" cy="17320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41073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287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626181"/>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Architect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Security Engineer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Machine Learning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Microsoft Azure Certified |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Azure Fundamentals</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Engineering, Electrical, Crescent Engineering College</a:t>
              </a: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938409"/>
            <a:ext cx="5029198"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Wholesaler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1" y="5736956"/>
            <a:ext cx="1570024"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Strategic Planning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System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64814"/>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Major Property &amp; Construction Company </a:t>
            </a:r>
            <a:r>
              <a:rPr lang="en-AU" sz="1200" b="1" dirty="0">
                <a:solidFill>
                  <a:srgbClr val="0059FF"/>
                </a:solidFill>
                <a:latin typeface="Roboto" panose="02000000000000000000" pitchFamily="2" charset="0"/>
                <a:ea typeface="Roboto" panose="02000000000000000000" pitchFamily="2" charset="0"/>
              </a:rPr>
              <a:t>– GCP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513C49A-2DF2-8111-FED4-FC07A8EAD258}"/>
              </a:ext>
            </a:extLst>
          </p:cNvPr>
          <p:cNvSpPr txBox="1"/>
          <p:nvPr/>
        </p:nvSpPr>
        <p:spPr>
          <a:xfrm>
            <a:off x="3462567" y="6510306"/>
            <a:ext cx="4560861" cy="1169551"/>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dirty="0"/>
              <a:t>Implemented end to end solution in SAP BW for newly acquired retail brands</a:t>
            </a:r>
          </a:p>
          <a:p>
            <a:pPr marL="171450" indent="-171450">
              <a:buFont typeface="Arial" panose="020B0604020202020204" pitchFamily="34" charset="0"/>
              <a:buChar char="•"/>
            </a:pPr>
            <a:r>
              <a:rPr lang="en-AU" dirty="0"/>
              <a:t>Convert business requirements and use case from business users and stakeholders to application system and Reporting.</a:t>
            </a:r>
          </a:p>
          <a:p>
            <a:pPr marL="171450" indent="-171450">
              <a:buFont typeface="Arial" panose="020B0604020202020204" pitchFamily="34" charset="0"/>
              <a:buChar char="•"/>
            </a:pPr>
            <a:r>
              <a:rPr lang="en-AU" dirty="0"/>
              <a:t>Develop and implement Project plan, tracker and responsible for Production Cutover and built business reports using Bex tools for senior management.</a:t>
            </a:r>
          </a:p>
          <a:p>
            <a:pPr marL="171450" indent="-171450">
              <a:buFont typeface="Arial" panose="020B0604020202020204" pitchFamily="34" charset="0"/>
              <a:buChar char="•"/>
            </a:pPr>
            <a:r>
              <a:rPr lang="en-AU" dirty="0"/>
              <a:t>Involved in all stages of implementation during the time of Blueprint, tech spec, functional spec, efforts estimation.</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28144" y="6575256"/>
            <a:ext cx="0" cy="949754"/>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35752" y="6233307"/>
            <a:ext cx="4782734"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Global Consulting Company – Senior BI Developer</a:t>
            </a:r>
          </a:p>
        </p:txBody>
      </p:sp>
      <p:sp>
        <p:nvSpPr>
          <p:cNvPr id="24" name="TextBox 23">
            <a:extLst>
              <a:ext uri="{FF2B5EF4-FFF2-40B4-BE49-F238E27FC236}">
                <a16:creationId xmlns:a16="http://schemas.microsoft.com/office/drawing/2014/main" id="{FCDB6750-668E-B3E9-076C-0C6B9CB18A0B}"/>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Property &amp; Construction</a:t>
            </a:r>
          </a:p>
          <a:p>
            <a:pPr marL="0" indent="0">
              <a:lnSpc>
                <a:spcPct val="150000"/>
              </a:lnSpc>
              <a:buNone/>
            </a:pPr>
            <a:r>
              <a:rPr lang="en-GB" sz="1200" dirty="0">
                <a:solidFill>
                  <a:srgbClr val="00AB80"/>
                </a:solidFill>
              </a:rPr>
              <a:t>Wholesale &amp; Retail</a:t>
            </a:r>
          </a:p>
          <a:p>
            <a:pPr marL="0" indent="0">
              <a:lnSpc>
                <a:spcPct val="150000"/>
              </a:lnSpc>
              <a:buNone/>
            </a:pPr>
            <a:endParaRPr lang="en-GB" sz="1200" dirty="0">
              <a:solidFill>
                <a:srgbClr val="00AB80"/>
              </a:solidFill>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341540"/>
            <a:ext cx="4533549" cy="258532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Architected and Designed Scalable dynamic masking solution as single entity integrated solution to any HTTPS Rest API act as portable, codeless and serverless architecture in FAAS service to deidentify PII data from any AI and bots service</a:t>
            </a:r>
          </a:p>
          <a:p>
            <a:r>
              <a:rPr lang="en-AU" sz="1000" dirty="0">
                <a:solidFill>
                  <a:schemeClr val="bg1"/>
                </a:solidFill>
              </a:rPr>
              <a:t>Developed </a:t>
            </a:r>
            <a:r>
              <a:rPr lang="en-AU" sz="1000" dirty="0" err="1">
                <a:solidFill>
                  <a:schemeClr val="bg1"/>
                </a:solidFill>
              </a:rPr>
              <a:t>OpenAPI</a:t>
            </a:r>
            <a:r>
              <a:rPr lang="en-AU" sz="1000" dirty="0">
                <a:solidFill>
                  <a:schemeClr val="bg1"/>
                </a:solidFill>
              </a:rPr>
              <a:t> Spec to authenticate and authorize Google API Services to secure data transfer from external system using API Gateway</a:t>
            </a:r>
          </a:p>
          <a:p>
            <a:r>
              <a:rPr lang="en-AU" sz="1000" dirty="0">
                <a:solidFill>
                  <a:schemeClr val="bg1"/>
                </a:solidFill>
              </a:rPr>
              <a:t>Developed codeless configuration template setup to analyse and redact PII data sensitivity from text and image</a:t>
            </a:r>
          </a:p>
          <a:p>
            <a:r>
              <a:rPr lang="en-AU" sz="1000" dirty="0">
                <a:solidFill>
                  <a:schemeClr val="bg1"/>
                </a:solidFill>
              </a:rPr>
              <a:t>Building batch and streaming data ingestion pipelines using Google Cloud native and open-source tools and services. Leveraging Google Cloud </a:t>
            </a:r>
            <a:r>
              <a:rPr lang="en-AU" sz="1000" dirty="0" err="1">
                <a:solidFill>
                  <a:schemeClr val="bg1"/>
                </a:solidFill>
              </a:rPr>
              <a:t>api</a:t>
            </a:r>
            <a:r>
              <a:rPr lang="en-AU" sz="1000" dirty="0">
                <a:solidFill>
                  <a:schemeClr val="bg1"/>
                </a:solidFill>
              </a:rPr>
              <a:t> services such as DLP </a:t>
            </a:r>
            <a:r>
              <a:rPr lang="en-AU" sz="1000" dirty="0" err="1">
                <a:solidFill>
                  <a:schemeClr val="bg1"/>
                </a:solidFill>
              </a:rPr>
              <a:t>api</a:t>
            </a:r>
            <a:r>
              <a:rPr lang="en-AU" sz="1000" dirty="0">
                <a:solidFill>
                  <a:schemeClr val="bg1"/>
                </a:solidFill>
              </a:rPr>
              <a:t> to achieve data privacy outcomes.</a:t>
            </a:r>
          </a:p>
          <a:p>
            <a:r>
              <a:rPr lang="en-AU" sz="1000" dirty="0">
                <a:solidFill>
                  <a:schemeClr val="bg1"/>
                </a:solidFill>
              </a:rPr>
              <a:t>Architected and developed scalable data ingestion pipeline from Google Cloud Storage bucket to </a:t>
            </a:r>
            <a:r>
              <a:rPr lang="en-AU" sz="1000" dirty="0" err="1">
                <a:solidFill>
                  <a:schemeClr val="bg1"/>
                </a:solidFill>
              </a:rPr>
              <a:t>BigQuery</a:t>
            </a:r>
            <a:r>
              <a:rPr lang="en-AU" sz="1000" dirty="0">
                <a:solidFill>
                  <a:schemeClr val="bg1"/>
                </a:solidFill>
              </a:rPr>
              <a:t> using Cloud Function and Cloud Composer</a:t>
            </a:r>
          </a:p>
          <a:p>
            <a:r>
              <a:rPr lang="en-AU" sz="1000" dirty="0">
                <a:solidFill>
                  <a:schemeClr val="bg1"/>
                </a:solidFill>
              </a:rPr>
              <a:t>Designed and developed orchestration framework using GCP workflow and Airflow</a:t>
            </a:r>
            <a:endParaRPr lang="en-US" sz="1000" dirty="0">
              <a:solidFill>
                <a:schemeClr val="bg1"/>
              </a:solidFill>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4203589"/>
            <a:ext cx="4423172" cy="196977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Senior contributing member, worked closely with Google consultants on the newly built Data Platform in Google Cloud Platform.</a:t>
            </a:r>
          </a:p>
          <a:p>
            <a:r>
              <a:rPr lang="en-AU" sz="1000" dirty="0"/>
              <a:t>Designed and developed BQ data model with recommended Optimisation techniques and controlled access using authorised views.</a:t>
            </a:r>
          </a:p>
          <a:p>
            <a:r>
              <a:rPr lang="en-AU" sz="1000" dirty="0"/>
              <a:t>Designed and developed workflow orchestration framework using Cloud Composer and Apache Airflow</a:t>
            </a:r>
          </a:p>
          <a:p>
            <a:r>
              <a:rPr lang="en-AU" sz="1000" dirty="0"/>
              <a:t>Automate BQ reservation API to optimize data load mechanism and reduce cost.</a:t>
            </a:r>
          </a:p>
          <a:p>
            <a:r>
              <a:rPr lang="en-AU" sz="1000" dirty="0"/>
              <a:t>Developed Kubernetes cluster and deployment for recurring process using build.</a:t>
            </a:r>
          </a:p>
          <a:p>
            <a:r>
              <a:rPr lang="en-AU" sz="1000" dirty="0"/>
              <a:t>Developed Cloud run service to invoke using pub sub and composer for data load</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purl.org/dc/dcmitype/"/>
    <ds:schemaRef ds:uri="http://www.w3.org/XML/1998/namespace"/>
    <ds:schemaRef ds:uri="http://schemas.microsoft.com/office/2006/documentManagement/types"/>
    <ds:schemaRef ds:uri="http://purl.org/dc/elements/1.1/"/>
    <ds:schemaRef ds:uri="e52cd9e7-35e5-4bd3-9cab-ca6a63c31e52"/>
    <ds:schemaRef ds:uri="http://schemas.microsoft.com/office/2006/metadata/properties"/>
    <ds:schemaRef ds:uri="http://schemas.microsoft.com/office/infopath/2007/PartnerControls"/>
    <ds:schemaRef ds:uri="http://schemas.openxmlformats.org/package/2006/metadata/core-properties"/>
    <ds:schemaRef ds:uri="daf93972-1964-4522-aa34-640805a01c3a"/>
    <ds:schemaRef ds:uri="http://purl.org/dc/terms/"/>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F522089-7963-48B0-93A6-876EAAD80D37}"/>
</file>

<file path=docProps/app.xml><?xml version="1.0" encoding="utf-8"?>
<Properties xmlns="http://schemas.openxmlformats.org/officeDocument/2006/extended-properties" xmlns:vt="http://schemas.openxmlformats.org/officeDocument/2006/docPropsVTypes">
  <Template>Office Theme</Template>
  <TotalTime>997</TotalTime>
  <Words>569</Words>
  <Application>Microsoft Office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5</cp:revision>
  <dcterms:created xsi:type="dcterms:W3CDTF">2019-12-03T01:50:37Z</dcterms:created>
  <dcterms:modified xsi:type="dcterms:W3CDTF">2023-02-07T05:08:22Z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