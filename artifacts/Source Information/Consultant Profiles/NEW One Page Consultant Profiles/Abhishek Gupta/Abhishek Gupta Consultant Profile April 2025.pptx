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6"/>
  </p:notesMasterIdLst>
  <p:sldIdLst>
    <p:sldId id="273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3584"/>
    <a:srgbClr val="0F2B3F"/>
    <a:srgbClr val="0059FF"/>
    <a:srgbClr val="00AB8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C96A1-44FF-2253-3BDF-B918864F48F8}" v="1" dt="2025-06-30T02:14:48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727" autoAdjust="0"/>
  </p:normalViewPr>
  <p:slideViewPr>
    <p:cSldViewPr snapToGrid="0">
      <p:cViewPr varScale="1">
        <p:scale>
          <a:sx n="87" d="100"/>
          <a:sy n="87" d="100"/>
        </p:scale>
        <p:origin x="1974" y="60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65FA1BF5-06EE-4862-B092-F9C0F4319512}"/>
    <pc:docChg chg="undo custSel addSld delSld modSld">
      <pc:chgData name="Darcy Roach" userId="ba676ee9-e9b4-49e8-a515-8077106c948d" providerId="ADAL" clId="{65FA1BF5-06EE-4862-B092-F9C0F4319512}" dt="2025-05-05T06:31:26.884" v="1374" actId="47"/>
      <pc:docMkLst>
        <pc:docMk/>
      </pc:docMkLst>
      <pc:sldChg chg="modSp del mod">
        <pc:chgData name="Darcy Roach" userId="ba676ee9-e9b4-49e8-a515-8077106c948d" providerId="ADAL" clId="{65FA1BF5-06EE-4862-B092-F9C0F4319512}" dt="2025-04-29T01:53:58.553" v="1341" actId="47"/>
        <pc:sldMkLst>
          <pc:docMk/>
          <pc:sldMk cId="2009923557" sldId="270"/>
        </pc:sldMkLst>
      </pc:sldChg>
      <pc:sldChg chg="modSp add del mod">
        <pc:chgData name="Darcy Roach" userId="ba676ee9-e9b4-49e8-a515-8077106c948d" providerId="ADAL" clId="{65FA1BF5-06EE-4862-B092-F9C0F4319512}" dt="2025-04-29T01:53:59.971" v="1342" actId="47"/>
        <pc:sldMkLst>
          <pc:docMk/>
          <pc:sldMk cId="4260484955" sldId="271"/>
        </pc:sldMkLst>
      </pc:sldChg>
      <pc:sldChg chg="addSp delSp modSp add del mod modNotesTx">
        <pc:chgData name="Darcy Roach" userId="ba676ee9-e9b4-49e8-a515-8077106c948d" providerId="ADAL" clId="{65FA1BF5-06EE-4862-B092-F9C0F4319512}" dt="2025-05-05T06:31:26.884" v="1374" actId="47"/>
        <pc:sldMkLst>
          <pc:docMk/>
          <pc:sldMk cId="1706882751" sldId="272"/>
        </pc:sldMkLst>
      </pc:sldChg>
      <pc:sldChg chg="modSp add mod">
        <pc:chgData name="Darcy Roach" userId="ba676ee9-e9b4-49e8-a515-8077106c948d" providerId="ADAL" clId="{65FA1BF5-06EE-4862-B092-F9C0F4319512}" dt="2025-05-05T06:31:20.805" v="1373" actId="1038"/>
        <pc:sldMkLst>
          <pc:docMk/>
          <pc:sldMk cId="3695219075" sldId="273"/>
        </pc:sldMkLst>
      </pc:sldChg>
    </pc:docChg>
  </pc:docChgLst>
  <pc:docChgLst>
    <pc:chgData name="Joel Collins" userId="d3ae1526-77cd-4d01-b42b-68ae1cb060b9" providerId="ADAL" clId="{23ECE459-361C-47D9-AADA-0AA7DCBBE070}"/>
    <pc:docChg chg="modSld">
      <pc:chgData name="Joel Collins" userId="d3ae1526-77cd-4d01-b42b-68ae1cb060b9" providerId="ADAL" clId="{23ECE459-361C-47D9-AADA-0AA7DCBBE070}" dt="2024-09-03T05:37:09.016" v="89" actId="20577"/>
      <pc:docMkLst>
        <pc:docMk/>
      </pc:docMkLst>
      <pc:sldChg chg="modSp mod">
        <pc:chgData name="Joel Collins" userId="d3ae1526-77cd-4d01-b42b-68ae1cb060b9" providerId="ADAL" clId="{23ECE459-361C-47D9-AADA-0AA7DCBBE070}" dt="2024-09-03T05:37:09.016" v="89" actId="20577"/>
        <pc:sldMkLst>
          <pc:docMk/>
          <pc:sldMk cId="2009923557" sldId="270"/>
        </pc:sldMkLst>
      </pc:sldChg>
    </pc:docChg>
  </pc:docChgLst>
  <pc:docChgLst>
    <pc:chgData name="Joel Collins" userId="S::joel.collins@intelia.com.au::d3ae1526-77cd-4d01-b42b-68ae1cb060b9" providerId="AD" clId="Web-{A1EE3E45-8CA5-B974-85B9-5FD7E597CB5E}"/>
    <pc:docChg chg="modSld">
      <pc:chgData name="Joel Collins" userId="S::joel.collins@intelia.com.au::d3ae1526-77cd-4d01-b42b-68ae1cb060b9" providerId="AD" clId="Web-{A1EE3E45-8CA5-B974-85B9-5FD7E597CB5E}" dt="2024-11-13T08:11:09.433" v="11" actId="20577"/>
      <pc:docMkLst>
        <pc:docMk/>
      </pc:docMkLst>
      <pc:sldChg chg="modSp">
        <pc:chgData name="Joel Collins" userId="S::joel.collins@intelia.com.au::d3ae1526-77cd-4d01-b42b-68ae1cb060b9" providerId="AD" clId="Web-{A1EE3E45-8CA5-B974-85B9-5FD7E597CB5E}" dt="2024-11-13T08:11:09.433" v="11" actId="20577"/>
        <pc:sldMkLst>
          <pc:docMk/>
          <pc:sldMk cId="2009923557" sldId="270"/>
        </pc:sldMkLst>
      </pc:sldChg>
    </pc:docChg>
  </pc:docChgLst>
  <pc:docChgLst>
    <pc:chgData name="Darcy Roach" userId="S::darcy.roach@intelia.com.au::ba676ee9-e9b4-49e8-a515-8077106c948d" providerId="AD" clId="Web-{04529FA9-C0EB-4B17-9370-E4A14E2BA93E}"/>
    <pc:docChg chg="modSld">
      <pc:chgData name="Darcy Roach" userId="S::darcy.roach@intelia.com.au::ba676ee9-e9b4-49e8-a515-8077106c948d" providerId="AD" clId="Web-{04529FA9-C0EB-4B17-9370-E4A14E2BA93E}" dt="2024-12-04T00:17:10.874" v="11" actId="20577"/>
      <pc:docMkLst>
        <pc:docMk/>
      </pc:docMkLst>
      <pc:sldChg chg="modSp">
        <pc:chgData name="Darcy Roach" userId="S::darcy.roach@intelia.com.au::ba676ee9-e9b4-49e8-a515-8077106c948d" providerId="AD" clId="Web-{04529FA9-C0EB-4B17-9370-E4A14E2BA93E}" dt="2024-12-04T00:17:10.874" v="11" actId="20577"/>
        <pc:sldMkLst>
          <pc:docMk/>
          <pc:sldMk cId="2009923557" sldId="270"/>
        </pc:sldMkLst>
      </pc:sldChg>
    </pc:docChg>
  </pc:docChgLst>
  <pc:docChgLst>
    <pc:chgData name="Abhishek Gupta" userId="S::abhishek.gupta@intelia.com.au::76829c9a-7c31-476d-a1cf-9cebe7e24517" providerId="AD" clId="Web-{F8A2EEC5-A84E-FDE8-9F8A-86B78BD24D8D}"/>
    <pc:docChg chg="addSld">
      <pc:chgData name="Abhishek Gupta" userId="S::abhishek.gupta@intelia.com.au::76829c9a-7c31-476d-a1cf-9cebe7e24517" providerId="AD" clId="Web-{F8A2EEC5-A84E-FDE8-9F8A-86B78BD24D8D}" dt="2025-04-28T23:06:07.843" v="0"/>
      <pc:docMkLst>
        <pc:docMk/>
      </pc:docMkLst>
      <pc:sldChg chg="add replId">
        <pc:chgData name="Abhishek Gupta" userId="S::abhishek.gupta@intelia.com.au::76829c9a-7c31-476d-a1cf-9cebe7e24517" providerId="AD" clId="Web-{F8A2EEC5-A84E-FDE8-9F8A-86B78BD24D8D}" dt="2025-04-28T23:06:07.843" v="0"/>
        <pc:sldMkLst>
          <pc:docMk/>
          <pc:sldMk cId="1706882751" sldId="272"/>
        </pc:sldMkLst>
      </pc:sldChg>
    </pc:docChg>
  </pc:docChgLst>
  <pc:docChgLst>
    <pc:chgData name="Abhishek Gupta" userId="76829c9a-7c31-476d-a1cf-9cebe7e24517" providerId="ADAL" clId="{D2C98DC8-8537-451B-A77B-E1716D0E3191}"/>
    <pc:docChg chg="modSld">
      <pc:chgData name="Abhishek Gupta" userId="76829c9a-7c31-476d-a1cf-9cebe7e24517" providerId="ADAL" clId="{D2C98DC8-8537-451B-A77B-E1716D0E3191}" dt="2025-06-03T01:04:32.148" v="0" actId="20577"/>
      <pc:docMkLst>
        <pc:docMk/>
      </pc:docMkLst>
      <pc:sldChg chg="modSp mod">
        <pc:chgData name="Abhishek Gupta" userId="76829c9a-7c31-476d-a1cf-9cebe7e24517" providerId="ADAL" clId="{D2C98DC8-8537-451B-A77B-E1716D0E3191}" dt="2025-06-03T01:04:32.148" v="0" actId="20577"/>
        <pc:sldMkLst>
          <pc:docMk/>
          <pc:sldMk cId="3695219075" sldId="273"/>
        </pc:sldMkLst>
        <pc:spChg chg="mod">
          <ac:chgData name="Abhishek Gupta" userId="76829c9a-7c31-476d-a1cf-9cebe7e24517" providerId="ADAL" clId="{D2C98DC8-8537-451B-A77B-E1716D0E3191}" dt="2025-06-03T01:04:32.148" v="0" actId="20577"/>
          <ac:spMkLst>
            <pc:docMk/>
            <pc:sldMk cId="3695219075" sldId="273"/>
            <ac:spMk id="12" creationId="{209EF350-C202-8165-BFE2-5D12CF0EAB1A}"/>
          </ac:spMkLst>
        </pc:spChg>
      </pc:sldChg>
    </pc:docChg>
  </pc:docChgLst>
  <pc:docChgLst>
    <pc:chgData name="Darcy Roach" userId="ba676ee9-e9b4-49e8-a515-8077106c948d" providerId="ADAL" clId="{F151050E-30E9-4E2C-B1D8-56E05DB67215}"/>
    <pc:docChg chg="undo custSel modSld">
      <pc:chgData name="Darcy Roach" userId="ba676ee9-e9b4-49e8-a515-8077106c948d" providerId="ADAL" clId="{F151050E-30E9-4E2C-B1D8-56E05DB67215}" dt="2023-08-02T02:26:03.733" v="526" actId="1076"/>
      <pc:docMkLst>
        <pc:docMk/>
      </pc:docMkLst>
      <pc:sldChg chg="addSp delSp modSp mod">
        <pc:chgData name="Darcy Roach" userId="ba676ee9-e9b4-49e8-a515-8077106c948d" providerId="ADAL" clId="{F151050E-30E9-4E2C-B1D8-56E05DB67215}" dt="2023-08-02T02:26:03.733" v="526" actId="1076"/>
        <pc:sldMkLst>
          <pc:docMk/>
          <pc:sldMk cId="2009923557" sldId="270"/>
        </pc:sldMkLst>
      </pc:sldChg>
    </pc:docChg>
  </pc:docChgLst>
  <pc:docChgLst>
    <pc:chgData name="Joel Collins" userId="S::joel.collins@intelia.com.au::d3ae1526-77cd-4d01-b42b-68ae1cb060b9" providerId="AD" clId="Web-{FA3E6CCE-A85D-2534-F5C3-EE4FBB225C23}"/>
    <pc:docChg chg="modSld">
      <pc:chgData name="Joel Collins" userId="S::joel.collins@intelia.com.au::d3ae1526-77cd-4d01-b42b-68ae1cb060b9" providerId="AD" clId="Web-{FA3E6CCE-A85D-2534-F5C3-EE4FBB225C23}" dt="2025-02-17T03:48:04.066" v="20" actId="20577"/>
      <pc:docMkLst>
        <pc:docMk/>
      </pc:docMkLst>
      <pc:sldChg chg="modSp">
        <pc:chgData name="Joel Collins" userId="S::joel.collins@intelia.com.au::d3ae1526-77cd-4d01-b42b-68ae1cb060b9" providerId="AD" clId="Web-{FA3E6CCE-A85D-2534-F5C3-EE4FBB225C23}" dt="2025-02-17T03:48:04.066" v="20" actId="20577"/>
        <pc:sldMkLst>
          <pc:docMk/>
          <pc:sldMk cId="2009923557" sldId="270"/>
        </pc:sldMkLst>
      </pc:sldChg>
    </pc:docChg>
  </pc:docChgLst>
  <pc:docChgLst>
    <pc:chgData name="Darcy Roach" userId="ba676ee9-e9b4-49e8-a515-8077106c948d" providerId="ADAL" clId="{433D3930-B811-4369-8D65-748E29B89D17}"/>
    <pc:docChg chg="undo custSel modSld">
      <pc:chgData name="Darcy Roach" userId="ba676ee9-e9b4-49e8-a515-8077106c948d" providerId="ADAL" clId="{433D3930-B811-4369-8D65-748E29B89D17}" dt="2024-03-13T21:55:02.379" v="822" actId="14100"/>
      <pc:docMkLst>
        <pc:docMk/>
      </pc:docMkLst>
      <pc:sldChg chg="addSp delSp modSp mod">
        <pc:chgData name="Darcy Roach" userId="ba676ee9-e9b4-49e8-a515-8077106c948d" providerId="ADAL" clId="{433D3930-B811-4369-8D65-748E29B89D17}" dt="2024-03-13T21:55:02.379" v="822" actId="14100"/>
        <pc:sldMkLst>
          <pc:docMk/>
          <pc:sldMk cId="2009923557" sldId="270"/>
        </pc:sldMkLst>
      </pc:sldChg>
    </pc:docChg>
  </pc:docChgLst>
  <pc:docChgLst>
    <pc:chgData name="Abhishek Gupta" userId="76829c9a-7c31-476d-a1cf-9cebe7e24517" providerId="ADAL" clId="{D6380AB7-8843-4806-881C-4CB0D2F6E4F1}"/>
    <pc:docChg chg="undo custSel modSld">
      <pc:chgData name="Abhishek Gupta" userId="76829c9a-7c31-476d-a1cf-9cebe7e24517" providerId="ADAL" clId="{D6380AB7-8843-4806-881C-4CB0D2F6E4F1}" dt="2025-04-29T03:04:50.233" v="4243" actId="20577"/>
      <pc:docMkLst>
        <pc:docMk/>
      </pc:docMkLst>
      <pc:sldChg chg="addSp delSp modSp mod">
        <pc:chgData name="Abhishek Gupta" userId="76829c9a-7c31-476d-a1cf-9cebe7e24517" providerId="ADAL" clId="{D6380AB7-8843-4806-881C-4CB0D2F6E4F1}" dt="2025-04-29T01:31:02.827" v="2602" actId="1076"/>
        <pc:sldMkLst>
          <pc:docMk/>
          <pc:sldMk cId="2009923557" sldId="270"/>
        </pc:sldMkLst>
      </pc:sldChg>
      <pc:sldChg chg="modSp mod">
        <pc:chgData name="Abhishek Gupta" userId="76829c9a-7c31-476d-a1cf-9cebe7e24517" providerId="ADAL" clId="{D6380AB7-8843-4806-881C-4CB0D2F6E4F1}" dt="2025-04-29T03:04:50.233" v="4243" actId="20577"/>
        <pc:sldMkLst>
          <pc:docMk/>
          <pc:sldMk cId="1706882751" sldId="272"/>
        </pc:sldMkLst>
      </pc:sldChg>
    </pc:docChg>
  </pc:docChgLst>
  <pc:docChgLst>
    <pc:chgData name="Bill Carlin" userId="S::bill.carlin@intelia.com.au::9a3cf2e6-028c-407a-aac5-4fcc663220f1" providerId="AD" clId="Web-{21EC96A1-44FF-2253-3BDF-B918864F48F8}"/>
    <pc:docChg chg="modSld">
      <pc:chgData name="Bill Carlin" userId="S::bill.carlin@intelia.com.au::9a3cf2e6-028c-407a-aac5-4fcc663220f1" providerId="AD" clId="Web-{21EC96A1-44FF-2253-3BDF-B918864F48F8}" dt="2025-06-30T02:14:48.162" v="0" actId="1076"/>
      <pc:docMkLst>
        <pc:docMk/>
      </pc:docMkLst>
      <pc:sldChg chg="modSp">
        <pc:chgData name="Bill Carlin" userId="S::bill.carlin@intelia.com.au::9a3cf2e6-028c-407a-aac5-4fcc663220f1" providerId="AD" clId="Web-{21EC96A1-44FF-2253-3BDF-B918864F48F8}" dt="2025-06-30T02:14:48.162" v="0" actId="1076"/>
        <pc:sldMkLst>
          <pc:docMk/>
          <pc:sldMk cId="3695219075" sldId="273"/>
        </pc:sldMkLst>
        <pc:picChg chg="mod">
          <ac:chgData name="Bill Carlin" userId="S::bill.carlin@intelia.com.au::9a3cf2e6-028c-407a-aac5-4fcc663220f1" providerId="AD" clId="Web-{21EC96A1-44FF-2253-3BDF-B918864F48F8}" dt="2025-06-30T02:14:48.162" v="0" actId="1076"/>
          <ac:picMkLst>
            <pc:docMk/>
            <pc:sldMk cId="3695219075" sldId="273"/>
            <ac:picMk id="11" creationId="{4AF8A852-C30B-BB3E-A249-6289F1ED62C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AB4A8-B946-4FFF-9F11-0E82CEF07CD4}" type="datetimeFigureOut">
              <a:rPr lang="en-AU" smtClean="0"/>
              <a:t>29/06/2025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4988" y="857250"/>
            <a:ext cx="29940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127BA-4DB2-45EC-BFFD-DFA983F22F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078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1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Financial Services Organisation – Senior Business Analyst</a:t>
            </a:r>
            <a:endParaRPr lang="en-US"/>
          </a:p>
          <a:p>
            <a:r>
              <a:rPr lang="en-US" sz="800"/>
              <a:t>Key responsibilities of this role included:</a:t>
            </a:r>
            <a:endParaRPr lang="en-AU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Eliciting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Requirement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Data Migration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Project Tracking and Reporting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Stakeholder management and consulting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Work under broad direction with full accountability for delivering allocated assignments.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Interact with and frequently influence a wide range of stakeholders and operational managers.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Undertake a wide variety of analysis assignments from requirements gathering, operational audits,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/>
              <a:t>Functional reviews, compliance project scoping and best practice system analysis.</a:t>
            </a:r>
          </a:p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B127BA-4DB2-45EC-BFFD-DFA983F22F7C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603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26F34-BAB5-13AB-A15D-BA5A1B7CE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8C91C35-CC6E-C737-1082-E9E674881EBE}"/>
              </a:ext>
            </a:extLst>
          </p:cNvPr>
          <p:cNvSpPr txBox="1"/>
          <p:nvPr/>
        </p:nvSpPr>
        <p:spPr>
          <a:xfrm>
            <a:off x="3538614" y="4166703"/>
            <a:ext cx="4631164" cy="2092881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Established a clear project scope, objectives, deliverables and created realistic project plan with project timelines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Conducted workshops to understand current data landscape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Reviewed key deliverables with stakeholders to ensure it aligned with the project objectives.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Assessed and profiles data on the basis of its size, schema, distribution, dependencies and traffic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Identified scope creep and communicated findings to project manager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Documented and communicated project progress,  issues, risks and proposed solutions effectively to stakeholders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Showcased findings and next steps to stakeholders before handover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Prepared final handover report for key stakeholders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3053E9-1303-32A3-336D-6EB7FD13B0F3}"/>
              </a:ext>
            </a:extLst>
          </p:cNvPr>
          <p:cNvSpPr txBox="1"/>
          <p:nvPr/>
        </p:nvSpPr>
        <p:spPr>
          <a:xfrm>
            <a:off x="3313020" y="3459632"/>
            <a:ext cx="5177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2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200" b="1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Australian Tertiary Education Organisation – Senior BA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29B7A1-93F1-D15C-C348-15C6502B20A9}"/>
              </a:ext>
            </a:extLst>
          </p:cNvPr>
          <p:cNvSpPr txBox="1"/>
          <p:nvPr/>
        </p:nvSpPr>
        <p:spPr>
          <a:xfrm>
            <a:off x="3335752" y="6151689"/>
            <a:ext cx="478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A93584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Australian Utilities Organisation – Senior BA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57A83-024D-74C1-0802-F10447D0B944}"/>
              </a:ext>
            </a:extLst>
          </p:cNvPr>
          <p:cNvSpPr txBox="1"/>
          <p:nvPr/>
        </p:nvSpPr>
        <p:spPr>
          <a:xfrm>
            <a:off x="3321267" y="1068438"/>
            <a:ext cx="463116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0059FF"/>
                </a:solidFill>
                <a:effectLst/>
                <a:uLnTx/>
                <a:uFillTx/>
                <a:latin typeface="Roboto"/>
                <a:ea typeface="Roboto"/>
                <a:cs typeface="Roboto"/>
              </a:rPr>
              <a:t>Northern Territory Government – Lead BA / PM </a:t>
            </a:r>
            <a:endParaRPr kumimoji="0" lang="en-AU" sz="1200" b="1" i="0" u="none" strike="noStrike" kern="1200" cap="none" spc="0" normalizeH="0" baseline="0" noProof="0">
              <a:ln>
                <a:noFill/>
              </a:ln>
              <a:solidFill>
                <a:srgbClr val="0059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262CC56-60B1-856E-181E-9F3E2A34BC7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AE2FA72B-373C-E1D6-6837-BF8ED950D199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3CD2104-5ABB-A954-9F27-27B18EABD596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29" b="0" i="0" u="none" strike="noStrike" kern="1200" cap="none" spc="0" normalizeH="0" baseline="0" noProof="0">
              <a:ln>
                <a:noFill/>
              </a:ln>
              <a:solidFill>
                <a:srgbClr val="4472C4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AF8A852-C30B-BB3E-A249-6289F1ED6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707" y="335206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87CDB2A-C95D-91C4-ADB1-33D77B688461}"/>
              </a:ext>
            </a:extLst>
          </p:cNvPr>
          <p:cNvSpPr txBox="1"/>
          <p:nvPr/>
        </p:nvSpPr>
        <p:spPr>
          <a:xfrm>
            <a:off x="139904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Abhishek Gupta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57D4F5-4A50-BA26-2C67-5BDA17975619}"/>
              </a:ext>
            </a:extLst>
          </p:cNvPr>
          <p:cNvSpPr txBox="1"/>
          <p:nvPr/>
        </p:nvSpPr>
        <p:spPr>
          <a:xfrm>
            <a:off x="66302" y="1239722"/>
            <a:ext cx="1576761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13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kumimoji="0" lang="en-US" sz="400" b="1" i="0" u="none" strike="noStrike" kern="1200" cap="none" spc="13" normalizeH="0" baseline="0" noProof="0">
              <a:ln>
                <a:noFill/>
              </a:ln>
              <a:solidFill>
                <a:srgbClr val="00AB80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8E6ABB-A3D4-0B1D-F822-ECCD6928A61E}"/>
              </a:ext>
            </a:extLst>
          </p:cNvPr>
          <p:cNvSpPr txBox="1"/>
          <p:nvPr/>
        </p:nvSpPr>
        <p:spPr>
          <a:xfrm>
            <a:off x="131250" y="959224"/>
            <a:ext cx="2523254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13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Roboto Light"/>
                <a:ea typeface="Roboto Light"/>
                <a:cs typeface="Lato"/>
              </a:rPr>
              <a:t>Senior Consultant</a:t>
            </a:r>
            <a:endParaRPr kumimoji="0" lang="en-US" sz="1400" b="0" i="0" u="none" strike="noStrike" kern="1200" cap="none" spc="13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7FBC9F-A844-E0AF-97CE-88E5B6033B92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DCF75B-D13B-08C9-20E7-5E2AC6A31AC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9564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7D28CCB-3F11-81E4-4D05-A6BCC372F909}"/>
              </a:ext>
            </a:extLst>
          </p:cNvPr>
          <p:cNvCxnSpPr>
            <a:cxnSpLocks/>
          </p:cNvCxnSpPr>
          <p:nvPr/>
        </p:nvCxnSpPr>
        <p:spPr>
          <a:xfrm>
            <a:off x="3428143" y="1412291"/>
            <a:ext cx="1" cy="2274986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8AA4020-A018-D2D1-E1F3-B5B20A0BC36B}"/>
              </a:ext>
            </a:extLst>
          </p:cNvPr>
          <p:cNvGrpSpPr/>
          <p:nvPr/>
        </p:nvGrpSpPr>
        <p:grpSpPr>
          <a:xfrm>
            <a:off x="3428867" y="1335465"/>
            <a:ext cx="4837814" cy="4692743"/>
            <a:chOff x="5029479" y="-240422"/>
            <a:chExt cx="5167534" cy="469274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1771C3-237E-3F2B-C159-E693173D16A4}"/>
                </a:ext>
              </a:extLst>
            </p:cNvPr>
            <p:cNvSpPr txBox="1"/>
            <p:nvPr/>
          </p:nvSpPr>
          <p:spPr>
            <a:xfrm>
              <a:off x="5132859" y="-240422"/>
              <a:ext cx="5064154" cy="2554545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Successfully delivered the Legacy Data Achieve Solution 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Conducted workshops to elicit technical and non-technical requirements and translate them to user stories and acceptation criteria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Conducted gap analysis between current and future state solution and documented findings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Drew and presented future state solution design to technical team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Identified and documented out of scope requirements for project scope variation discussions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Tracked project status and provided regular reports to key stakeholders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Facilitated daily team stand-ups to ensure clear understanding of requirements and identify any impediments early on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Maintained project Issues or Risks register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Maintained Change Register for Change Advisory Board (CAB) for process change approval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Communicated key updates with stakeholders based on RACI matrix. 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F21280-0DD1-0CAA-8938-3A3C686322E8}"/>
                </a:ext>
              </a:extLst>
            </p:cNvPr>
            <p:cNvCxnSpPr>
              <a:cxnSpLocks/>
            </p:cNvCxnSpPr>
            <p:nvPr/>
          </p:nvCxnSpPr>
          <p:spPr>
            <a:xfrm>
              <a:off x="5029479" y="2590816"/>
              <a:ext cx="0" cy="1861505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B134F4D2-2F4F-5C72-4326-560FA6746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91529B0-E968-D4A9-1673-0D384406BE72}"/>
              </a:ext>
            </a:extLst>
          </p:cNvPr>
          <p:cNvSpPr txBox="1"/>
          <p:nvPr/>
        </p:nvSpPr>
        <p:spPr>
          <a:xfrm>
            <a:off x="8329800" y="2924974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61EA586D-1E77-3CE0-2DBF-B990B9E15ACD}"/>
              </a:ext>
            </a:extLst>
          </p:cNvPr>
          <p:cNvSpPr txBox="1"/>
          <p:nvPr/>
        </p:nvSpPr>
        <p:spPr>
          <a:xfrm>
            <a:off x="3414648" y="116660"/>
            <a:ext cx="393041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CB2B55D8-DB2E-4715-734A-CAA84ECF3A73}"/>
              </a:ext>
            </a:extLst>
          </p:cNvPr>
          <p:cNvCxnSpPr>
            <a:cxnSpLocks/>
          </p:cNvCxnSpPr>
          <p:nvPr/>
        </p:nvCxnSpPr>
        <p:spPr>
          <a:xfrm flipV="1">
            <a:off x="8243554" y="907406"/>
            <a:ext cx="0" cy="62632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649DB9BE-1A85-9E3B-7452-6AE94EE18F1B}"/>
              </a:ext>
            </a:extLst>
          </p:cNvPr>
          <p:cNvSpPr txBox="1"/>
          <p:nvPr/>
        </p:nvSpPr>
        <p:spPr>
          <a:xfrm>
            <a:off x="8353319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Industry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1D20B63-B0EF-8774-B5E9-41A4DFA31D8A}"/>
              </a:ext>
            </a:extLst>
          </p:cNvPr>
          <p:cNvCxnSpPr>
            <a:cxnSpLocks/>
          </p:cNvCxnSpPr>
          <p:nvPr/>
        </p:nvCxnSpPr>
        <p:spPr>
          <a:xfrm>
            <a:off x="8329255" y="1456630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14199933-E5AB-E506-05A8-9C535EA0BDC0}"/>
              </a:ext>
            </a:extLst>
          </p:cNvPr>
          <p:cNvGrpSpPr/>
          <p:nvPr/>
        </p:nvGrpSpPr>
        <p:grpSpPr>
          <a:xfrm>
            <a:off x="8243554" y="3140418"/>
            <a:ext cx="1820489" cy="4131900"/>
            <a:chOff x="8106459" y="2681447"/>
            <a:chExt cx="1820489" cy="373885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2EDFBDD-8064-2519-CD03-527630E428AC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AAB6241-0304-59C2-E34E-6D590C2D942A}"/>
                </a:ext>
              </a:extLst>
            </p:cNvPr>
            <p:cNvSpPr txBox="1"/>
            <p:nvPr/>
          </p:nvSpPr>
          <p:spPr>
            <a:xfrm>
              <a:off x="8106459" y="2681447"/>
              <a:ext cx="1733240" cy="37388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kumimoji="0" lang="en-AU" sz="105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r>
                <a:rPr kumimoji="0" lang="en-GB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Microsoft Azure – Fundamentals for DevOps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Calibri" panose="020F0502020204030204" pitchFamily="34" charset="0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r>
                <a:rPr kumimoji="0" lang="en-GB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Databricks – Databricks Fundamentals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Calibri" panose="020F0502020204030204" pitchFamily="34" charset="0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r>
                <a:rPr kumimoji="0" lang="en-GB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Collibra Certified – Data Steward &amp; Workflow Engineer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Calibri" panose="020F0502020204030204" pitchFamily="34" charset="0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r>
                <a:rPr kumimoji="0" lang="en-GB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Udemy – IT Business Analyst &amp; Project Management Technical Awareness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Calibri" panose="020F0502020204030204" pitchFamily="34" charset="0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r>
                <a:rPr kumimoji="0" lang="en-GB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Udemy – Agile Fundamentals: Scrum &amp; Kanban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Calibri" panose="020F0502020204030204" pitchFamily="34" charset="0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r>
                <a:rPr kumimoji="0" lang="en-GB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rPr>
                <a:t>Bachelor – Information Systems, Data Analytics &amp; Database Management Swinburne University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819525" algn="l"/>
                  <a:tab pos="3895725" algn="l"/>
                </a:tabLst>
                <a:defRPr/>
              </a:pP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Calibri" panose="020F0502020204030204" pitchFamily="34" charset="0"/>
                <a:cs typeface="+mn-cs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8086712-8D48-E742-AB05-8EFCDD3DBA01}"/>
              </a:ext>
            </a:extLst>
          </p:cNvPr>
          <p:cNvSpPr txBox="1"/>
          <p:nvPr/>
        </p:nvSpPr>
        <p:spPr>
          <a:xfrm>
            <a:off x="-19943" y="5375540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Key Skills &amp; Technologies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E41ADD-865E-B417-2920-CFBDB3AB0056}"/>
              </a:ext>
            </a:extLst>
          </p:cNvPr>
          <p:cNvGrpSpPr/>
          <p:nvPr/>
        </p:nvGrpSpPr>
        <p:grpSpPr>
          <a:xfrm>
            <a:off x="3428144" y="6381063"/>
            <a:ext cx="4712748" cy="1477328"/>
            <a:chOff x="5023753" y="4247510"/>
            <a:chExt cx="4890107" cy="147732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020C67A-51C1-736F-1071-D7C956D4FF1A}"/>
                </a:ext>
              </a:extLst>
            </p:cNvPr>
            <p:cNvSpPr txBox="1"/>
            <p:nvPr/>
          </p:nvSpPr>
          <p:spPr>
            <a:xfrm>
              <a:off x="5059474" y="4247510"/>
              <a:ext cx="4854386" cy="1477328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indent="0">
                <a:buClr>
                  <a:srgbClr val="00AB80"/>
                </a:buClr>
                <a:buFont typeface="Arial" panose="020B0604020202020204" pitchFamily="34" charset="0"/>
                <a:buNone/>
                <a:defRPr sz="10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Elicited data preparation requirements for NMI registration in the wholesale market and Operating Envelope generation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Produced requirements for Local Services Exchange enrolment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Elicited functional and non-functional requirements and developing process maps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Collaborated with stakeholders and communicated progress reports to update them on any risks or concerns and the intended solution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AU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endParaRP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1E4B505-B2DB-92BF-93E9-0A6746641C4C}"/>
                </a:ext>
              </a:extLst>
            </p:cNvPr>
            <p:cNvCxnSpPr>
              <a:cxnSpLocks/>
            </p:cNvCxnSpPr>
            <p:nvPr/>
          </p:nvCxnSpPr>
          <p:spPr>
            <a:xfrm>
              <a:off x="5023753" y="4312460"/>
              <a:ext cx="0" cy="1017306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86774A5-DD91-E246-EC1F-74A37139F205}"/>
              </a:ext>
            </a:extLst>
          </p:cNvPr>
          <p:cNvSpPr txBox="1"/>
          <p:nvPr/>
        </p:nvSpPr>
        <p:spPr>
          <a:xfrm>
            <a:off x="8255584" y="1456630"/>
            <a:ext cx="1951941" cy="151964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Government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Education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Utilities &amp; Energy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Financial Services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Telecommunications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AB80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9EF350-C202-8165-BFE2-5D12CF0EAB1A}"/>
              </a:ext>
            </a:extLst>
          </p:cNvPr>
          <p:cNvSpPr txBox="1"/>
          <p:nvPr/>
        </p:nvSpPr>
        <p:spPr>
          <a:xfrm>
            <a:off x="152516" y="1602872"/>
            <a:ext cx="2975498" cy="36420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1000" spc="13">
                <a:latin typeface="Roboto Light"/>
                <a:ea typeface="Roboto Light"/>
                <a:cs typeface="Lato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100" b="0" i="0" u="none" strike="noStrike" kern="1200" cap="none" spc="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Lato"/>
              </a:rPr>
              <a:t>Abhishek is an articulate and inquisitive Senior Business Analyst with Project Management experience. With 15+ years of experience across a broad range of industries, Abhishek has a proven track record of delivery to a diverse range of projects and environments.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100" b="0" i="0" u="none" strike="noStrike" kern="1200" cap="none" spc="13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Roboto Light"/>
              <a:cs typeface="Lato"/>
            </a:endParaRP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100" b="0" i="0" u="none" strike="noStrike" kern="1200" cap="none" spc="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Lato"/>
              </a:rPr>
              <a:t>Abhishek is an expert in assessing business requirements, driving process improvements, and ensuring robust risk and compliance management. His diverse background also spans project management, equipping him with a versatile skill set to tackle complex challenges. 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100" b="0" i="0" u="none" strike="noStrike" kern="1200" cap="none" spc="13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Roboto Light"/>
              <a:cs typeface="Lato"/>
            </a:endParaRP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100" b="0" i="0" u="none" strike="noStrike" kern="1200" cap="none" spc="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Lato"/>
              </a:rPr>
              <a:t>A confident and effective communicator, Abhishek excels in stakeholder engagement, Agile delivery, and workshop facilitation, making him an asset to any team or initiative.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7F67A9-D7AC-86AE-AC3F-4DEB58DD4365}"/>
              </a:ext>
            </a:extLst>
          </p:cNvPr>
          <p:cNvSpPr txBox="1"/>
          <p:nvPr/>
        </p:nvSpPr>
        <p:spPr>
          <a:xfrm>
            <a:off x="1879673" y="5652073"/>
            <a:ext cx="1510046" cy="2092881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Tx/>
              <a:buNone/>
              <a:tabLst/>
              <a:defRPr/>
            </a:pPr>
            <a:r>
              <a:rPr kumimoji="0" lang="en-AU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Platforms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Microsoft Azure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GCP &amp; AWS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Collibra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Databricks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Tx/>
              <a:buNone/>
              <a:tabLst/>
              <a:defRPr/>
            </a:pPr>
            <a:endParaRPr kumimoji="0" lang="en-US" sz="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BI Tools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Power BI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Tableau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Looker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PM Tools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Jira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Confluence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MS DevOps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4D801F-A000-F5CD-CC4F-252EC3BE17A6}"/>
              </a:ext>
            </a:extLst>
          </p:cNvPr>
          <p:cNvSpPr txBox="1"/>
          <p:nvPr/>
        </p:nvSpPr>
        <p:spPr>
          <a:xfrm>
            <a:off x="146650" y="5747849"/>
            <a:ext cx="1671517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Business Analysis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Project Management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Agile Methodologies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Process Improvement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Requirements Analysis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Risk Management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Change Management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Stakeholder Engagement</a:t>
            </a:r>
            <a:endParaRPr kumimoji="0" lang="en-A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Analytics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Warehousing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DevOps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219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CB1D3-F276-43C3-9B43-8D2A82E942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E9F339-46E8-41A9-B68F-3C92E4350106}">
  <ds:schemaRefs>
    <ds:schemaRef ds:uri="http://schemas.microsoft.com/office/infopath/2007/PartnerControls"/>
    <ds:schemaRef ds:uri="e52cd9e7-35e5-4bd3-9cab-ca6a63c31e52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dcmitype/"/>
    <ds:schemaRef ds:uri="http://schemas.openxmlformats.org/package/2006/metadata/core-properties"/>
    <ds:schemaRef ds:uri="http://purl.org/dc/elements/1.1/"/>
    <ds:schemaRef ds:uri="daf93972-1964-4522-aa34-640805a01c3a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DDAB0F1-C505-41DD-923B-C0992BCED25B}">
  <ds:schemaRefs>
    <ds:schemaRef ds:uri="daf93972-1964-4522-aa34-640805a01c3a"/>
    <ds:schemaRef ds:uri="e52cd9e7-35e5-4bd3-9cab-ca6a63c31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6ee502f0-ffb4-46d8-a0a7-711fa97ef456}" enabled="0" method="" siteId="{6ee502f0-ffb4-46d8-a0a7-711fa97ef45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591</Words>
  <Application>Microsoft Office PowerPoint</Application>
  <PresentationFormat>Custom</PresentationFormat>
  <Paragraphs>98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Abhishek Gupta</cp:lastModifiedBy>
  <cp:revision>2</cp:revision>
  <dcterms:created xsi:type="dcterms:W3CDTF">2019-12-03T01:50:37Z</dcterms:created>
  <dcterms:modified xsi:type="dcterms:W3CDTF">2025-06-30T02:14:48Z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