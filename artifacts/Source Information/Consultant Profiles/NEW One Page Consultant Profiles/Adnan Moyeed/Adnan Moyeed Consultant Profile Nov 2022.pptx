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1"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3584"/>
    <a:srgbClr val="0F2B3F"/>
    <a:srgbClr val="0059FF"/>
    <a:srgbClr val="00AB80"/>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3321DE-08DD-4098-9A98-C8E689BD34B4}" v="7" dt="2022-12-05T23:00:37.2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5" d="100"/>
          <a:sy n="95" d="100"/>
        </p:scale>
        <p:origin x="1794" y="-42"/>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7A3321DE-08DD-4098-9A98-C8E689BD34B4}"/>
    <pc:docChg chg="undo custSel modSld">
      <pc:chgData name="Darcy Roach" userId="ba676ee9-e9b4-49e8-a515-8077106c948d" providerId="ADAL" clId="{7A3321DE-08DD-4098-9A98-C8E689BD34B4}" dt="2022-12-05T23:03:22.724" v="794" actId="1035"/>
      <pc:docMkLst>
        <pc:docMk/>
      </pc:docMkLst>
      <pc:sldChg chg="addSp delSp modSp mod">
        <pc:chgData name="Darcy Roach" userId="ba676ee9-e9b4-49e8-a515-8077106c948d" providerId="ADAL" clId="{7A3321DE-08DD-4098-9A98-C8E689BD34B4}" dt="2022-12-05T23:03:22.724" v="794" actId="1035"/>
        <pc:sldMkLst>
          <pc:docMk/>
          <pc:sldMk cId="3618352684" sldId="271"/>
        </pc:sldMkLst>
        <pc:spChg chg="mod">
          <ac:chgData name="Darcy Roach" userId="ba676ee9-e9b4-49e8-a515-8077106c948d" providerId="ADAL" clId="{7A3321DE-08DD-4098-9A98-C8E689BD34B4}" dt="2022-12-05T22:58:57.171" v="771" actId="1076"/>
          <ac:spMkLst>
            <pc:docMk/>
            <pc:sldMk cId="3618352684" sldId="271"/>
            <ac:spMk id="2" creationId="{2FA774CA-3857-9308-4D38-9414B0CC2B95}"/>
          </ac:spMkLst>
        </pc:spChg>
        <pc:spChg chg="mod">
          <ac:chgData name="Darcy Roach" userId="ba676ee9-e9b4-49e8-a515-8077106c948d" providerId="ADAL" clId="{7A3321DE-08DD-4098-9A98-C8E689BD34B4}" dt="2022-12-05T05:07:01.403" v="205" actId="20577"/>
          <ac:spMkLst>
            <pc:docMk/>
            <pc:sldMk cId="3618352684" sldId="271"/>
            <ac:spMk id="4" creationId="{80F49B2F-21D4-F9EB-049F-717A10CB7D84}"/>
          </ac:spMkLst>
        </pc:spChg>
        <pc:spChg chg="mod">
          <ac:chgData name="Darcy Roach" userId="ba676ee9-e9b4-49e8-a515-8077106c948d" providerId="ADAL" clId="{7A3321DE-08DD-4098-9A98-C8E689BD34B4}" dt="2022-12-05T05:30:11.310" v="433" actId="20577"/>
          <ac:spMkLst>
            <pc:docMk/>
            <pc:sldMk cId="3618352684" sldId="271"/>
            <ac:spMk id="6" creationId="{701E125D-B356-8A2A-B86B-AB6567CEABE1}"/>
          </ac:spMkLst>
        </pc:spChg>
        <pc:spChg chg="mod">
          <ac:chgData name="Darcy Roach" userId="ba676ee9-e9b4-49e8-a515-8077106c948d" providerId="ADAL" clId="{7A3321DE-08DD-4098-9A98-C8E689BD34B4}" dt="2022-12-05T22:57:29.370" v="767" actId="20577"/>
          <ac:spMkLst>
            <pc:docMk/>
            <pc:sldMk cId="3618352684" sldId="271"/>
            <ac:spMk id="8" creationId="{59FEB941-5146-6B10-4E4D-8A4ADE918AEF}"/>
          </ac:spMkLst>
        </pc:spChg>
        <pc:spChg chg="mod topLvl">
          <ac:chgData name="Darcy Roach" userId="ba676ee9-e9b4-49e8-a515-8077106c948d" providerId="ADAL" clId="{7A3321DE-08DD-4098-9A98-C8E689BD34B4}" dt="2022-12-05T23:03:09.702" v="791" actId="1076"/>
          <ac:spMkLst>
            <pc:docMk/>
            <pc:sldMk cId="3618352684" sldId="271"/>
            <ac:spMk id="10" creationId="{06312B81-BCF1-2796-C112-3DBE0E02F483}"/>
          </ac:spMkLst>
        </pc:spChg>
        <pc:spChg chg="del">
          <ac:chgData name="Darcy Roach" userId="ba676ee9-e9b4-49e8-a515-8077106c948d" providerId="ADAL" clId="{7A3321DE-08DD-4098-9A98-C8E689BD34B4}" dt="2022-12-05T03:42:18.759" v="48" actId="478"/>
          <ac:spMkLst>
            <pc:docMk/>
            <pc:sldMk cId="3618352684" sldId="271"/>
            <ac:spMk id="12" creationId="{4B603A15-41C4-326D-80E1-2AE004C51B50}"/>
          </ac:spMkLst>
        </pc:spChg>
        <pc:spChg chg="mod">
          <ac:chgData name="Darcy Roach" userId="ba676ee9-e9b4-49e8-a515-8077106c948d" providerId="ADAL" clId="{7A3321DE-08DD-4098-9A98-C8E689BD34B4}" dt="2022-12-05T03:35:38.281" v="24" actId="20577"/>
          <ac:spMkLst>
            <pc:docMk/>
            <pc:sldMk cId="3618352684" sldId="271"/>
            <ac:spMk id="13" creationId="{FD2720C9-A79F-BD7F-E179-674AD67D7892}"/>
          </ac:spMkLst>
        </pc:spChg>
        <pc:spChg chg="mod">
          <ac:chgData name="Darcy Roach" userId="ba676ee9-e9b4-49e8-a515-8077106c948d" providerId="ADAL" clId="{7A3321DE-08DD-4098-9A98-C8E689BD34B4}" dt="2022-12-05T22:28:39.231" v="476" actId="6549"/>
          <ac:spMkLst>
            <pc:docMk/>
            <pc:sldMk cId="3618352684" sldId="271"/>
            <ac:spMk id="16" creationId="{7A53ACAB-BBC9-A3AA-740D-EB947374392F}"/>
          </ac:spMkLst>
        </pc:spChg>
        <pc:spChg chg="mod">
          <ac:chgData name="Darcy Roach" userId="ba676ee9-e9b4-49e8-a515-8077106c948d" providerId="ADAL" clId="{7A3321DE-08DD-4098-9A98-C8E689BD34B4}" dt="2022-12-05T04:02:43.233" v="142" actId="1076"/>
          <ac:spMkLst>
            <pc:docMk/>
            <pc:sldMk cId="3618352684" sldId="271"/>
            <ac:spMk id="17" creationId="{1BDE5051-9F34-F139-742D-4450E5D6591E}"/>
          </ac:spMkLst>
        </pc:spChg>
        <pc:spChg chg="mod">
          <ac:chgData name="Darcy Roach" userId="ba676ee9-e9b4-49e8-a515-8077106c948d" providerId="ADAL" clId="{7A3321DE-08DD-4098-9A98-C8E689BD34B4}" dt="2022-12-05T22:39:23.749" v="611" actId="6549"/>
          <ac:spMkLst>
            <pc:docMk/>
            <pc:sldMk cId="3618352684" sldId="271"/>
            <ac:spMk id="19" creationId="{7513C49A-2DF2-8111-FED4-FC07A8EAD258}"/>
          </ac:spMkLst>
        </pc:spChg>
        <pc:spChg chg="mod">
          <ac:chgData name="Darcy Roach" userId="ba676ee9-e9b4-49e8-a515-8077106c948d" providerId="ADAL" clId="{7A3321DE-08DD-4098-9A98-C8E689BD34B4}" dt="2022-12-05T04:02:07.987" v="135" actId="1076"/>
          <ac:spMkLst>
            <pc:docMk/>
            <pc:sldMk cId="3618352684" sldId="271"/>
            <ac:spMk id="20" creationId="{716A87E2-F657-C1C6-3715-B7C8A7F1E050}"/>
          </ac:spMkLst>
        </pc:spChg>
        <pc:spChg chg="del mod">
          <ac:chgData name="Darcy Roach" userId="ba676ee9-e9b4-49e8-a515-8077106c948d" providerId="ADAL" clId="{7A3321DE-08DD-4098-9A98-C8E689BD34B4}" dt="2022-12-05T03:39:05.388" v="47"/>
          <ac:spMkLst>
            <pc:docMk/>
            <pc:sldMk cId="3618352684" sldId="271"/>
            <ac:spMk id="22" creationId="{9D4E289E-1D52-CBDD-E381-40963429D7F1}"/>
          </ac:spMkLst>
        </pc:spChg>
        <pc:spChg chg="add mod">
          <ac:chgData name="Darcy Roach" userId="ba676ee9-e9b4-49e8-a515-8077106c948d" providerId="ADAL" clId="{7A3321DE-08DD-4098-9A98-C8E689BD34B4}" dt="2022-12-05T23:02:09.902" v="787" actId="1036"/>
          <ac:spMkLst>
            <pc:docMk/>
            <pc:sldMk cId="3618352684" sldId="271"/>
            <ac:spMk id="24" creationId="{1B0BEF6E-14D7-8146-D689-513D97B78105}"/>
          </ac:spMkLst>
        </pc:spChg>
        <pc:spChg chg="mod">
          <ac:chgData name="Darcy Roach" userId="ba676ee9-e9b4-49e8-a515-8077106c948d" providerId="ADAL" clId="{7A3321DE-08DD-4098-9A98-C8E689BD34B4}" dt="2022-12-05T05:08:29.072" v="246" actId="20577"/>
          <ac:spMkLst>
            <pc:docMk/>
            <pc:sldMk cId="3618352684" sldId="271"/>
            <ac:spMk id="26" creationId="{1A3D666D-00C8-D106-73C3-9FF300F8618C}"/>
          </ac:spMkLst>
        </pc:spChg>
        <pc:spChg chg="mod">
          <ac:chgData name="Darcy Roach" userId="ba676ee9-e9b4-49e8-a515-8077106c948d" providerId="ADAL" clId="{7A3321DE-08DD-4098-9A98-C8E689BD34B4}" dt="2022-12-05T23:03:22.724" v="794" actId="1035"/>
          <ac:spMkLst>
            <pc:docMk/>
            <pc:sldMk cId="3618352684" sldId="271"/>
            <ac:spMk id="28" creationId="{6059F888-3BDF-A1C0-65E5-CB6FDD43D97C}"/>
          </ac:spMkLst>
        </pc:spChg>
        <pc:spChg chg="add del mod">
          <ac:chgData name="Darcy Roach" userId="ba676ee9-e9b4-49e8-a515-8077106c948d" providerId="ADAL" clId="{7A3321DE-08DD-4098-9A98-C8E689BD34B4}" dt="2022-12-05T22:59:55.485" v="778" actId="21"/>
          <ac:spMkLst>
            <pc:docMk/>
            <pc:sldMk cId="3618352684" sldId="271"/>
            <ac:spMk id="32" creationId="{97DF7C41-F5A5-9982-B3EA-3D0E3E260A7E}"/>
          </ac:spMkLst>
        </pc:spChg>
        <pc:spChg chg="mod">
          <ac:chgData name="Darcy Roach" userId="ba676ee9-e9b4-49e8-a515-8077106c948d" providerId="ADAL" clId="{7A3321DE-08DD-4098-9A98-C8E689BD34B4}" dt="2022-12-05T05:27:48.908" v="394"/>
          <ac:spMkLst>
            <pc:docMk/>
            <pc:sldMk cId="3618352684" sldId="271"/>
            <ac:spMk id="38" creationId="{AB47A2EE-BF0B-DB05-8B7C-DB6594B2B3D5}"/>
          </ac:spMkLst>
        </pc:spChg>
        <pc:spChg chg="mod">
          <ac:chgData name="Darcy Roach" userId="ba676ee9-e9b4-49e8-a515-8077106c948d" providerId="ADAL" clId="{7A3321DE-08DD-4098-9A98-C8E689BD34B4}" dt="2022-12-05T22:28:55.208" v="477" actId="1076"/>
          <ac:spMkLst>
            <pc:docMk/>
            <pc:sldMk cId="3618352684" sldId="271"/>
            <ac:spMk id="39" creationId="{3EA81938-6A76-B850-B0E8-A5F905AEBA98}"/>
          </ac:spMkLst>
        </pc:spChg>
        <pc:spChg chg="add mod">
          <ac:chgData name="Darcy Roach" userId="ba676ee9-e9b4-49e8-a515-8077106c948d" providerId="ADAL" clId="{7A3321DE-08DD-4098-9A98-C8E689BD34B4}" dt="2022-12-05T23:00:37.267" v="782" actId="164"/>
          <ac:spMkLst>
            <pc:docMk/>
            <pc:sldMk cId="3618352684" sldId="271"/>
            <ac:spMk id="42" creationId="{6E421ACC-4F5C-E1C6-4472-A368A51FCBBD}"/>
          </ac:spMkLst>
        </pc:spChg>
        <pc:grpChg chg="mod">
          <ac:chgData name="Darcy Roach" userId="ba676ee9-e9b4-49e8-a515-8077106c948d" providerId="ADAL" clId="{7A3321DE-08DD-4098-9A98-C8E689BD34B4}" dt="2022-12-05T22:28:55.208" v="477" actId="1076"/>
          <ac:grpSpMkLst>
            <pc:docMk/>
            <pc:sldMk cId="3618352684" sldId="271"/>
            <ac:grpSpMk id="5" creationId="{980A06B1-0A2F-7DF6-91DB-0F6DFA896A23}"/>
          </ac:grpSpMkLst>
        </pc:grpChg>
        <pc:grpChg chg="del mod">
          <ac:chgData name="Darcy Roach" userId="ba676ee9-e9b4-49e8-a515-8077106c948d" providerId="ADAL" clId="{7A3321DE-08DD-4098-9A98-C8E689BD34B4}" dt="2022-12-05T22:40:14.758" v="614" actId="21"/>
          <ac:grpSpMkLst>
            <pc:docMk/>
            <pc:sldMk cId="3618352684" sldId="271"/>
            <ac:grpSpMk id="18" creationId="{E0B3FDFC-4A78-346F-E1D4-E183BEB90A60}"/>
          </ac:grpSpMkLst>
        </pc:grpChg>
        <pc:grpChg chg="add mod">
          <ac:chgData name="Darcy Roach" userId="ba676ee9-e9b4-49e8-a515-8077106c948d" providerId="ADAL" clId="{7A3321DE-08DD-4098-9A98-C8E689BD34B4}" dt="2022-12-05T23:00:37.267" v="782" actId="164"/>
          <ac:grpSpMkLst>
            <pc:docMk/>
            <pc:sldMk cId="3618352684" sldId="271"/>
            <ac:grpSpMk id="43" creationId="{D6C1C17F-F133-481A-6428-733C3F608416}"/>
          </ac:grpSpMkLst>
        </pc:grpChg>
        <pc:grpChg chg="del mod">
          <ac:chgData name="Darcy Roach" userId="ba676ee9-e9b4-49e8-a515-8077106c948d" providerId="ADAL" clId="{7A3321DE-08DD-4098-9A98-C8E689BD34B4}" dt="2022-12-05T23:00:02.591" v="779" actId="165"/>
          <ac:grpSpMkLst>
            <pc:docMk/>
            <pc:sldMk cId="3618352684" sldId="271"/>
            <ac:grpSpMk id="163" creationId="{E52FDF9F-B084-9074-7DB9-539AD5456487}"/>
          </ac:grpSpMkLst>
        </pc:grpChg>
        <pc:cxnChg chg="mod">
          <ac:chgData name="Darcy Roach" userId="ba676ee9-e9b4-49e8-a515-8077106c948d" providerId="ADAL" clId="{7A3321DE-08DD-4098-9A98-C8E689BD34B4}" dt="2022-12-05T23:02:36.454" v="789" actId="14100"/>
          <ac:cxnSpMkLst>
            <pc:docMk/>
            <pc:sldMk cId="3618352684" sldId="271"/>
            <ac:cxnSpMk id="3" creationId="{67C34E10-2CF8-9BCA-1CC6-D78A3FF9CA80}"/>
          </ac:cxnSpMkLst>
        </pc:cxnChg>
        <pc:cxnChg chg="mod topLvl">
          <ac:chgData name="Darcy Roach" userId="ba676ee9-e9b4-49e8-a515-8077106c948d" providerId="ADAL" clId="{7A3321DE-08DD-4098-9A98-C8E689BD34B4}" dt="2022-12-05T23:00:46.648" v="783" actId="14100"/>
          <ac:cxnSpMkLst>
            <pc:docMk/>
            <pc:sldMk cId="3618352684" sldId="271"/>
            <ac:cxnSpMk id="15" creationId="{F87F05F2-DA4C-4F55-A5D0-1887110DF155}"/>
          </ac:cxnSpMkLst>
        </pc:cxnChg>
        <pc:cxnChg chg="add mod">
          <ac:chgData name="Darcy Roach" userId="ba676ee9-e9b4-49e8-a515-8077106c948d" providerId="ADAL" clId="{7A3321DE-08DD-4098-9A98-C8E689BD34B4}" dt="2022-12-05T23:03:03.100" v="790" actId="1076"/>
          <ac:cxnSpMkLst>
            <pc:docMk/>
            <pc:sldMk cId="3618352684" sldId="271"/>
            <ac:cxnSpMk id="35" creationId="{068AE779-3F25-494A-5B9F-97A14BD6134B}"/>
          </ac:cxnSpMkLst>
        </pc:cxnChg>
        <pc:cxnChg chg="add del mod">
          <ac:chgData name="Darcy Roach" userId="ba676ee9-e9b4-49e8-a515-8077106c948d" providerId="ADAL" clId="{7A3321DE-08DD-4098-9A98-C8E689BD34B4}" dt="2022-12-05T22:47:33.227" v="649"/>
          <ac:cxnSpMkLst>
            <pc:docMk/>
            <pc:sldMk cId="3618352684" sldId="271"/>
            <ac:cxnSpMk id="37" creationId="{87DA9CDD-AA47-BAF2-ADAA-1F57795C1B57}"/>
          </ac:cxnSpMkLst>
        </pc:cxnChg>
        <pc:cxnChg chg="mod">
          <ac:chgData name="Darcy Roach" userId="ba676ee9-e9b4-49e8-a515-8077106c948d" providerId="ADAL" clId="{7A3321DE-08DD-4098-9A98-C8E689BD34B4}" dt="2022-12-05T22:29:05.756" v="478" actId="14100"/>
          <ac:cxnSpMkLst>
            <pc:docMk/>
            <pc:sldMk cId="3618352684" sldId="271"/>
            <ac:cxnSpMk id="170" creationId="{0D51728F-48BB-14BB-256E-5F0C0284BCDF}"/>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12/5/2022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12/5/2022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12/5/2022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12/5/2022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12/5/2022</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158595"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Adnan</a:t>
            </a:r>
          </a:p>
          <a:p>
            <a:r>
              <a:rPr lang="en-US" sz="2800" b="1" dirty="0">
                <a:solidFill>
                  <a:srgbClr val="00AB80"/>
                </a:solidFill>
                <a:latin typeface="Roboto" panose="02000000000000000000" pitchFamily="2" charset="0"/>
                <a:ea typeface="Roboto" panose="02000000000000000000" pitchFamily="2" charset="0"/>
              </a:rPr>
              <a:t>Moyeed</a:t>
            </a:r>
          </a:p>
        </p:txBody>
      </p:sp>
      <p:sp>
        <p:nvSpPr>
          <p:cNvPr id="17" name="TextBox 16">
            <a:extLst>
              <a:ext uri="{FF2B5EF4-FFF2-40B4-BE49-F238E27FC236}">
                <a16:creationId xmlns:a16="http://schemas.microsoft.com/office/drawing/2014/main" id="{1BDE5051-9F34-F139-742D-4450E5D6591E}"/>
              </a:ext>
            </a:extLst>
          </p:cNvPr>
          <p:cNvSpPr txBox="1"/>
          <p:nvPr/>
        </p:nvSpPr>
        <p:spPr>
          <a:xfrm>
            <a:off x="162231" y="1380713"/>
            <a:ext cx="2988934" cy="1715213"/>
          </a:xfrm>
          <a:prstGeom prst="rect">
            <a:avLst/>
          </a:prstGeom>
          <a:noFill/>
        </p:spPr>
        <p:txBody>
          <a:bodyPr wrap="square" lIns="0" tIns="0" rIns="0" bIns="0" rtlCol="0" anchor="t">
            <a:spAutoFit/>
          </a:bodyPr>
          <a:lstStyle/>
          <a:p>
            <a:pPr>
              <a:lnSpc>
                <a:spcPts val="1500"/>
              </a:lnSpc>
            </a:pPr>
            <a:r>
              <a:rPr lang="en-AU" sz="1000" spc="13" dirty="0">
                <a:latin typeface="Roboto Light" panose="02000000000000000000" pitchFamily="2" charset="0"/>
                <a:ea typeface="Roboto Light" panose="02000000000000000000" pitchFamily="2" charset="0"/>
                <a:cs typeface="Lato" panose="020F0502020204030203" pitchFamily="34" charset="0"/>
              </a:rPr>
              <a:t>Adnan is a Scrum Master and Delivery Lead with extensive experience in Agile development and delivery processes, Adnan leads teams to successful agile releases and program executions that align business and IT objectives to deliver rapid results. Adnan has over 20 years of professional working experience in IT industry including 10+ years of large-scale Delivery experience using Agile frameworks and process. </a:t>
            </a:r>
          </a:p>
        </p:txBody>
      </p:sp>
      <p:sp>
        <p:nvSpPr>
          <p:cNvPr id="20" name="TextBox 19">
            <a:extLst>
              <a:ext uri="{FF2B5EF4-FFF2-40B4-BE49-F238E27FC236}">
                <a16:creationId xmlns:a16="http://schemas.microsoft.com/office/drawing/2014/main" id="{716A87E2-F657-C1C6-3715-B7C8A7F1E050}"/>
              </a:ext>
            </a:extLst>
          </p:cNvPr>
          <p:cNvSpPr txBox="1"/>
          <p:nvPr/>
        </p:nvSpPr>
        <p:spPr>
          <a:xfrm>
            <a:off x="84993" y="1028691"/>
            <a:ext cx="5029200" cy="310341"/>
          </a:xfrm>
          <a:prstGeom prst="rect">
            <a:avLst/>
          </a:prstGeom>
          <a:noFill/>
        </p:spPr>
        <p:txBody>
          <a:bodyPr wrap="square">
            <a:spAutoFit/>
          </a:bodyPr>
          <a:lstStyle/>
          <a:p>
            <a:pPr>
              <a:lnSpc>
                <a:spcPts val="1812"/>
              </a:lnSpc>
            </a:pPr>
            <a:r>
              <a:rPr lang="en-US" sz="1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642327" y="5747849"/>
            <a:ext cx="1510046" cy="23083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Jira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Confluence</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Greenhopper</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SharePoint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Trello</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Slack</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MS Visio</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MS Project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MS SQL Server</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Oracle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NextGen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HP Quality Centre</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.Net</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380713"/>
            <a:ext cx="0" cy="1958514"/>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6312B81-BCF1-2796-C112-3DBE0E02F483}"/>
              </a:ext>
            </a:extLst>
          </p:cNvPr>
          <p:cNvSpPr txBox="1"/>
          <p:nvPr/>
        </p:nvSpPr>
        <p:spPr>
          <a:xfrm>
            <a:off x="3467155" y="6006162"/>
            <a:ext cx="4300239" cy="1631216"/>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lvl="0">
              <a:buSzPts val="800"/>
            </a:pPr>
            <a:r>
              <a:rPr lang="en-GB" sz="1000" dirty="0"/>
              <a:t>Managed the development of a delivery roadmap and implementation of a series of software solutions as a POC that would allow the 1st Line Bankers to automatically and/or with assistance make Credit decisions up to $1M Business Lending applications. </a:t>
            </a:r>
            <a:endParaRPr lang="en-AU" sz="1000" dirty="0"/>
          </a:p>
          <a:p>
            <a:pPr lvl="0">
              <a:buSzPts val="800"/>
            </a:pPr>
            <a:r>
              <a:rPr lang="en-GB" sz="1000" dirty="0"/>
              <a:t>Directly reported to C-level executives and worked very closely with senior executives with the CREDIT department and other stakeholders. </a:t>
            </a:r>
            <a:endParaRPr lang="en-AU" sz="1000" dirty="0"/>
          </a:p>
          <a:p>
            <a:pPr lvl="0">
              <a:buSzPts val="800"/>
            </a:pPr>
            <a:r>
              <a:rPr lang="en-GB" sz="1000" dirty="0"/>
              <a:t>Defined the scope of works, prepared Business Cases and engaged with Executive Committees to obtain funding approvals. </a:t>
            </a:r>
            <a:endParaRPr lang="en-AU" sz="1000" dirty="0"/>
          </a:p>
          <a:p>
            <a:pPr lvl="0">
              <a:buSzPts val="800"/>
            </a:pPr>
            <a:r>
              <a:rPr lang="en-GB" sz="1000" dirty="0"/>
              <a:t>Took ownership of assigned program of works and managed, monitored and reported program activities</a:t>
            </a:r>
            <a:endParaRPr lang="en-US" sz="1000" dirty="0"/>
          </a:p>
        </p:txBody>
      </p: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031922"/>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6"/>
            <a:ext cx="0" cy="499084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247366"/>
            <a:ext cx="1951941" cy="2862322"/>
            <a:chOff x="8106458" y="2681447"/>
            <a:chExt cx="1951941" cy="2862322"/>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2862322"/>
            </a:xfrm>
            <a:prstGeom prst="rect">
              <a:avLst/>
            </a:prstGeom>
            <a:noFill/>
          </p:spPr>
          <p:txBody>
            <a:bodyPr wrap="square">
              <a:spAutoFit/>
            </a:bodyPr>
            <a:lstStyle/>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Agile Project Management – Certified SCRUM Master</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Prince 2 – Certified Project Manager</a:t>
              </a:r>
            </a:p>
            <a:p>
              <a:pPr>
                <a:tabLst>
                  <a:tab pos="3819525" algn="l"/>
                  <a:tab pos="3895725" algn="l"/>
                </a:tabLst>
              </a:pPr>
              <a:endParaRPr lang="en-US"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US" sz="1200" dirty="0">
                  <a:solidFill>
                    <a:srgbClr val="00AB80"/>
                  </a:solidFill>
                  <a:latin typeface="Roboto Light" panose="02000000000000000000" pitchFamily="2" charset="0"/>
                  <a:ea typeface="Calibri" panose="020F0502020204030204" pitchFamily="34" charset="0"/>
                </a:rPr>
                <a:t>Master </a:t>
              </a:r>
              <a:r>
                <a:rPr lang="en-GB" sz="1200" dirty="0">
                  <a:solidFill>
                    <a:srgbClr val="00AB80"/>
                  </a:solidFill>
                  <a:latin typeface="Roboto Light" panose="02000000000000000000" pitchFamily="2" charset="0"/>
                  <a:ea typeface="Calibri" panose="020F0502020204030204" pitchFamily="34" charset="0"/>
                </a:rPr>
                <a:t>– </a:t>
              </a: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Computer Science</a:t>
              </a: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La Trobe University</a:t>
              </a:r>
              <a:endParaRPr lang="en-US"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endParaRPr lang="en-US"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US" sz="1200" dirty="0">
                  <a:solidFill>
                    <a:srgbClr val="00AB80"/>
                  </a:solidFill>
                  <a:latin typeface="Roboto Light" panose="02000000000000000000" pitchFamily="2" charset="0"/>
                  <a:ea typeface="Calibri" panose="020F0502020204030204" pitchFamily="34" charset="0"/>
                </a:rPr>
                <a:t>Bachelor </a:t>
              </a:r>
              <a:r>
                <a:rPr lang="en-GB" sz="1200" dirty="0">
                  <a:solidFill>
                    <a:srgbClr val="00AB80"/>
                  </a:solidFill>
                  <a:latin typeface="Roboto Light" panose="02000000000000000000" pitchFamily="2" charset="0"/>
                  <a:ea typeface="Calibri" panose="020F0502020204030204" pitchFamily="34" charset="0"/>
                </a:rPr>
                <a:t>– </a:t>
              </a: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Computer Science</a:t>
              </a: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North South University </a:t>
              </a:r>
              <a:endParaRPr lang="en-US"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p:txBody>
        </p:sp>
      </p:grpSp>
      <p:sp>
        <p:nvSpPr>
          <p:cNvPr id="2" name="TextBox 1">
            <a:extLst>
              <a:ext uri="{FF2B5EF4-FFF2-40B4-BE49-F238E27FC236}">
                <a16:creationId xmlns:a16="http://schemas.microsoft.com/office/drawing/2014/main" id="{2FA774CA-3857-9308-4D38-9414B0CC2B95}"/>
              </a:ext>
            </a:extLst>
          </p:cNvPr>
          <p:cNvSpPr txBox="1"/>
          <p:nvPr/>
        </p:nvSpPr>
        <p:spPr>
          <a:xfrm>
            <a:off x="3335753" y="3395208"/>
            <a:ext cx="3526969" cy="276999"/>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Australian Energy Organisation</a:t>
            </a:r>
          </a:p>
        </p:txBody>
      </p:sp>
      <p:sp>
        <p:nvSpPr>
          <p:cNvPr id="4" name="TextBox 3">
            <a:extLst>
              <a:ext uri="{FF2B5EF4-FFF2-40B4-BE49-F238E27FC236}">
                <a16:creationId xmlns:a16="http://schemas.microsoft.com/office/drawing/2014/main" id="{80F49B2F-21D4-F9EB-049F-717A10CB7D84}"/>
              </a:ext>
            </a:extLst>
          </p:cNvPr>
          <p:cNvSpPr txBox="1"/>
          <p:nvPr/>
        </p:nvSpPr>
        <p:spPr>
          <a:xfrm>
            <a:off x="146652" y="5747849"/>
            <a:ext cx="1510046" cy="20313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Scrum</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Delivery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Change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Risk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Business Analysis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Requirements Analysis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System Integration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Business process Improvement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Solution Architecture</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SDLC</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dirty="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44150"/>
            <a:ext cx="3526969" cy="276999"/>
          </a:xfrm>
          <a:prstGeom prst="rect">
            <a:avLst/>
          </a:prstGeom>
          <a:noFill/>
        </p:spPr>
        <p:txBody>
          <a:bodyPr wrap="square" rtlCol="0">
            <a:spAutoFit/>
          </a:bodyPr>
          <a:lstStyle/>
          <a:p>
            <a:r>
              <a:rPr lang="en-US" sz="1200" b="1" dirty="0">
                <a:solidFill>
                  <a:srgbClr val="0059FF"/>
                </a:solidFill>
                <a:latin typeface="Roboto" panose="02000000000000000000" pitchFamily="2" charset="0"/>
                <a:ea typeface="Roboto" panose="02000000000000000000" pitchFamily="2" charset="0"/>
              </a:rPr>
              <a:t>Telecommunications Organisation</a:t>
            </a:r>
            <a:endParaRPr lang="en-AU" sz="1200" b="1" dirty="0">
              <a:solidFill>
                <a:srgbClr val="0059FF"/>
              </a:solidFill>
              <a:latin typeface="Roboto" panose="02000000000000000000" pitchFamily="2" charset="0"/>
              <a:ea typeface="Roboto" panose="02000000000000000000" pitchFamily="2" charset="0"/>
            </a:endParaRPr>
          </a:p>
        </p:txBody>
      </p:sp>
      <p:sp>
        <p:nvSpPr>
          <p:cNvPr id="8" name="TextBox 7">
            <a:extLst>
              <a:ext uri="{FF2B5EF4-FFF2-40B4-BE49-F238E27FC236}">
                <a16:creationId xmlns:a16="http://schemas.microsoft.com/office/drawing/2014/main" id="{59FEB941-5146-6B10-4E4D-8A4ADE918AEF}"/>
              </a:ext>
            </a:extLst>
          </p:cNvPr>
          <p:cNvSpPr txBox="1"/>
          <p:nvPr/>
        </p:nvSpPr>
        <p:spPr>
          <a:xfrm>
            <a:off x="3463961" y="1312085"/>
            <a:ext cx="4457043" cy="224676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r>
              <a:rPr lang="en-US" sz="1000" dirty="0">
                <a:solidFill>
                  <a:schemeClr val="bg1"/>
                </a:solidFill>
              </a:rPr>
              <a:t>Lead a team of specialist data consultants to </a:t>
            </a:r>
            <a:r>
              <a:rPr lang="en-AU" sz="1000" dirty="0">
                <a:solidFill>
                  <a:schemeClr val="bg1"/>
                </a:solidFill>
              </a:rPr>
              <a:t>deliver the migration of a Cloudera Hadoop data platform to a Google Cloud Platform. Managed a team of data engineers tasked with execution of the end-to-end project</a:t>
            </a:r>
            <a:r>
              <a:rPr lang="en-US" sz="1000" dirty="0">
                <a:solidFill>
                  <a:schemeClr val="bg1"/>
                </a:solidFill>
              </a:rPr>
              <a:t>, key responsibilities included:</a:t>
            </a:r>
            <a:endParaRPr lang="en-AU" sz="1000" dirty="0">
              <a:solidFill>
                <a:schemeClr val="bg1"/>
              </a:solidFill>
            </a:endParaRPr>
          </a:p>
          <a:p>
            <a:r>
              <a:rPr lang="en-AU" sz="1000" dirty="0">
                <a:solidFill>
                  <a:schemeClr val="bg1"/>
                </a:solidFill>
              </a:rPr>
              <a:t>End-to-end delivery of migration to GCP</a:t>
            </a:r>
          </a:p>
          <a:p>
            <a:r>
              <a:rPr lang="en-AU" sz="1000" dirty="0">
                <a:solidFill>
                  <a:schemeClr val="bg1"/>
                </a:solidFill>
              </a:rPr>
              <a:t>Delivery of the requirements and high-level design documentation </a:t>
            </a:r>
          </a:p>
          <a:p>
            <a:r>
              <a:rPr lang="en-AU" sz="1000" dirty="0">
                <a:solidFill>
                  <a:schemeClr val="bg1"/>
                </a:solidFill>
              </a:rPr>
              <a:t>Managing the build of the new data environment in GCP</a:t>
            </a:r>
          </a:p>
          <a:p>
            <a:r>
              <a:rPr lang="en-AU" sz="1000" dirty="0">
                <a:solidFill>
                  <a:schemeClr val="bg1"/>
                </a:solidFill>
              </a:rPr>
              <a:t>Successful migration of development and production Extract-Transform-Load (ETL) jobs from the on-premise data platform</a:t>
            </a:r>
          </a:p>
          <a:p>
            <a:r>
              <a:rPr lang="en-AU" sz="1000" dirty="0">
                <a:solidFill>
                  <a:schemeClr val="bg1"/>
                </a:solidFill>
              </a:rPr>
              <a:t>Development of DevOps/</a:t>
            </a:r>
            <a:r>
              <a:rPr lang="en-AU" sz="1000" dirty="0" err="1">
                <a:solidFill>
                  <a:schemeClr val="bg1"/>
                </a:solidFill>
              </a:rPr>
              <a:t>DataOps</a:t>
            </a:r>
            <a:r>
              <a:rPr lang="en-AU" sz="1000" dirty="0">
                <a:solidFill>
                  <a:schemeClr val="bg1"/>
                </a:solidFill>
              </a:rPr>
              <a:t> processes</a:t>
            </a:r>
          </a:p>
          <a:p>
            <a:r>
              <a:rPr lang="en-AU" sz="1000" dirty="0">
                <a:solidFill>
                  <a:schemeClr val="bg1"/>
                </a:solidFill>
              </a:rPr>
              <a:t>Conduct regular Agile Scrum Meetings.</a:t>
            </a:r>
          </a:p>
          <a:p>
            <a:r>
              <a:rPr lang="en-AU" sz="1000" dirty="0">
                <a:solidFill>
                  <a:schemeClr val="bg1"/>
                </a:solidFill>
              </a:rPr>
              <a:t>Regular reporting on project progress and financial status to the project control group and senior executives </a:t>
            </a:r>
          </a:p>
          <a:p>
            <a:endParaRPr lang="en-US" sz="1000" dirty="0">
              <a:solidFill>
                <a:schemeClr val="bg1"/>
              </a:solidFill>
            </a:endParaRPr>
          </a:p>
        </p:txBody>
      </p:sp>
      <p:sp>
        <p:nvSpPr>
          <p:cNvPr id="28" name="TextBox 27">
            <a:extLst>
              <a:ext uri="{FF2B5EF4-FFF2-40B4-BE49-F238E27FC236}">
                <a16:creationId xmlns:a16="http://schemas.microsoft.com/office/drawing/2014/main" id="{6059F888-3BDF-A1C0-65E5-CB6FDD43D97C}"/>
              </a:ext>
            </a:extLst>
          </p:cNvPr>
          <p:cNvSpPr txBox="1"/>
          <p:nvPr/>
        </p:nvSpPr>
        <p:spPr>
          <a:xfrm>
            <a:off x="3342046" y="5708287"/>
            <a:ext cx="3526969" cy="276999"/>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Big Four Financial Services Institution</a:t>
            </a:r>
          </a:p>
        </p:txBody>
      </p:sp>
      <p:sp>
        <p:nvSpPr>
          <p:cNvPr id="16" name="TextBox 15">
            <a:extLst>
              <a:ext uri="{FF2B5EF4-FFF2-40B4-BE49-F238E27FC236}">
                <a16:creationId xmlns:a16="http://schemas.microsoft.com/office/drawing/2014/main" id="{7A53ACAB-BBC9-A3AA-740D-EB947374392F}"/>
              </a:ext>
            </a:extLst>
          </p:cNvPr>
          <p:cNvSpPr txBox="1"/>
          <p:nvPr/>
        </p:nvSpPr>
        <p:spPr>
          <a:xfrm>
            <a:off x="8118489" y="1456630"/>
            <a:ext cx="1951941" cy="172354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Education</a:t>
            </a:r>
          </a:p>
          <a:p>
            <a:pPr marL="0" indent="0">
              <a:lnSpc>
                <a:spcPct val="150000"/>
              </a:lnSpc>
              <a:buNone/>
            </a:pPr>
            <a:r>
              <a:rPr lang="en-GB" sz="1200" dirty="0">
                <a:solidFill>
                  <a:srgbClr val="00AB80"/>
                </a:solidFill>
              </a:rPr>
              <a:t>Logistics</a:t>
            </a:r>
          </a:p>
          <a:p>
            <a:pPr marL="0" indent="0">
              <a:lnSpc>
                <a:spcPct val="150000"/>
              </a:lnSpc>
              <a:buNone/>
            </a:pPr>
            <a:r>
              <a:rPr lang="en-GB" sz="1200" dirty="0">
                <a:solidFill>
                  <a:srgbClr val="00AB80"/>
                </a:solidFill>
              </a:rPr>
              <a:t>Utilities</a:t>
            </a:r>
          </a:p>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Telecommunications</a:t>
            </a:r>
          </a:p>
          <a:p>
            <a:pPr marL="0" indent="0">
              <a:lnSpc>
                <a:spcPct val="150000"/>
              </a:lnSpc>
              <a:buNone/>
            </a:pPr>
            <a:endParaRPr lang="en-GB" sz="1200" dirty="0">
              <a:solidFill>
                <a:srgbClr val="00AB80"/>
              </a:solidFill>
            </a:endParaRPr>
          </a:p>
        </p:txBody>
      </p:sp>
      <p:sp>
        <p:nvSpPr>
          <p:cNvPr id="24" name="TextBox 23">
            <a:extLst>
              <a:ext uri="{FF2B5EF4-FFF2-40B4-BE49-F238E27FC236}">
                <a16:creationId xmlns:a16="http://schemas.microsoft.com/office/drawing/2014/main" id="{1B0BEF6E-14D7-8146-D689-513D97B78105}"/>
              </a:ext>
            </a:extLst>
          </p:cNvPr>
          <p:cNvSpPr txBox="1"/>
          <p:nvPr/>
        </p:nvSpPr>
        <p:spPr>
          <a:xfrm>
            <a:off x="166278" y="3199466"/>
            <a:ext cx="2940470" cy="1907573"/>
          </a:xfrm>
          <a:prstGeom prst="rect">
            <a:avLst/>
          </a:prstGeom>
          <a:noFill/>
        </p:spPr>
        <p:txBody>
          <a:bodyPr wrap="square" lIns="0" tIns="0" rIns="0" bIns="0" rtlCol="0" anchor="t">
            <a:spAutoFit/>
          </a:bodyPr>
          <a:lstStyle>
            <a:defPPr>
              <a:defRPr lang="en-US"/>
            </a:defPPr>
            <a:lvl1pPr>
              <a:lnSpc>
                <a:spcPts val="1500"/>
              </a:lnSpc>
              <a:defRPr sz="1000" spc="13">
                <a:latin typeface="Roboto Light" panose="02000000000000000000" pitchFamily="2" charset="0"/>
                <a:ea typeface="Roboto Light" panose="02000000000000000000" pitchFamily="2" charset="0"/>
                <a:cs typeface="Lato" panose="020F0502020204030203" pitchFamily="34" charset="0"/>
              </a:defRPr>
            </a:lvl1pPr>
          </a:lstStyle>
          <a:p>
            <a:r>
              <a:rPr lang="en-AU" dirty="0"/>
              <a:t>Adnan is detail-oriented and strategic as a solutions provider with outstanding scope, delivery, risk, and client management skills who drives continuous improvement to Program of works across multiple teams. Holding extensive financial experience, Adnan has proven success managing increasingly complex programs locally and internationally across a number of industries, giving the ability to focus on key business drivers for a successful project delivery.</a:t>
            </a:r>
          </a:p>
        </p:txBody>
      </p:sp>
      <p:cxnSp>
        <p:nvCxnSpPr>
          <p:cNvPr id="35" name="Straight Connector 34">
            <a:extLst>
              <a:ext uri="{FF2B5EF4-FFF2-40B4-BE49-F238E27FC236}">
                <a16:creationId xmlns:a16="http://schemas.microsoft.com/office/drawing/2014/main" id="{068AE779-3F25-494A-5B9F-97A14BD6134B}"/>
              </a:ext>
            </a:extLst>
          </p:cNvPr>
          <p:cNvCxnSpPr>
            <a:cxnSpLocks/>
          </p:cNvCxnSpPr>
          <p:nvPr/>
        </p:nvCxnSpPr>
        <p:spPr>
          <a:xfrm>
            <a:off x="3428143" y="6068958"/>
            <a:ext cx="0" cy="1539187"/>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nvGrpSpPr>
          <p:cNvPr id="43" name="Group 42">
            <a:extLst>
              <a:ext uri="{FF2B5EF4-FFF2-40B4-BE49-F238E27FC236}">
                <a16:creationId xmlns:a16="http://schemas.microsoft.com/office/drawing/2014/main" id="{D6C1C17F-F133-481A-6428-733C3F608416}"/>
              </a:ext>
            </a:extLst>
          </p:cNvPr>
          <p:cNvGrpSpPr/>
          <p:nvPr/>
        </p:nvGrpSpPr>
        <p:grpSpPr>
          <a:xfrm>
            <a:off x="3428144" y="3680042"/>
            <a:ext cx="4331544" cy="1938992"/>
            <a:chOff x="3428144" y="3680042"/>
            <a:chExt cx="4331544" cy="1938992"/>
          </a:xfrm>
        </p:grpSpPr>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28144" y="3735877"/>
              <a:ext cx="0" cy="1883157"/>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6E421ACC-4F5C-E1C6-4472-A368A51FCBBD}"/>
                </a:ext>
              </a:extLst>
            </p:cNvPr>
            <p:cNvSpPr txBox="1"/>
            <p:nvPr/>
          </p:nvSpPr>
          <p:spPr>
            <a:xfrm>
              <a:off x="3459449" y="3680042"/>
              <a:ext cx="4300239" cy="1938992"/>
            </a:xfrm>
            <a:prstGeom prst="rect">
              <a:avLst/>
            </a:prstGeom>
            <a:noFill/>
          </p:spPr>
          <p:txBody>
            <a:bodyPr wrap="square">
              <a:spAutoFit/>
            </a:bodyPr>
            <a:lstStyle/>
            <a:p>
              <a:pPr marL="0" indent="0">
                <a:buNone/>
              </a:pPr>
              <a:r>
                <a:rPr lang="en-AU" sz="1000" dirty="0">
                  <a:solidFill>
                    <a:schemeClr val="bg1"/>
                  </a:solidFill>
                  <a:latin typeface="Roboto Light" panose="02000000000000000000" pitchFamily="2" charset="0"/>
                  <a:ea typeface="Roboto Light" panose="02000000000000000000" pitchFamily="2" charset="0"/>
                </a:rPr>
                <a:t>Primarily focused on customer strategic initiatives by delivering innovative technology solutions and services using Agile delivery frameworks. Worked with customers to provide better data solutions in the following capacity:</a:t>
              </a:r>
              <a:endParaRPr lang="en-AU" sz="1800" dirty="0">
                <a:solidFill>
                  <a:schemeClr val="bg1"/>
                </a:solidFill>
              </a:endParaRPr>
            </a:p>
            <a:p>
              <a:pPr marL="171450" indent="-171450">
                <a:buClr>
                  <a:srgbClr val="00AB80"/>
                </a:buClr>
                <a:buFont typeface="Arial" panose="020B0604020202020204" pitchFamily="34" charset="0"/>
                <a:buChar char="•"/>
              </a:pPr>
              <a:r>
                <a:rPr lang="en-AU" sz="1000" dirty="0">
                  <a:solidFill>
                    <a:schemeClr val="bg1"/>
                  </a:solidFill>
                  <a:latin typeface="Roboto Light" panose="02000000000000000000" pitchFamily="2" charset="0"/>
                  <a:ea typeface="Roboto Light" panose="02000000000000000000" pitchFamily="2" charset="0"/>
                </a:rPr>
                <a:t>Administered all Agile/Scrum processes including backlog grooming, sprint planning, daily scrums, sprint reviews and sprint retrospectives, coached and mentored team members and clients on Agile process</a:t>
              </a:r>
            </a:p>
            <a:p>
              <a:pPr marL="171450" indent="-171450">
                <a:buClr>
                  <a:srgbClr val="00AB80"/>
                </a:buClr>
                <a:buFont typeface="Arial" panose="020B0604020202020204" pitchFamily="34" charset="0"/>
                <a:buChar char="•"/>
              </a:pPr>
              <a:r>
                <a:rPr lang="en-AU" sz="1000" dirty="0">
                  <a:solidFill>
                    <a:schemeClr val="bg1"/>
                  </a:solidFill>
                  <a:latin typeface="Roboto Light" panose="02000000000000000000" pitchFamily="2" charset="0"/>
                  <a:ea typeface="Roboto Light" panose="02000000000000000000" pitchFamily="2" charset="0"/>
                </a:rPr>
                <a:t>Facilitated test-driven development by implementing automated testing and CICD pipeline on all projects increasing quality and reliability</a:t>
              </a:r>
            </a:p>
            <a:p>
              <a:pPr marL="171450" indent="-171450">
                <a:buClr>
                  <a:srgbClr val="00AB80"/>
                </a:buClr>
                <a:buFont typeface="Arial" panose="020B0604020202020204" pitchFamily="34" charset="0"/>
                <a:buChar char="•"/>
              </a:pPr>
              <a:r>
                <a:rPr lang="en-AU" sz="1000" dirty="0">
                  <a:solidFill>
                    <a:schemeClr val="bg1"/>
                  </a:solidFill>
                  <a:latin typeface="Roboto Light" panose="02000000000000000000" pitchFamily="2" charset="0"/>
                  <a:ea typeface="Roboto Light" panose="02000000000000000000" pitchFamily="2" charset="0"/>
                </a:rPr>
                <a:t>Enabled Agile team to increase its throughput through use of swarming around features and other high-collaboration approaches, such as paired programming.</a:t>
              </a:r>
            </a:p>
          </p:txBody>
        </p:sp>
      </p:grpSp>
    </p:spTree>
    <p:extLst>
      <p:ext uri="{BB962C8B-B14F-4D97-AF65-F5344CB8AC3E}">
        <p14:creationId xmlns:p14="http://schemas.microsoft.com/office/powerpoint/2010/main" val="361835268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CBCFD15-CFFF-49AE-B6C5-12DE46320969}">
  <ds:schemaRefs>
    <ds:schemaRef ds:uri="http://purl.org/dc/dcmitype/"/>
    <ds:schemaRef ds:uri="http://schemas.microsoft.com/office/2006/metadata/properties"/>
    <ds:schemaRef ds:uri="http://www.w3.org/XML/1998/namespace"/>
    <ds:schemaRef ds:uri="http://schemas.microsoft.com/office/2006/documentManagement/types"/>
    <ds:schemaRef ds:uri="http://purl.org/dc/elements/1.1/"/>
    <ds:schemaRef ds:uri="http://purl.org/dc/terms/"/>
    <ds:schemaRef ds:uri="http://schemas.openxmlformats.org/package/2006/metadata/core-properties"/>
    <ds:schemaRef ds:uri="daf93972-1964-4522-aa34-640805a01c3a"/>
    <ds:schemaRef ds:uri="http://schemas.microsoft.com/office/infopath/2007/PartnerControls"/>
    <ds:schemaRef ds:uri="e52cd9e7-35e5-4bd3-9cab-ca6a63c31e52"/>
  </ds:schemaRefs>
</ds:datastoreItem>
</file>

<file path=customXml/itemProps2.xml><?xml version="1.0" encoding="utf-8"?>
<ds:datastoreItem xmlns:ds="http://schemas.openxmlformats.org/officeDocument/2006/customXml" ds:itemID="{7BEDE27A-5D3F-48EC-A4D1-3F35063BDCD3}">
  <ds:schemaRefs>
    <ds:schemaRef ds:uri="http://schemas.microsoft.com/sharepoint/v3/contenttype/forms"/>
  </ds:schemaRefs>
</ds:datastoreItem>
</file>

<file path=customXml/itemProps3.xml><?xml version="1.0" encoding="utf-8"?>
<ds:datastoreItem xmlns:ds="http://schemas.openxmlformats.org/officeDocument/2006/customXml" ds:itemID="{A83E5E91-56C4-498D-8B6C-6E34407EDBAC}"/>
</file>

<file path=docProps/app.xml><?xml version="1.0" encoding="utf-8"?>
<Properties xmlns="http://schemas.openxmlformats.org/officeDocument/2006/extended-properties" xmlns:vt="http://schemas.openxmlformats.org/officeDocument/2006/docPropsVTypes">
  <Template>Office Theme</Template>
  <TotalTime>1168</TotalTime>
  <Words>543</Words>
  <Application>Microsoft Office PowerPoint</Application>
  <PresentationFormat>Custom</PresentationFormat>
  <Paragraphs>72</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2</cp:revision>
  <dcterms:created xsi:type="dcterms:W3CDTF">2019-12-03T01:50:37Z</dcterms:created>
  <dcterms:modified xsi:type="dcterms:W3CDTF">2022-12-05T23:03:29Z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