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E9E68-1070-656B-AE3B-3F422D92ED73}" v="148" dt="2025-02-27T04:03:22.2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220" y="2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osh Raslask" userId="S::janosh.raslask@intelia.com.au::6c5bebf3-c154-41f0-a03c-d54f1fb667cb" providerId="AD" clId="Web-{A7FDF836-B138-4BD3-BFF7-011F996D2688}"/>
    <pc:docChg chg="modSld">
      <pc:chgData name="Janosh Raslask" userId="S::janosh.raslask@intelia.com.au::6c5bebf3-c154-41f0-a03c-d54f1fb667cb" providerId="AD" clId="Web-{A7FDF836-B138-4BD3-BFF7-011F996D2688}" dt="2024-07-30T05:52:15.483" v="2" actId="20577"/>
      <pc:docMkLst>
        <pc:docMk/>
      </pc:docMkLst>
      <pc:sldChg chg="modSp">
        <pc:chgData name="Janosh Raslask" userId="S::janosh.raslask@intelia.com.au::6c5bebf3-c154-41f0-a03c-d54f1fb667cb" providerId="AD" clId="Web-{A7FDF836-B138-4BD3-BFF7-011F996D2688}" dt="2024-07-30T05:52:15.483" v="2" actId="20577"/>
        <pc:sldMkLst>
          <pc:docMk/>
          <pc:sldMk cId="3618352684" sldId="271"/>
        </pc:sldMkLst>
      </pc:sldChg>
    </pc:docChg>
  </pc:docChgLst>
  <pc:docChgLst>
    <pc:chgData name="Andrew Nisbett" userId="2cdcd649-906d-48e9-836a-3bd72dc5b482" providerId="ADAL" clId="{28993759-29CA-4E38-89BE-DF91DE921C42}"/>
    <pc:docChg chg="custSel addSld delSld modSld sldOrd">
      <pc:chgData name="Andrew Nisbett" userId="2cdcd649-906d-48e9-836a-3bd72dc5b482" providerId="ADAL" clId="{28993759-29CA-4E38-89BE-DF91DE921C42}" dt="2022-11-21T23:10:39.746" v="1906" actId="5793"/>
      <pc:docMkLst>
        <pc:docMk/>
      </pc:docMkLst>
      <pc:sldChg chg="modSp del mod ord">
        <pc:chgData name="Andrew Nisbett" userId="2cdcd649-906d-48e9-836a-3bd72dc5b482" providerId="ADAL" clId="{28993759-29CA-4E38-89BE-DF91DE921C42}" dt="2022-11-21T22:34:58.238" v="1853" actId="47"/>
        <pc:sldMkLst>
          <pc:docMk/>
          <pc:sldMk cId="2009923557" sldId="270"/>
        </pc:sldMkLst>
      </pc:sldChg>
      <pc:sldChg chg="delSp modSp add mod">
        <pc:chgData name="Andrew Nisbett" userId="2cdcd649-906d-48e9-836a-3bd72dc5b482" providerId="ADAL" clId="{28993759-29CA-4E38-89BE-DF91DE921C42}" dt="2022-11-21T23:10:39.746" v="1906" actId="5793"/>
        <pc:sldMkLst>
          <pc:docMk/>
          <pc:sldMk cId="3618352684" sldId="271"/>
        </pc:sldMkLst>
      </pc:sldChg>
    </pc:docChg>
  </pc:docChgLst>
  <pc:docChgLst>
    <pc:chgData name="Joel Collins" userId="S::joel.collins@intelia.com.au::d3ae1526-77cd-4d01-b42b-68ae1cb060b9" providerId="AD" clId="Web-{F2FE9E68-1070-656B-AE3B-3F422D92ED73}"/>
    <pc:docChg chg="modSld">
      <pc:chgData name="Joel Collins" userId="S::joel.collins@intelia.com.au::d3ae1526-77cd-4d01-b42b-68ae1cb060b9" providerId="AD" clId="Web-{F2FE9E68-1070-656B-AE3B-3F422D92ED73}" dt="2025-02-27T04:03:19.085" v="69" actId="20577"/>
      <pc:docMkLst>
        <pc:docMk/>
      </pc:docMkLst>
      <pc:sldChg chg="modSp">
        <pc:chgData name="Joel Collins" userId="S::joel.collins@intelia.com.au::d3ae1526-77cd-4d01-b42b-68ae1cb060b9" providerId="AD" clId="Web-{F2FE9E68-1070-656B-AE3B-3F422D92ED73}" dt="2025-02-27T04:03:19.085" v="69" actId="20577"/>
        <pc:sldMkLst>
          <pc:docMk/>
          <pc:sldMk cId="3618352684" sldId="271"/>
        </pc:sldMkLst>
        <pc:spChg chg="mod">
          <ac:chgData name="Joel Collins" userId="S::joel.collins@intelia.com.au::d3ae1526-77cd-4d01-b42b-68ae1cb060b9" providerId="AD" clId="Web-{F2FE9E68-1070-656B-AE3B-3F422D92ED73}" dt="2025-02-27T04:02:52.866" v="13" actId="20577"/>
          <ac:spMkLst>
            <pc:docMk/>
            <pc:sldMk cId="3618352684" sldId="271"/>
            <ac:spMk id="28" creationId="{6059F888-3BDF-A1C0-65E5-CB6FDD43D97C}"/>
          </ac:spMkLst>
        </pc:spChg>
        <pc:spChg chg="mod">
          <ac:chgData name="Joel Collins" userId="S::joel.collins@intelia.com.au::d3ae1526-77cd-4d01-b42b-68ae1cb060b9" providerId="AD" clId="Web-{F2FE9E68-1070-656B-AE3B-3F422D92ED73}" dt="2025-02-27T04:03:19.085" v="69" actId="20577"/>
          <ac:spMkLst>
            <pc:docMk/>
            <pc:sldMk cId="3618352684" sldId="271"/>
            <ac:spMk id="32" creationId="{2FA774CA-3857-9308-4D38-9414B0CC2B95}"/>
          </ac:spMkLst>
        </pc:spChg>
        <pc:spChg chg="mod">
          <ac:chgData name="Joel Collins" userId="S::joel.collins@intelia.com.au::d3ae1526-77cd-4d01-b42b-68ae1cb060b9" providerId="AD" clId="Web-{F2FE9E68-1070-656B-AE3B-3F422D92ED73}" dt="2025-02-27T04:03:06.335" v="52" actId="20577"/>
          <ac:spMkLst>
            <pc:docMk/>
            <pc:sldMk cId="3618352684" sldId="271"/>
            <ac:spMk id="34" creationId="{701E125D-B356-8A2A-B86B-AB6567CEABE1}"/>
          </ac:spMkLst>
        </pc:spChg>
      </pc:sldChg>
    </pc:docChg>
  </pc:docChgLst>
  <pc:docChgLst>
    <pc:chgData name="Darcy Roach" userId="ba676ee9-e9b4-49e8-a515-8077106c948d" providerId="ADAL" clId="{5124AD59-3B5D-42F4-B859-C3B6DAFB3B2B}"/>
    <pc:docChg chg="undo custSel modSld">
      <pc:chgData name="Darcy Roach" userId="ba676ee9-e9b4-49e8-a515-8077106c948d" providerId="ADAL" clId="{5124AD59-3B5D-42F4-B859-C3B6DAFB3B2B}" dt="2022-11-21T22:37:43.993" v="1359" actId="20577"/>
      <pc:docMkLst>
        <pc:docMk/>
      </pc:docMkLst>
      <pc:sldChg chg="addSp delSp modSp mod">
        <pc:chgData name="Darcy Roach" userId="ba676ee9-e9b4-49e8-a515-8077106c948d" providerId="ADAL" clId="{5124AD59-3B5D-42F4-B859-C3B6DAFB3B2B}" dt="2022-11-21T04:50:49.561" v="1343" actId="20577"/>
        <pc:sldMkLst>
          <pc:docMk/>
          <pc:sldMk cId="2009923557" sldId="270"/>
        </pc:sldMkLst>
      </pc:sldChg>
      <pc:sldChg chg="modSp mod">
        <pc:chgData name="Darcy Roach" userId="ba676ee9-e9b4-49e8-a515-8077106c948d" providerId="ADAL" clId="{5124AD59-3B5D-42F4-B859-C3B6DAFB3B2B}" dt="2022-11-21T22:37:43.993" v="1359" actId="20577"/>
        <pc:sldMkLst>
          <pc:docMk/>
          <pc:sldMk cId="3618352684" sldId="271"/>
        </pc:sldMkLst>
      </pc:sldChg>
    </pc:docChg>
  </pc:docChgLst>
  <pc:docChgLst>
    <pc:chgData name="Paul Martinico" userId="S::paul.martinico@intelia.com.au::05e381d2-80b7-43e8-b915-faa146d84a0f" providerId="AD" clId="Web-{F25A8A5B-C268-49AC-942A-C8A3A4E1CD57}"/>
    <pc:docChg chg="modSld">
      <pc:chgData name="Paul Martinico" userId="S::paul.martinico@intelia.com.au::05e381d2-80b7-43e8-b915-faa146d84a0f" providerId="AD" clId="Web-{F25A8A5B-C268-49AC-942A-C8A3A4E1CD57}" dt="2023-10-24T23:12:35.899" v="9" actId="20577"/>
      <pc:docMkLst>
        <pc:docMk/>
      </pc:docMkLst>
      <pc:sldChg chg="modSp">
        <pc:chgData name="Paul Martinico" userId="S::paul.martinico@intelia.com.au::05e381d2-80b7-43e8-b915-faa146d84a0f" providerId="AD" clId="Web-{F25A8A5B-C268-49AC-942A-C8A3A4E1CD57}" dt="2023-10-24T23:12:35.899" v="9" actId="20577"/>
        <pc:sldMkLst>
          <pc:docMk/>
          <pc:sldMk cId="3618352684" sldId="271"/>
        </pc:sldMkLst>
      </pc:sldChg>
    </pc:docChg>
  </pc:docChgLst>
  <pc:docChgLst>
    <pc:chgData name="Hugo Bates" userId="S::hugo.bates@intelia.com.au::ba74953f-2fdb-4aeb-90e3-56b78010c38c" providerId="AD" clId="Web-{101B4A8E-9CA5-ACA2-C4AF-6BBEE0140DE3}"/>
    <pc:docChg chg="modSld">
      <pc:chgData name="Hugo Bates" userId="S::hugo.bates@intelia.com.au::ba74953f-2fdb-4aeb-90e3-56b78010c38c" providerId="AD" clId="Web-{101B4A8E-9CA5-ACA2-C4AF-6BBEE0140DE3}" dt="2024-08-08T05:24:16.860" v="0" actId="1076"/>
      <pc:docMkLst>
        <pc:docMk/>
      </pc:docMkLst>
      <pc:sldChg chg="modSp">
        <pc:chgData name="Hugo Bates" userId="S::hugo.bates@intelia.com.au::ba74953f-2fdb-4aeb-90e3-56b78010c38c" providerId="AD" clId="Web-{101B4A8E-9CA5-ACA2-C4AF-6BBEE0140DE3}" dt="2024-08-08T05:24:16.860" v="0" actId="1076"/>
        <pc:sldMkLst>
          <pc:docMk/>
          <pc:sldMk cId="3618352684" sldId="271"/>
        </pc:sldMkLst>
      </pc:sldChg>
    </pc:docChg>
  </pc:docChgLst>
  <pc:docChgLst>
    <pc:chgData name="Joel Collins" userId="d3ae1526-77cd-4d01-b42b-68ae1cb060b9" providerId="ADAL" clId="{8CD2B2A5-28E7-47C4-95D8-84B7D766CD91}"/>
    <pc:docChg chg="custSel delSld modSld">
      <pc:chgData name="Joel Collins" userId="d3ae1526-77cd-4d01-b42b-68ae1cb060b9" providerId="ADAL" clId="{8CD2B2A5-28E7-47C4-95D8-84B7D766CD91}" dt="2025-02-27T04:03:55.441" v="1" actId="47"/>
      <pc:docMkLst>
        <pc:docMk/>
      </pc:docMkLst>
      <pc:sldChg chg="delSp del mod">
        <pc:chgData name="Joel Collins" userId="d3ae1526-77cd-4d01-b42b-68ae1cb060b9" providerId="ADAL" clId="{8CD2B2A5-28E7-47C4-95D8-84B7D766CD91}" dt="2025-02-27T04:03:55.441" v="1" actId="47"/>
        <pc:sldMkLst>
          <pc:docMk/>
          <pc:sldMk cId="3532803105" sldId="272"/>
        </pc:sldMkLst>
        <pc:spChg chg="del">
          <ac:chgData name="Joel Collins" userId="d3ae1526-77cd-4d01-b42b-68ae1cb060b9" providerId="ADAL" clId="{8CD2B2A5-28E7-47C4-95D8-84B7D766CD91}" dt="2025-02-27T04:03:52.258" v="0" actId="478"/>
          <ac:spMkLst>
            <pc:docMk/>
            <pc:sldMk cId="3532803105" sldId="272"/>
            <ac:spMk id="6" creationId="{86D2950E-A4C0-9354-BA7C-E74CE85EB6A3}"/>
          </ac:spMkLst>
        </pc:spChg>
        <pc:grpChg chg="del">
          <ac:chgData name="Joel Collins" userId="d3ae1526-77cd-4d01-b42b-68ae1cb060b9" providerId="ADAL" clId="{8CD2B2A5-28E7-47C4-95D8-84B7D766CD91}" dt="2025-02-27T04:03:52.258" v="0" actId="478"/>
          <ac:grpSpMkLst>
            <pc:docMk/>
            <pc:sldMk cId="3532803105" sldId="272"/>
            <ac:grpSpMk id="3" creationId="{92672937-98A5-FD13-2963-72F173006E2A}"/>
          </ac:grpSpMkLst>
        </pc:grpChg>
      </pc:sldChg>
    </pc:docChg>
  </pc:docChgLst>
  <pc:docChgLst>
    <pc:chgData name="Darcy Roach" userId="ba676ee9-e9b4-49e8-a515-8077106c948d" providerId="ADAL" clId="{0FB1EE41-06EA-4C2E-A648-3A85C50560B4}"/>
    <pc:docChg chg="undo custSel addSld modSld">
      <pc:chgData name="Darcy Roach" userId="ba676ee9-e9b4-49e8-a515-8077106c948d" providerId="ADAL" clId="{0FB1EE41-06EA-4C2E-A648-3A85C50560B4}" dt="2024-07-30T05:43:58.187" v="429" actId="1076"/>
      <pc:docMkLst>
        <pc:docMk/>
      </pc:docMkLst>
      <pc:sldChg chg="addSp delSp modSp mod">
        <pc:chgData name="Darcy Roach" userId="ba676ee9-e9b4-49e8-a515-8077106c948d" providerId="ADAL" clId="{0FB1EE41-06EA-4C2E-A648-3A85C50560B4}" dt="2024-07-30T05:43:58.187" v="429" actId="1076"/>
        <pc:sldMkLst>
          <pc:docMk/>
          <pc:sldMk cId="3618352684" sldId="271"/>
        </pc:sldMkLst>
      </pc:sldChg>
      <pc:sldChg chg="addSp delSp modSp new mod setBg">
        <pc:chgData name="Darcy Roach" userId="ba676ee9-e9b4-49e8-a515-8077106c948d" providerId="ADAL" clId="{0FB1EE41-06EA-4C2E-A648-3A85C50560B4}" dt="2024-07-30T04:47:35.776" v="28" actId="1076"/>
        <pc:sldMkLst>
          <pc:docMk/>
          <pc:sldMk cId="3532803105" sldId="272"/>
        </pc:sldMkLst>
      </pc:sldChg>
    </pc:docChg>
  </pc:docChgLst>
  <pc:docChgLst>
    <pc:chgData name="John Petridis" userId="S::john.petridis@intelia.com.au::949713b9-10c0-4e71-8435-a260976fba35" providerId="AD" clId="Web-{A7873FE1-B1FC-4E37-9CBA-B36C3531AA29}"/>
    <pc:docChg chg="modSld">
      <pc:chgData name="John Petridis" userId="S::john.petridis@intelia.com.au::949713b9-10c0-4e71-8435-a260976fba35" providerId="AD" clId="Web-{A7873FE1-B1FC-4E37-9CBA-B36C3531AA29}" dt="2024-05-09T06:09:51.511" v="23" actId="20577"/>
      <pc:docMkLst>
        <pc:docMk/>
      </pc:docMkLst>
      <pc:sldChg chg="modSp">
        <pc:chgData name="John Petridis" userId="S::john.petridis@intelia.com.au::949713b9-10c0-4e71-8435-a260976fba35" providerId="AD" clId="Web-{A7873FE1-B1FC-4E37-9CBA-B36C3531AA29}" dt="2024-05-09T06:09:51.511" v="23" actId="20577"/>
        <pc:sldMkLst>
          <pc:docMk/>
          <pc:sldMk cId="3618352684" sldId="271"/>
        </pc:sldMkLst>
      </pc:sldChg>
    </pc:docChg>
  </pc:docChgLst>
  <pc:docChgLst>
    <pc:chgData name="John Petridis" userId="S::john.petridis@intelia.com.au::949713b9-10c0-4e71-8435-a260976fba35" providerId="AD" clId="Web-{23FB902A-D8A8-4F21-BBAF-476925029B82}"/>
    <pc:docChg chg="modSld">
      <pc:chgData name="John Petridis" userId="S::john.petridis@intelia.com.au::949713b9-10c0-4e71-8435-a260976fba35" providerId="AD" clId="Web-{23FB902A-D8A8-4F21-BBAF-476925029B82}" dt="2024-05-08T04:12:45.381" v="26" actId="20577"/>
      <pc:docMkLst>
        <pc:docMk/>
      </pc:docMkLst>
      <pc:sldChg chg="modSp">
        <pc:chgData name="John Petridis" userId="S::john.petridis@intelia.com.au::949713b9-10c0-4e71-8435-a260976fba35" providerId="AD" clId="Web-{23FB902A-D8A8-4F21-BBAF-476925029B82}" dt="2024-05-08T04:12:45.381" v="26" actId="20577"/>
        <pc:sldMkLst>
          <pc:docMk/>
          <pc:sldMk cId="3618352684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John</a:t>
            </a:r>
          </a:p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Petridis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62231" y="1562551"/>
            <a:ext cx="2944517" cy="208010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AU" sz="1000" spc="13">
                <a:latin typeface="Roboto Light"/>
                <a:ea typeface="Roboto Light"/>
                <a:cs typeface="Lato"/>
              </a:rPr>
              <a:t>With over 17 years in the IT industry, John has extensive and valued technical and business experience. During this time, John has progressed through a variety of IT roles comprising of Project Management, Business Analysis, Leadership &amp; Mentoring. Engaged on projects predominantly for large organisations, John has successfully delivered projects in the Banking, Education, </a:t>
            </a:r>
            <a:endParaRPr lang="en-US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AU" sz="1000" spc="13">
                <a:latin typeface="Roboto Light"/>
                <a:ea typeface="Roboto Light"/>
                <a:cs typeface="Lato"/>
              </a:rPr>
              <a:t>Telecommunications, Health, Logistics, Energy and Government industries within an agile or waterfall environment. </a:t>
            </a:r>
            <a:endParaRPr lang="en-US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186866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80490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Principal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11766" y="5143451"/>
            <a:ext cx="3011062" cy="25198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21116" y="5570403"/>
            <a:ext cx="1510046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Problem Solver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Team Leadership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Mentoring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Agile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Collibra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MS Project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Amazon S3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Salesforce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Telematics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Data Vault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1585" y="6620396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518733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6263239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734177"/>
            <a:ext cx="1951941" cy="2862322"/>
            <a:chOff x="8106458" y="2681447"/>
            <a:chExt cx="1951941" cy="286232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286232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Google Cloud Digital Leader certified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Collibra – Certified Solution Architect</a:t>
              </a:r>
              <a:endParaRPr lang="en-GB">
                <a:latin typeface="Roboto Light"/>
                <a:ea typeface="Calibri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Prince 2 – Certified Project Manager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Applied Science, Information Technology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RMIT University </a:t>
              </a:r>
              <a:endParaRPr lang="en-US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25441" y="5570403"/>
            <a:ext cx="1510046" cy="1892826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Project Management</a:t>
            </a:r>
            <a:endParaRPr lang="en-US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Data Mapping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Data Governance</a:t>
            </a:r>
          </a:p>
          <a:p>
            <a:pPr marL="171450" indent="-171450">
              <a:buClr>
                <a:srgbClr val="00AB80"/>
              </a:buClr>
              <a:buFont typeface="Arial,Sans-Serif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Software Develop</a:t>
            </a: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SDLC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Process Improvement 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Requirements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Requirements Gathering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41154" y="5208727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1399546"/>
            <a:ext cx="4584890" cy="1631216"/>
            <a:chOff x="5023753" y="4247510"/>
            <a:chExt cx="4757437" cy="16312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247510"/>
              <a:ext cx="4721716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r>
                <a:rPr lang="en-AU" sz="1000"/>
                <a:t>Managed the successful implementation of Data Governance and Data Quality Tool (Collibra) </a:t>
              </a:r>
            </a:p>
            <a:p>
              <a:r>
                <a:rPr lang="en-AU" sz="1000"/>
                <a:t>Managed the delivery of key data governance and data quality use cases within agreed timeline</a:t>
              </a:r>
            </a:p>
            <a:p>
              <a:r>
                <a:rPr lang="en-AU" sz="1000"/>
                <a:t>Managed dependencies both internal and external</a:t>
              </a:r>
            </a:p>
            <a:p>
              <a:r>
                <a:rPr lang="en-AU" sz="1000"/>
                <a:t>Defined ways of working and implemented agile team structure</a:t>
              </a:r>
            </a:p>
            <a:p>
              <a:r>
                <a:rPr lang="en-AU" sz="1000"/>
                <a:t>Managed vendor relationships - professional services and software vendors</a:t>
              </a:r>
            </a:p>
            <a:p>
              <a:r>
                <a:rPr lang="en-AU" sz="1000"/>
                <a:t>Resource and finance management - forecast and tracked project finances</a:t>
              </a:r>
            </a:p>
            <a:p>
              <a:r>
                <a:rPr lang="en-AU" sz="1000"/>
                <a:t>Communicated effectively and presented to executive management, business and technical stakeholders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268776"/>
              <a:ext cx="0" cy="1456062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1122547"/>
            <a:ext cx="4699708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/>
                <a:ea typeface="Roboto"/>
                <a:cs typeface="Roboto"/>
              </a:rPr>
              <a:t>Major Financial Services Organisation – Senior Project Manager</a:t>
            </a:r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603A15-41C4-326D-80E1-2AE004C51B50}"/>
              </a:ext>
            </a:extLst>
          </p:cNvPr>
          <p:cNvSpPr txBox="1"/>
          <p:nvPr/>
        </p:nvSpPr>
        <p:spPr>
          <a:xfrm>
            <a:off x="158594" y="3735746"/>
            <a:ext cx="3059029" cy="9457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AU">
                <a:latin typeface="Roboto Light"/>
                <a:ea typeface="Roboto Light"/>
                <a:cs typeface="Lato"/>
              </a:rPr>
              <a:t>Throughout his engagements John has played a critical role in a senior or lead capacity. John showcases great management and leadership qualities and highlights a strong strategic acumen having participated in multiple leadership workshops.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22775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Utilities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Health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>
              <a:solidFill>
                <a:srgbClr val="00AB8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3489046"/>
            <a:ext cx="0" cy="1656000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5714617"/>
            <a:ext cx="4549884" cy="1785104"/>
            <a:chOff x="5030740" y="2285622"/>
            <a:chExt cx="4859979" cy="178510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4" y="2285622"/>
              <a:ext cx="4831245" cy="1785104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US" sz="1000">
                  <a:solidFill>
                    <a:schemeClr val="bg1"/>
                  </a:solidFill>
                </a:rPr>
                <a:t>Lead a team of specialist Data Consultants in the delivery of a number of targeted data management / uplift projects within the context of a broader Parcel Delivery Efficiency Improvement program, including:</a:t>
              </a:r>
              <a:endParaRPr lang="en-US" sz="1000"/>
            </a:p>
            <a:p>
              <a:r>
                <a:rPr lang="en-AU" sz="1000"/>
                <a:t>Business Case development and presentation</a:t>
              </a:r>
            </a:p>
            <a:p>
              <a:r>
                <a:rPr lang="en-AU" sz="1000"/>
                <a:t>Requirements elicitation, Solution architecture and design</a:t>
              </a:r>
            </a:p>
            <a:p>
              <a:r>
                <a:rPr lang="en-AU" sz="1000"/>
                <a:t>Creation of project plans, resource plans and budget estimates</a:t>
              </a:r>
            </a:p>
            <a:p>
              <a:r>
                <a:rPr lang="en-AU" sz="1000"/>
                <a:t>Execution of projects and management of assigned resources as per agreed plans and budgets</a:t>
              </a:r>
            </a:p>
            <a:p>
              <a:r>
                <a:rPr lang="en-AU" sz="1000"/>
                <a:t>Monitoring, tracking and reporting project status</a:t>
              </a:r>
            </a:p>
            <a:p>
              <a:r>
                <a:rPr lang="en-AU" sz="1000"/>
                <a:t>Issue, risk and dependency tracking and management</a:t>
              </a:r>
            </a:p>
            <a:p>
              <a:r>
                <a:rPr lang="en-AU" sz="1000"/>
                <a:t>Key stakeholder engagement</a:t>
              </a:r>
              <a:endParaRPr lang="en-US" sz="100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325935"/>
              <a:ext cx="0" cy="17280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286552" y="5442528"/>
            <a:ext cx="5101530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/>
                <a:ea typeface="Roboto"/>
                <a:cs typeface="Roboto"/>
              </a:rPr>
              <a:t>Leading Australian Logistics Organisation –Senior Project Management</a:t>
            </a:r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3258989"/>
            <a:ext cx="422784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Leading Australian U</a:t>
            </a:r>
            <a:r>
              <a:rPr lang="en-AU" sz="1200" b="1" dirty="0" err="1">
                <a:solidFill>
                  <a:srgbClr val="0059FF"/>
                </a:solidFill>
                <a:latin typeface="Roboto"/>
                <a:ea typeface="Roboto"/>
                <a:cs typeface="Roboto"/>
              </a:rPr>
              <a:t>niversity</a:t>
            </a:r>
            <a:r>
              <a:rPr lang="en-AU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 – Senior Project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1" y="3441980"/>
            <a:ext cx="4457043" cy="17851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>
                <a:solidFill>
                  <a:schemeClr val="bg1"/>
                </a:solidFill>
              </a:rPr>
              <a:t>Lead a team of specialist Data Consultants to plan and deliver the crucial Data Migration stream on a multi-year transformation program, including:</a:t>
            </a:r>
            <a:endParaRPr lang="en-AU" sz="1000">
              <a:solidFill>
                <a:schemeClr val="bg1"/>
              </a:solidFill>
            </a:endParaRPr>
          </a:p>
          <a:p>
            <a:r>
              <a:rPr lang="en-AU" sz="1000">
                <a:solidFill>
                  <a:schemeClr val="bg1"/>
                </a:solidFill>
              </a:rPr>
              <a:t>Creating the overall Data Migration stream delivery plan, budget and resource profile</a:t>
            </a:r>
          </a:p>
          <a:p>
            <a:r>
              <a:rPr lang="en-AU" sz="1000">
                <a:solidFill>
                  <a:schemeClr val="bg1"/>
                </a:solidFill>
              </a:rPr>
              <a:t>Developing the data migration and testing strategy</a:t>
            </a:r>
          </a:p>
          <a:p>
            <a:r>
              <a:rPr lang="en-AU" sz="1000">
                <a:solidFill>
                  <a:schemeClr val="bg1"/>
                </a:solidFill>
              </a:rPr>
              <a:t>Developing and presenting a new Data Governance operating model supporting data migration  and ongoing data management</a:t>
            </a:r>
          </a:p>
          <a:p>
            <a:r>
              <a:rPr lang="en-AU" sz="1000">
                <a:solidFill>
                  <a:schemeClr val="bg1"/>
                </a:solidFill>
              </a:rPr>
              <a:t>Analysis and classification of source system data</a:t>
            </a:r>
          </a:p>
          <a:p>
            <a:r>
              <a:rPr lang="en-AU" sz="1000">
                <a:solidFill>
                  <a:schemeClr val="bg1"/>
                </a:solidFill>
              </a:rPr>
              <a:t>Data modelling between legacy source systems and new target systems</a:t>
            </a:r>
          </a:p>
          <a:p>
            <a:r>
              <a:rPr lang="en-AU" sz="1000">
                <a:solidFill>
                  <a:schemeClr val="bg1"/>
                </a:solidFill>
              </a:rPr>
              <a:t>Detailed data migration planning, execution and reporting aligned to overall program schedule and inter-stream dependencies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9744B2-3CC6-46BF-8EC0-720A517FB347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CBCFD15-CFFF-49AE-B6C5-12DE46320969}">
  <ds:schemaRefs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daf93972-1964-4522-aa34-640805a01c3a"/>
    <ds:schemaRef ds:uri="http://schemas.microsoft.com/office/2006/documentManagement/types"/>
    <ds:schemaRef ds:uri="e52cd9e7-35e5-4bd3-9cab-ca6a63c31e5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489</Words>
  <Application>Microsoft Office PowerPoint</Application>
  <PresentationFormat>Custom</PresentationFormat>
  <Paragraphs>80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Arial,Sans-Serif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Joel Collins</cp:lastModifiedBy>
  <cp:revision>7</cp:revision>
  <dcterms:created xsi:type="dcterms:W3CDTF">2019-12-03T01:50:37Z</dcterms:created>
  <dcterms:modified xsi:type="dcterms:W3CDTF">2025-02-27T04:04:01Z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