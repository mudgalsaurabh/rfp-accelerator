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slides/slide1.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1"/>
  </p:sldMasterIdLst>
  <p:sldIdLst>
    <p:sldId id="270" r:id="rId2"/>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0059FF"/>
    <a:srgbClr val="00AB80"/>
    <a:srgbClr val="A93584"/>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88"/>
    <p:restoredTop sz="95595"/>
  </p:normalViewPr>
  <p:slideViewPr>
    <p:cSldViewPr snapToGrid="0" snapToObjects="1">
      <p:cViewPr varScale="1">
        <p:scale>
          <a:sx n="92" d="100"/>
          <a:sy n="92" d="100"/>
        </p:scale>
        <p:origin x="2412" y="66"/>
      </p:cViewPr>
      <p:guideLst>
        <p:guide orient="horz" pos="2448"/>
        <p:guide pos="3168"/>
        <p:guide pos="311"/>
        <p:guide pos="5994"/>
        <p:guide orient="horz" pos="148"/>
        <p:guide orient="horz" pos="4748"/>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2.xml"/><Relationship Id="rId3" Type="http://schemas.openxmlformats.org/officeDocument/2006/relationships/presProps" Target="presProps.xml"/><Relationship Id="rId7" Type="http://schemas.openxmlformats.org/officeDocument/2006/relationships/customXml" Target="../customXml/item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 Id="rId9"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endParaRPr lang="en-US" dirty="0"/>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11/2/2022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11/2/2022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endParaRPr lang="en-US" dirty="0"/>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11/2/2022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9057BF-143F-654A-BE61-7BF52D905453}" type="datetimeFigureOut">
              <a:rPr lang="en-US" smtClean="0"/>
              <a:t>11/2/2022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9057BF-143F-654A-BE61-7BF52D905453}" type="datetimeFigureOut">
              <a:rPr lang="en-US" smtClean="0"/>
              <a:t>11/2/2022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9057BF-143F-654A-BE61-7BF52D905453}" type="datetimeFigureOut">
              <a:rPr lang="en-US" smtClean="0"/>
              <a:t>11/2/2022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11/2/2022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11/2/2022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11/2/2022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dirty="0"/>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11/2/2022</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dirty="0">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Sandeep </a:t>
            </a:r>
            <a:r>
              <a:rPr lang="en-US" sz="2800" b="1" dirty="0" err="1">
                <a:solidFill>
                  <a:srgbClr val="00AB80"/>
                </a:solidFill>
                <a:latin typeface="Roboto" panose="02000000000000000000" pitchFamily="2" charset="0"/>
                <a:ea typeface="Roboto" panose="02000000000000000000" pitchFamily="2" charset="0"/>
              </a:rPr>
              <a:t>Anumalasetti</a:t>
            </a:r>
            <a:endParaRPr lang="en-US" sz="2800" b="1" dirty="0">
              <a:solidFill>
                <a:srgbClr val="00AB80"/>
              </a:solidFill>
              <a:latin typeface="Roboto" panose="02000000000000000000" pitchFamily="2" charset="0"/>
              <a:ea typeface="Roboto" panose="02000000000000000000" pitchFamily="2" charset="0"/>
            </a:endParaRPr>
          </a:p>
        </p:txBody>
      </p:sp>
      <p:sp>
        <p:nvSpPr>
          <p:cNvPr id="17" name="TextBox 16">
            <a:extLst>
              <a:ext uri="{FF2B5EF4-FFF2-40B4-BE49-F238E27FC236}">
                <a16:creationId xmlns:a16="http://schemas.microsoft.com/office/drawing/2014/main" id="{1BDE5051-9F34-F139-742D-4450E5D6591E}"/>
              </a:ext>
            </a:extLst>
          </p:cNvPr>
          <p:cNvSpPr txBox="1"/>
          <p:nvPr/>
        </p:nvSpPr>
        <p:spPr>
          <a:xfrm>
            <a:off x="234577" y="1553962"/>
            <a:ext cx="2794374" cy="2099934"/>
          </a:xfrm>
          <a:prstGeom prst="rect">
            <a:avLst/>
          </a:prstGeom>
          <a:noFill/>
        </p:spPr>
        <p:txBody>
          <a:bodyPr wrap="square" lIns="0" tIns="0" rIns="0" bIns="0" rtlCol="0" anchor="t">
            <a:spAutoFit/>
          </a:bodyPr>
          <a:lstStyle/>
          <a:p>
            <a:pPr>
              <a:lnSpc>
                <a:spcPts val="1500"/>
              </a:lnSpc>
            </a:pPr>
            <a:r>
              <a:rPr lang="en-US" sz="1000" spc="13" dirty="0">
                <a:latin typeface="Roboto Light" panose="02000000000000000000" pitchFamily="2" charset="0"/>
                <a:ea typeface="Roboto Light" panose="02000000000000000000" pitchFamily="2" charset="0"/>
                <a:cs typeface="Lato" panose="020F0502020204030203" pitchFamily="34" charset="0"/>
              </a:rPr>
              <a:t>Sandeep is an experienced Data Engineer with expertise in Data Analysis, Machine Learning and Computer Vision. Sandeep holds great experience working with Google cloud infrastructure services like Data flow, Cloud Storage, Big Table, Big query, </a:t>
            </a:r>
            <a:r>
              <a:rPr lang="en-US" sz="1000" spc="13" dirty="0" err="1">
                <a:latin typeface="Roboto Light" panose="02000000000000000000" pitchFamily="2" charset="0"/>
                <a:ea typeface="Roboto Light" panose="02000000000000000000" pitchFamily="2" charset="0"/>
                <a:cs typeface="Lato" panose="020F0502020204030203" pitchFamily="34" charset="0"/>
              </a:rPr>
              <a:t>PubSub</a:t>
            </a:r>
            <a:r>
              <a:rPr lang="en-US" sz="1000" spc="13" dirty="0">
                <a:latin typeface="Roboto Light" panose="02000000000000000000" pitchFamily="2" charset="0"/>
                <a:ea typeface="Roboto Light" panose="02000000000000000000" pitchFamily="2" charset="0"/>
                <a:cs typeface="Lato" panose="020F0502020204030203" pitchFamily="34" charset="0"/>
              </a:rPr>
              <a:t>, Cloud Compose, Cloud Logging and Cloud Function. Sandeep takes great pride in evaluating complex information, identifying the problems and streamlining solutions to help business’ make informed decisions and reduce long term risks.</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747849"/>
            <a:ext cx="1510046" cy="1892826"/>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Python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Java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REST API</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Shell Script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 R</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Tableau</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MySQL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GIT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Google Data Studio</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ETL</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BigQuery</a:t>
            </a:r>
            <a:r>
              <a:rPr lang="en-US" sz="900" dirty="0">
                <a:latin typeface="Roboto Light" panose="02000000000000000000" pitchFamily="2" charset="0"/>
                <a:ea typeface="Roboto Light" panose="02000000000000000000" pitchFamily="2" charset="0"/>
              </a:rPr>
              <a:t>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Redshift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Apache Beam</a:t>
            </a: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405802"/>
            <a:ext cx="0" cy="1837029"/>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grpSp>
        <p:nvGrpSpPr>
          <p:cNvPr id="163" name="Group 162">
            <a:extLst>
              <a:ext uri="{FF2B5EF4-FFF2-40B4-BE49-F238E27FC236}">
                <a16:creationId xmlns:a16="http://schemas.microsoft.com/office/drawing/2014/main" id="{E52FDF9F-B084-9074-7DB9-539AD5456487}"/>
              </a:ext>
            </a:extLst>
          </p:cNvPr>
          <p:cNvGrpSpPr/>
          <p:nvPr/>
        </p:nvGrpSpPr>
        <p:grpSpPr>
          <a:xfrm>
            <a:off x="3428144" y="3829668"/>
            <a:ext cx="4549884" cy="1938992"/>
            <a:chOff x="5030740" y="2225627"/>
            <a:chExt cx="4859979" cy="1938992"/>
          </a:xfrm>
        </p:grpSpPr>
        <p:sp>
          <p:nvSpPr>
            <p:cNvPr id="10" name="TextBox 9">
              <a:extLst>
                <a:ext uri="{FF2B5EF4-FFF2-40B4-BE49-F238E27FC236}">
                  <a16:creationId xmlns:a16="http://schemas.microsoft.com/office/drawing/2014/main" id="{06312B81-BCF1-2796-C112-3DBE0E02F483}"/>
                </a:ext>
              </a:extLst>
            </p:cNvPr>
            <p:cNvSpPr txBox="1"/>
            <p:nvPr/>
          </p:nvSpPr>
          <p:spPr>
            <a:xfrm>
              <a:off x="5059474" y="2225627"/>
              <a:ext cx="4831245" cy="193899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US" sz="1000" dirty="0"/>
                <a:t>Designed data, processing frameworks in Airflow and setting up DAGs.</a:t>
              </a:r>
            </a:p>
            <a:p>
              <a:r>
                <a:rPr lang="en-US" sz="1000" dirty="0"/>
                <a:t>Strong focus on best practice data analytics and reporting strategies using Google Data Studio</a:t>
              </a:r>
            </a:p>
            <a:p>
              <a:r>
                <a:rPr lang="en-US" sz="1000" dirty="0"/>
                <a:t>Interpreted 300+ complex simulation datasets using statistical methods. Improved accuracy of simulation by 60% using complex algorithms.</a:t>
              </a:r>
            </a:p>
            <a:p>
              <a:r>
                <a:rPr lang="en-US" sz="1000" dirty="0"/>
                <a:t>Collected and analysed data, created machine learning algorithms.</a:t>
              </a:r>
            </a:p>
            <a:p>
              <a:r>
                <a:rPr lang="en-US" sz="1000" dirty="0"/>
                <a:t>Conducted professional statistical analysis and pro-actively participated in the development of multiple software applications.</a:t>
              </a:r>
            </a:p>
            <a:p>
              <a:r>
                <a:rPr lang="en-US" sz="1000" dirty="0"/>
                <a:t>Delivered fit-for-purpose and high-quality data to support group and divisional projects within required deadlines. </a:t>
              </a:r>
            </a:p>
            <a:p>
              <a:r>
                <a:rPr lang="en-US" sz="1000" dirty="0"/>
                <a:t>Data Analysis, Data Manipulation and Presentation using SQL, Python, R, and Tableau.</a:t>
              </a:r>
              <a:endParaRPr lang="en-AU" sz="1000" dirty="0"/>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5030740" y="2294036"/>
              <a:ext cx="0" cy="179587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176595"/>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388438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dirty="0">
                <a:solidFill>
                  <a:schemeClr val="bg1"/>
                </a:solidFill>
                <a:latin typeface="Roboto" panose="02000000000000000000" pitchFamily="2" charset="0"/>
                <a:ea typeface="Roboto" panose="02000000000000000000" pitchFamily="2" charset="0"/>
              </a:rPr>
              <a:t>Industry</a:t>
            </a:r>
          </a:p>
          <a:p>
            <a:r>
              <a:rPr lang="en-US" sz="1400" b="1" spc="388" dirty="0">
                <a:solidFill>
                  <a:schemeClr val="bg1"/>
                </a:solidFill>
                <a:latin typeface="Roboto" panose="02000000000000000000" pitchFamily="2" charset="0"/>
                <a:ea typeface="Roboto" panose="02000000000000000000" pitchFamily="2" charset="0"/>
              </a:rPr>
              <a:t>Experience</a:t>
            </a:r>
          </a:p>
        </p:txBody>
      </p:sp>
      <p:sp>
        <p:nvSpPr>
          <p:cNvPr id="175" name="TextBox 174">
            <a:extLst>
              <a:ext uri="{FF2B5EF4-FFF2-40B4-BE49-F238E27FC236}">
                <a16:creationId xmlns:a16="http://schemas.microsoft.com/office/drawing/2014/main" id="{B9775FC7-7124-8CCA-9B1C-7CCD7D3DF384}"/>
              </a:ext>
            </a:extLst>
          </p:cNvPr>
          <p:cNvSpPr txBox="1"/>
          <p:nvPr/>
        </p:nvSpPr>
        <p:spPr>
          <a:xfrm>
            <a:off x="8118489" y="1456630"/>
            <a:ext cx="1951941" cy="615553"/>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Aerospace Sector</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2392039"/>
            <a:ext cx="1951941" cy="2677656"/>
            <a:chOff x="8106458" y="2681447"/>
            <a:chExt cx="1951941" cy="2677656"/>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2677656"/>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Google Cloud Certified | Professional Data Engineer</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Master - Information Technology </a:t>
              </a:r>
              <a:r>
                <a:rPr lang="en-GB" sz="1200" dirty="0">
                  <a:solidFill>
                    <a:srgbClr val="00AB80"/>
                  </a:solidFill>
                  <a:effectLst/>
                  <a:latin typeface="Roboto Light" panose="02000000000000000000" pitchFamily="2" charset="0"/>
                  <a:ea typeface="Calibri" panose="020F0502020204030204" pitchFamily="34" charset="0"/>
                </a:rPr>
                <a:t> La Trobe University</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Electronics &amp; Communication</a:t>
              </a: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KL University</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p:txBody>
        </p:sp>
      </p:grpSp>
      <p:sp>
        <p:nvSpPr>
          <p:cNvPr id="2" name="TextBox 1">
            <a:extLst>
              <a:ext uri="{FF2B5EF4-FFF2-40B4-BE49-F238E27FC236}">
                <a16:creationId xmlns:a16="http://schemas.microsoft.com/office/drawing/2014/main" id="{2FA774CA-3857-9308-4D38-9414B0CC2B95}"/>
              </a:ext>
            </a:extLst>
          </p:cNvPr>
          <p:cNvSpPr txBox="1"/>
          <p:nvPr/>
        </p:nvSpPr>
        <p:spPr>
          <a:xfrm>
            <a:off x="3335753" y="3545032"/>
            <a:ext cx="3526969" cy="276999"/>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Aerospace Sector Organisation</a:t>
            </a:r>
          </a:p>
        </p:txBody>
      </p:sp>
      <p:sp>
        <p:nvSpPr>
          <p:cNvPr id="4" name="TextBox 3">
            <a:extLst>
              <a:ext uri="{FF2B5EF4-FFF2-40B4-BE49-F238E27FC236}">
                <a16:creationId xmlns:a16="http://schemas.microsoft.com/office/drawing/2014/main" id="{80F49B2F-21D4-F9EB-049F-717A10CB7D84}"/>
              </a:ext>
            </a:extLst>
          </p:cNvPr>
          <p:cNvSpPr txBox="1"/>
          <p:nvPr/>
        </p:nvSpPr>
        <p:spPr>
          <a:xfrm>
            <a:off x="188216" y="5747849"/>
            <a:ext cx="1429286" cy="23083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Google Cloud Platform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Science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Cloud Computing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Big Data Analytics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 Databases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Machine Learning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Computer Vision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Deep Learning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Coaching and People Management</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2" name="TextBox 11">
            <a:extLst>
              <a:ext uri="{FF2B5EF4-FFF2-40B4-BE49-F238E27FC236}">
                <a16:creationId xmlns:a16="http://schemas.microsoft.com/office/drawing/2014/main" id="{4C564B5F-C81D-1622-FD73-F33FA259FDC6}"/>
              </a:ext>
            </a:extLst>
          </p:cNvPr>
          <p:cNvSpPr txBox="1"/>
          <p:nvPr/>
        </p:nvSpPr>
        <p:spPr>
          <a:xfrm>
            <a:off x="234576" y="3737104"/>
            <a:ext cx="2794375" cy="1522853"/>
          </a:xfrm>
          <a:prstGeom prst="rect">
            <a:avLst/>
          </a:prstGeom>
          <a:noFill/>
        </p:spPr>
        <p:txBody>
          <a:bodyPr wrap="square" lIns="0" tIns="0" rIns="0" bIns="0" rtlCol="0" anchor="t">
            <a:spAutoFit/>
          </a:bodyPr>
          <a:lstStyle>
            <a:defPPr>
              <a:defRPr lang="en-US"/>
            </a:defPPr>
            <a:lvl1pPr>
              <a:lnSpc>
                <a:spcPts val="1812"/>
              </a:lnSpc>
              <a:defRPr sz="1000" spc="13">
                <a:latin typeface="Roboto Light" panose="02000000000000000000" pitchFamily="2" charset="0"/>
                <a:ea typeface="Roboto Light" panose="02000000000000000000" pitchFamily="2" charset="0"/>
                <a:cs typeface="Lato" panose="020F0502020204030203" pitchFamily="34" charset="0"/>
              </a:defRPr>
            </a:lvl1pPr>
          </a:lstStyle>
          <a:p>
            <a:pPr>
              <a:lnSpc>
                <a:spcPts val="1500"/>
              </a:lnSpc>
            </a:pPr>
            <a:r>
              <a:rPr lang="en-US" dirty="0"/>
              <a:t>Sandeep is highly skilled in identifying efficiencies and discrepancies within data streams, while translating and segregating the data into required formats based on project guidelines. Adept at receiving and monitoring data from multiple data streams to bring forth the ability to synthesise quantitative information and display effective data using dashboards.</a:t>
            </a: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dirty="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023734"/>
            <a:ext cx="3526969" cy="276999"/>
          </a:xfrm>
          <a:prstGeom prst="rect">
            <a:avLst/>
          </a:prstGeom>
          <a:noFill/>
        </p:spPr>
        <p:txBody>
          <a:bodyPr wrap="square" rtlCol="0">
            <a:spAutoFit/>
          </a:bodyPr>
          <a:lstStyle/>
          <a:p>
            <a:r>
              <a:rPr lang="en-AU" sz="1200" b="1" dirty="0">
                <a:solidFill>
                  <a:srgbClr val="0059FF"/>
                </a:solidFill>
                <a:latin typeface="Roboto" panose="02000000000000000000" pitchFamily="2" charset="0"/>
                <a:ea typeface="Roboto" panose="02000000000000000000" pitchFamily="2" charset="0"/>
              </a:rPr>
              <a:t>Financial Services Organisation</a:t>
            </a:r>
          </a:p>
        </p:txBody>
      </p:sp>
      <p:sp>
        <p:nvSpPr>
          <p:cNvPr id="8" name="TextBox 7">
            <a:extLst>
              <a:ext uri="{FF2B5EF4-FFF2-40B4-BE49-F238E27FC236}">
                <a16:creationId xmlns:a16="http://schemas.microsoft.com/office/drawing/2014/main" id="{59FEB941-5146-6B10-4E4D-8A4ADE918AEF}"/>
              </a:ext>
            </a:extLst>
          </p:cNvPr>
          <p:cNvSpPr txBox="1"/>
          <p:nvPr/>
        </p:nvSpPr>
        <p:spPr>
          <a:xfrm>
            <a:off x="3463961" y="1300460"/>
            <a:ext cx="4549073" cy="224676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r>
              <a:rPr lang="en-US" sz="1000" dirty="0">
                <a:solidFill>
                  <a:schemeClr val="bg1"/>
                </a:solidFill>
              </a:rPr>
              <a:t>Worked with Google cloud infrastructure services such as Data Flow, Big Table, Big query, </a:t>
            </a:r>
            <a:r>
              <a:rPr lang="en-US" sz="1000" dirty="0" err="1">
                <a:solidFill>
                  <a:schemeClr val="bg1"/>
                </a:solidFill>
              </a:rPr>
              <a:t>PubSub</a:t>
            </a:r>
            <a:r>
              <a:rPr lang="en-US" sz="1000" dirty="0">
                <a:solidFill>
                  <a:schemeClr val="bg1"/>
                </a:solidFill>
              </a:rPr>
              <a:t>, and Cloud Composer.</a:t>
            </a:r>
          </a:p>
          <a:p>
            <a:r>
              <a:rPr lang="en-US" sz="1000" dirty="0">
                <a:solidFill>
                  <a:schemeClr val="bg1"/>
                </a:solidFill>
              </a:rPr>
              <a:t>Data warehousing inclusive of dimensional modelling concepts, Machine learning experience and experience.</a:t>
            </a:r>
          </a:p>
          <a:p>
            <a:r>
              <a:rPr lang="en-US" sz="1000" dirty="0">
                <a:solidFill>
                  <a:schemeClr val="bg1"/>
                </a:solidFill>
              </a:rPr>
              <a:t>Used Big data infrastructure tools such as Python, SQS, and Redshift. Proficient in Scala, Spark, Spark Streaming, AWS, and EMR.</a:t>
            </a:r>
          </a:p>
          <a:p>
            <a:r>
              <a:rPr lang="en-US" sz="1000" dirty="0">
                <a:solidFill>
                  <a:schemeClr val="bg1"/>
                </a:solidFill>
              </a:rPr>
              <a:t>Took command of relational databases and SQL. ETL of data into a relational database.</a:t>
            </a:r>
          </a:p>
          <a:p>
            <a:r>
              <a:rPr lang="en-US" sz="1000" dirty="0">
                <a:solidFill>
                  <a:schemeClr val="bg1"/>
                </a:solidFill>
              </a:rPr>
              <a:t>Manipulation and analysis of data, built, maintained and deployed sequences of automated processes with Python &amp; R. </a:t>
            </a:r>
          </a:p>
          <a:p>
            <a:r>
              <a:rPr lang="en-US" sz="1000" dirty="0">
                <a:solidFill>
                  <a:schemeClr val="bg1"/>
                </a:solidFill>
              </a:rPr>
              <a:t>Read data, process and clean it, transform and recode, merge different data sets together, reformat data.</a:t>
            </a:r>
          </a:p>
          <a:p>
            <a:r>
              <a:rPr lang="en-US" sz="1000" dirty="0">
                <a:solidFill>
                  <a:schemeClr val="bg1"/>
                </a:solidFill>
              </a:rPr>
              <a:t>Write clear code that is well-documented and stored in a version control system. </a:t>
            </a:r>
          </a:p>
        </p:txBody>
      </p:sp>
      <p:grpSp>
        <p:nvGrpSpPr>
          <p:cNvPr id="18" name="Group 17">
            <a:extLst>
              <a:ext uri="{FF2B5EF4-FFF2-40B4-BE49-F238E27FC236}">
                <a16:creationId xmlns:a16="http://schemas.microsoft.com/office/drawing/2014/main" id="{E0B3FDFC-4A78-346F-E1D4-E183BEB90A60}"/>
              </a:ext>
            </a:extLst>
          </p:cNvPr>
          <p:cNvGrpSpPr/>
          <p:nvPr/>
        </p:nvGrpSpPr>
        <p:grpSpPr>
          <a:xfrm>
            <a:off x="3428144" y="6051099"/>
            <a:ext cx="4584890" cy="1631216"/>
            <a:chOff x="5023753" y="4247510"/>
            <a:chExt cx="4757437" cy="1631216"/>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4" y="4247510"/>
              <a:ext cx="4721716" cy="1631216"/>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US" sz="1000" dirty="0"/>
                <a:t>Automated testing system - Reduced 70% of manual intervention by automating system testing procedures for mission modules and payloads.</a:t>
              </a:r>
            </a:p>
            <a:p>
              <a:r>
                <a:rPr lang="en-US" sz="1000" dirty="0"/>
                <a:t>Worked closely with development teams to ensure accurate integration of machine learning models into firm platforms. </a:t>
              </a:r>
            </a:p>
            <a:p>
              <a:r>
                <a:rPr lang="en-US" sz="1000" dirty="0"/>
                <a:t>Designed, conducted, and reported results from prototype or proof-of-concept research projects that focus on 1) new tools, methods, or algorithms, 2) new scientific domains or application areas, or 3) new data sets or sources.</a:t>
              </a:r>
            </a:p>
            <a:p>
              <a:r>
                <a:rPr lang="en-US" sz="1000" dirty="0"/>
                <a:t>Personnel Training Program: Mentored and trained 37 new inductees in operational procedures.</a:t>
              </a:r>
              <a:r>
                <a:rPr lang="en-GB" sz="1000" dirty="0"/>
                <a:t> </a:t>
              </a:r>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312460"/>
              <a:ext cx="0" cy="1430319"/>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059F888-3BDF-A1C0-65E5-CB6FDD43D97C}"/>
              </a:ext>
            </a:extLst>
          </p:cNvPr>
          <p:cNvSpPr txBox="1"/>
          <p:nvPr/>
        </p:nvSpPr>
        <p:spPr>
          <a:xfrm>
            <a:off x="3335752" y="5774100"/>
            <a:ext cx="3526969" cy="276999"/>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Aerospace Sector Organisation</a:t>
            </a: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AF0F4E5-C9B4-481A-980B-9DC3D71CE5B5}"/>
</file>

<file path=customXml/itemProps2.xml><?xml version="1.0" encoding="utf-8"?>
<ds:datastoreItem xmlns:ds="http://schemas.openxmlformats.org/officeDocument/2006/customXml" ds:itemID="{5ED6A227-88B2-466F-9374-D90CAC83C1AD}"/>
</file>

<file path=customXml/itemProps3.xml><?xml version="1.0" encoding="utf-8"?>
<ds:datastoreItem xmlns:ds="http://schemas.openxmlformats.org/officeDocument/2006/customXml" ds:itemID="{1153A21C-506A-4906-A9F9-09D905BF74B3}"/>
</file>

<file path=docProps/app.xml><?xml version="1.0" encoding="utf-8"?>
<Properties xmlns="http://schemas.openxmlformats.org/officeDocument/2006/extended-properties" xmlns:vt="http://schemas.openxmlformats.org/officeDocument/2006/docPropsVTypes">
  <Template>Office Theme</Template>
  <TotalTime>3388</TotalTime>
  <Words>565</Words>
  <Application>Microsoft Office PowerPoint</Application>
  <PresentationFormat>Custom</PresentationFormat>
  <Paragraphs>66</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90</cp:revision>
  <dcterms:created xsi:type="dcterms:W3CDTF">2019-12-03T01:50:37Z</dcterms:created>
  <dcterms:modified xsi:type="dcterms:W3CDTF">2022-11-02T05:41:23Z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