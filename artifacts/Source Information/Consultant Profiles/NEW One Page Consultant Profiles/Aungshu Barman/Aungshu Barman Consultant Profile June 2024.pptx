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B80"/>
    <a:srgbClr val="A93584"/>
    <a:srgbClr val="0F2B3F"/>
    <a:srgbClr val="0059FF"/>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78CBC4-BDA6-8397-CA48-914B3FAA98F2}" v="9" dt="2024-09-10T05:13:05.5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02"/>
    <p:restoredTop sz="96357" autoAdjust="0"/>
  </p:normalViewPr>
  <p:slideViewPr>
    <p:cSldViewPr snapToGrid="0">
      <p:cViewPr varScale="1">
        <p:scale>
          <a:sx n="96" d="100"/>
          <a:sy n="96" d="100"/>
        </p:scale>
        <p:origin x="1740" y="72"/>
      </p:cViewPr>
      <p:guideLst>
        <p:guide orient="horz" pos="2448"/>
        <p:guide pos="3168"/>
        <p:guide pos="311"/>
        <p:guide pos="5994"/>
        <p:guide orient="horz" pos="148"/>
        <p:guide orient="horz" pos="47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ry Stoneham" userId="S::barry.stoneham@intelia.com.au::5f69c1b5-44f9-41a7-8703-12ffd697d239" providerId="AD" clId="Web-{CF78CBC4-BDA6-8397-CA48-914B3FAA98F2}"/>
    <pc:docChg chg="modSld">
      <pc:chgData name="Barry Stoneham" userId="S::barry.stoneham@intelia.com.au::5f69c1b5-44f9-41a7-8703-12ffd697d239" providerId="AD" clId="Web-{CF78CBC4-BDA6-8397-CA48-914B3FAA98F2}" dt="2024-09-10T05:13:05.058" v="4" actId="20577"/>
      <pc:docMkLst>
        <pc:docMk/>
      </pc:docMkLst>
      <pc:sldChg chg="modSp">
        <pc:chgData name="Barry Stoneham" userId="S::barry.stoneham@intelia.com.au::5f69c1b5-44f9-41a7-8703-12ffd697d239" providerId="AD" clId="Web-{CF78CBC4-BDA6-8397-CA48-914B3FAA98F2}" dt="2024-09-10T05:13:05.058" v="4" actId="20577"/>
        <pc:sldMkLst>
          <pc:docMk/>
          <pc:sldMk cId="2009923557" sldId="270"/>
        </pc:sldMkLst>
        <pc:spChg chg="mod">
          <ac:chgData name="Barry Stoneham" userId="S::barry.stoneham@intelia.com.au::5f69c1b5-44f9-41a7-8703-12ffd697d239" providerId="AD" clId="Web-{CF78CBC4-BDA6-8397-CA48-914B3FAA98F2}" dt="2024-09-10T05:13:05.058" v="4" actId="20577"/>
          <ac:spMkLst>
            <pc:docMk/>
            <pc:sldMk cId="2009923557" sldId="270"/>
            <ac:spMk id="26" creationId="{1A3D666D-00C8-D106-73C3-9FF300F8618C}"/>
          </ac:spMkLst>
        </pc:spChg>
      </pc:sldChg>
    </pc:docChg>
  </pc:docChgLst>
  <pc:docChgLst>
    <pc:chgData name="Darcy Roach" userId="ba676ee9-e9b4-49e8-a515-8077106c948d" providerId="ADAL" clId="{28F6BDBB-6BC1-402E-89F6-5755C9FEFF1D}"/>
    <pc:docChg chg="undo custSel modSld">
      <pc:chgData name="Darcy Roach" userId="ba676ee9-e9b4-49e8-a515-8077106c948d" providerId="ADAL" clId="{28F6BDBB-6BC1-402E-89F6-5755C9FEFF1D}" dt="2024-09-09T03:25:46.466" v="42" actId="1035"/>
      <pc:docMkLst>
        <pc:docMk/>
      </pc:docMkLst>
      <pc:sldChg chg="modSp mod">
        <pc:chgData name="Darcy Roach" userId="ba676ee9-e9b4-49e8-a515-8077106c948d" providerId="ADAL" clId="{28F6BDBB-6BC1-402E-89F6-5755C9FEFF1D}" dt="2024-09-09T03:25:46.466" v="42" actId="1035"/>
        <pc:sldMkLst>
          <pc:docMk/>
          <pc:sldMk cId="2009923557" sldId="270"/>
        </pc:sldMkLst>
        <pc:spChg chg="mod">
          <ac:chgData name="Darcy Roach" userId="ba676ee9-e9b4-49e8-a515-8077106c948d" providerId="ADAL" clId="{28F6BDBB-6BC1-402E-89F6-5755C9FEFF1D}" dt="2024-09-09T03:25:30.882" v="39" actId="1035"/>
          <ac:spMkLst>
            <pc:docMk/>
            <pc:sldMk cId="2009923557" sldId="270"/>
            <ac:spMk id="6" creationId="{701E125D-B356-8A2A-B86B-AB6567CEABE1}"/>
          </ac:spMkLst>
        </pc:spChg>
        <pc:spChg chg="mod">
          <ac:chgData name="Darcy Roach" userId="ba676ee9-e9b4-49e8-a515-8077106c948d" providerId="ADAL" clId="{28F6BDBB-6BC1-402E-89F6-5755C9FEFF1D}" dt="2024-09-09T03:25:30.882" v="39" actId="1035"/>
          <ac:spMkLst>
            <pc:docMk/>
            <pc:sldMk cId="2009923557" sldId="270"/>
            <ac:spMk id="12" creationId="{70DE989F-A988-8C86-5720-1FE5B119EB30}"/>
          </ac:spMkLst>
        </pc:spChg>
        <pc:spChg chg="mod">
          <ac:chgData name="Darcy Roach" userId="ba676ee9-e9b4-49e8-a515-8077106c948d" providerId="ADAL" clId="{28F6BDBB-6BC1-402E-89F6-5755C9FEFF1D}" dt="2024-09-09T03:25:46.466" v="42" actId="1035"/>
          <ac:spMkLst>
            <pc:docMk/>
            <pc:sldMk cId="2009923557" sldId="270"/>
            <ac:spMk id="17" creationId="{1BDE5051-9F34-F139-742D-4450E5D6591E}"/>
          </ac:spMkLst>
        </pc:spChg>
        <pc:spChg chg="mod">
          <ac:chgData name="Darcy Roach" userId="ba676ee9-e9b4-49e8-a515-8077106c948d" providerId="ADAL" clId="{28F6BDBB-6BC1-402E-89F6-5755C9FEFF1D}" dt="2024-06-06T05:27:07.293" v="30" actId="14100"/>
          <ac:spMkLst>
            <pc:docMk/>
            <pc:sldMk cId="2009923557" sldId="270"/>
            <ac:spMk id="54" creationId="{4F1DF6EC-2D10-1310-483C-35027A70DDA1}"/>
          </ac:spMkLst>
        </pc:spChg>
        <pc:spChg chg="mod">
          <ac:chgData name="Darcy Roach" userId="ba676ee9-e9b4-49e8-a515-8077106c948d" providerId="ADAL" clId="{28F6BDBB-6BC1-402E-89F6-5755C9FEFF1D}" dt="2024-09-09T03:25:46.466" v="42" actId="1035"/>
          <ac:spMkLst>
            <pc:docMk/>
            <pc:sldMk cId="2009923557" sldId="270"/>
            <ac:spMk id="60" creationId="{FD202519-197D-24FE-C4B7-F4419021EC1E}"/>
          </ac:spMkLst>
        </pc:spChg>
        <pc:grpChg chg="mod">
          <ac:chgData name="Darcy Roach" userId="ba676ee9-e9b4-49e8-a515-8077106c948d" providerId="ADAL" clId="{28F6BDBB-6BC1-402E-89F6-5755C9FEFF1D}" dt="2024-09-09T03:24:43.129" v="32" actId="1076"/>
          <ac:grpSpMkLst>
            <pc:docMk/>
            <pc:sldMk cId="2009923557" sldId="270"/>
            <ac:grpSpMk id="30" creationId="{A04F5F41-3A2D-4DD1-FE07-979FAD2578E8}"/>
          </ac:grpSpMkLst>
        </pc:grpChg>
        <pc:grpChg chg="mod">
          <ac:chgData name="Darcy Roach" userId="ba676ee9-e9b4-49e8-a515-8077106c948d" providerId="ADAL" clId="{28F6BDBB-6BC1-402E-89F6-5755C9FEFF1D}" dt="2024-09-09T03:24:56.175" v="33" actId="1076"/>
          <ac:grpSpMkLst>
            <pc:docMk/>
            <pc:sldMk cId="2009923557" sldId="270"/>
            <ac:grpSpMk id="45" creationId="{7C004A0F-26FD-81BE-0DC7-EDCD01D4194B}"/>
          </ac:grpSpMkLst>
        </pc:grpChg>
        <pc:cxnChg chg="mod">
          <ac:chgData name="Darcy Roach" userId="ba676ee9-e9b4-49e8-a515-8077106c948d" providerId="ADAL" clId="{28F6BDBB-6BC1-402E-89F6-5755C9FEFF1D}" dt="2024-09-09T03:25:30.882" v="39" actId="1035"/>
          <ac:cxnSpMkLst>
            <pc:docMk/>
            <pc:sldMk cId="2009923557" sldId="270"/>
            <ac:cxnSpMk id="3" creationId="{67C34E10-2CF8-9BCA-1CC6-D78A3FF9CA80}"/>
          </ac:cxnSpMkLst>
        </pc:cxnChg>
        <pc:cxnChg chg="mod">
          <ac:chgData name="Darcy Roach" userId="ba676ee9-e9b4-49e8-a515-8077106c948d" providerId="ADAL" clId="{28F6BDBB-6BC1-402E-89F6-5755C9FEFF1D}" dt="2024-06-06T05:27:19.608" v="31" actId="14100"/>
          <ac:cxnSpMkLst>
            <pc:docMk/>
            <pc:sldMk cId="2009923557" sldId="270"/>
            <ac:cxnSpMk id="56" creationId="{C0271841-9AD2-76A9-36A3-77AD3CD1ED17}"/>
          </ac:cxnSpMkLst>
        </pc:cxnChg>
        <pc:cxnChg chg="mod">
          <ac:chgData name="Darcy Roach" userId="ba676ee9-e9b4-49e8-a515-8077106c948d" providerId="ADAL" clId="{28F6BDBB-6BC1-402E-89F6-5755C9FEFF1D}" dt="2024-06-06T05:26:38.467" v="14" actId="1035"/>
          <ac:cxnSpMkLst>
            <pc:docMk/>
            <pc:sldMk cId="2009923557" sldId="270"/>
            <ac:cxnSpMk id="190" creationId="{31DCAD75-9302-C642-9C74-B164C43329B0}"/>
          </ac:cxnSpMkLst>
        </pc:cxnChg>
      </pc:sldChg>
    </pc:docChg>
  </pc:docChgLst>
  <pc:docChgLst>
    <pc:chgData name="Barry Stoneham" userId="S::barry.stoneham@intelia.com.au::5f69c1b5-44f9-41a7-8703-12ffd697d239" providerId="AD" clId="Web-{191543B4-0534-BA03-052E-11A5DDA3A1F2}"/>
    <pc:docChg chg="modSld">
      <pc:chgData name="Barry Stoneham" userId="S::barry.stoneham@intelia.com.au::5f69c1b5-44f9-41a7-8703-12ffd697d239" providerId="AD" clId="Web-{191543B4-0534-BA03-052E-11A5DDA3A1F2}" dt="2024-06-04T00:35:37.583" v="0" actId="1076"/>
      <pc:docMkLst>
        <pc:docMk/>
      </pc:docMkLst>
      <pc:sldChg chg="modSp">
        <pc:chgData name="Barry Stoneham" userId="S::barry.stoneham@intelia.com.au::5f69c1b5-44f9-41a7-8703-12ffd697d239" providerId="AD" clId="Web-{191543B4-0534-BA03-052E-11A5DDA3A1F2}" dt="2024-06-04T00:35:37.583" v="0" actId="1076"/>
        <pc:sldMkLst>
          <pc:docMk/>
          <pc:sldMk cId="2009923557" sldId="270"/>
        </pc:sldMkLst>
        <pc:cxnChg chg="mod">
          <ac:chgData name="Barry Stoneham" userId="S::barry.stoneham@intelia.com.au::5f69c1b5-44f9-41a7-8703-12ffd697d239" providerId="AD" clId="Web-{191543B4-0534-BA03-052E-11A5DDA3A1F2}" dt="2024-06-04T00:35:37.583" v="0" actId="1076"/>
          <ac:cxnSpMkLst>
            <pc:docMk/>
            <pc:sldMk cId="2009923557" sldId="270"/>
            <ac:cxnSpMk id="190" creationId="{31DCAD75-9302-C642-9C74-B164C43329B0}"/>
          </ac:cxnSpMkLst>
        </pc:cxnChg>
      </pc:sldChg>
    </pc:docChg>
  </pc:docChgLst>
  <pc:docChgLst>
    <pc:chgData name="Darcy Roach" userId="ba676ee9-e9b4-49e8-a515-8077106c948d" providerId="ADAL" clId="{41B297A9-EE1A-4DBA-BDC5-4BA8B71B967E}"/>
    <pc:docChg chg="undo custSel modSld">
      <pc:chgData name="Darcy Roach" userId="ba676ee9-e9b4-49e8-a515-8077106c948d" providerId="ADAL" clId="{41B297A9-EE1A-4DBA-BDC5-4BA8B71B967E}" dt="2023-05-16T05:26:42.425" v="1334" actId="14100"/>
      <pc:docMkLst>
        <pc:docMk/>
      </pc:docMkLst>
      <pc:sldChg chg="addSp delSp modSp mod">
        <pc:chgData name="Darcy Roach" userId="ba676ee9-e9b4-49e8-a515-8077106c948d" providerId="ADAL" clId="{41B297A9-EE1A-4DBA-BDC5-4BA8B71B967E}" dt="2023-05-16T05:26:42.425" v="1334" actId="14100"/>
        <pc:sldMkLst>
          <pc:docMk/>
          <pc:sldMk cId="2009923557" sldId="270"/>
        </pc:sldMkLst>
        <pc:spChg chg="mod">
          <ac:chgData name="Darcy Roach" userId="ba676ee9-e9b4-49e8-a515-8077106c948d" providerId="ADAL" clId="{41B297A9-EE1A-4DBA-BDC5-4BA8B71B967E}" dt="2023-05-16T05:15:28.313" v="1124" actId="20577"/>
          <ac:spMkLst>
            <pc:docMk/>
            <pc:sldMk cId="2009923557" sldId="270"/>
            <ac:spMk id="2" creationId="{2FA774CA-3857-9308-4D38-9414B0CC2B95}"/>
          </ac:spMkLst>
        </pc:spChg>
        <pc:spChg chg="mod">
          <ac:chgData name="Darcy Roach" userId="ba676ee9-e9b4-49e8-a515-8077106c948d" providerId="ADAL" clId="{41B297A9-EE1A-4DBA-BDC5-4BA8B71B967E}" dt="2023-05-16T05:00:42.477" v="495" actId="20577"/>
          <ac:spMkLst>
            <pc:docMk/>
            <pc:sldMk cId="2009923557" sldId="270"/>
            <ac:spMk id="4" creationId="{80F49B2F-21D4-F9EB-049F-717A10CB7D84}"/>
          </ac:spMkLst>
        </pc:spChg>
        <pc:spChg chg="mod">
          <ac:chgData name="Darcy Roach" userId="ba676ee9-e9b4-49e8-a515-8077106c948d" providerId="ADAL" clId="{41B297A9-EE1A-4DBA-BDC5-4BA8B71B967E}" dt="2023-05-16T05:11:16.670" v="975" actId="20577"/>
          <ac:spMkLst>
            <pc:docMk/>
            <pc:sldMk cId="2009923557" sldId="270"/>
            <ac:spMk id="6" creationId="{701E125D-B356-8A2A-B86B-AB6567CEABE1}"/>
          </ac:spMkLst>
        </pc:spChg>
        <pc:spChg chg="mod">
          <ac:chgData name="Darcy Roach" userId="ba676ee9-e9b4-49e8-a515-8077106c948d" providerId="ADAL" clId="{41B297A9-EE1A-4DBA-BDC5-4BA8B71B967E}" dt="2023-05-16T05:14:08.027" v="1035" actId="20577"/>
          <ac:spMkLst>
            <pc:docMk/>
            <pc:sldMk cId="2009923557" sldId="270"/>
            <ac:spMk id="12" creationId="{70DE989F-A988-8C86-5720-1FE5B119EB30}"/>
          </ac:spMkLst>
        </pc:spChg>
        <pc:spChg chg="mod">
          <ac:chgData name="Darcy Roach" userId="ba676ee9-e9b4-49e8-a515-8077106c948d" providerId="ADAL" clId="{41B297A9-EE1A-4DBA-BDC5-4BA8B71B967E}" dt="2023-05-16T04:29:17.162" v="28" actId="20577"/>
          <ac:spMkLst>
            <pc:docMk/>
            <pc:sldMk cId="2009923557" sldId="270"/>
            <ac:spMk id="13" creationId="{FD2720C9-A79F-BD7F-E179-674AD67D7892}"/>
          </ac:spMkLst>
        </pc:spChg>
        <pc:spChg chg="mod">
          <ac:chgData name="Darcy Roach" userId="ba676ee9-e9b4-49e8-a515-8077106c948d" providerId="ADAL" clId="{41B297A9-EE1A-4DBA-BDC5-4BA8B71B967E}" dt="2023-05-16T04:52:55.903" v="397" actId="20577"/>
          <ac:spMkLst>
            <pc:docMk/>
            <pc:sldMk cId="2009923557" sldId="270"/>
            <ac:spMk id="17" creationId="{1BDE5051-9F34-F139-742D-4450E5D6591E}"/>
          </ac:spMkLst>
        </pc:spChg>
        <pc:spChg chg="del">
          <ac:chgData name="Darcy Roach" userId="ba676ee9-e9b4-49e8-a515-8077106c948d" providerId="ADAL" clId="{41B297A9-EE1A-4DBA-BDC5-4BA8B71B967E}" dt="2023-05-16T05:17:21.235" v="1187" actId="478"/>
          <ac:spMkLst>
            <pc:docMk/>
            <pc:sldMk cId="2009923557" sldId="270"/>
            <ac:spMk id="19" creationId="{7513C49A-2DF2-8111-FED4-FC07A8EAD258}"/>
          </ac:spMkLst>
        </pc:spChg>
        <pc:spChg chg="mod">
          <ac:chgData name="Darcy Roach" userId="ba676ee9-e9b4-49e8-a515-8077106c948d" providerId="ADAL" clId="{41B297A9-EE1A-4DBA-BDC5-4BA8B71B967E}" dt="2023-05-16T05:01:27.560" v="512" actId="20577"/>
          <ac:spMkLst>
            <pc:docMk/>
            <pc:sldMk cId="2009923557" sldId="270"/>
            <ac:spMk id="26" creationId="{1A3D666D-00C8-D106-73C3-9FF300F8618C}"/>
          </ac:spMkLst>
        </pc:spChg>
        <pc:spChg chg="del">
          <ac:chgData name="Darcy Roach" userId="ba676ee9-e9b4-49e8-a515-8077106c948d" providerId="ADAL" clId="{41B297A9-EE1A-4DBA-BDC5-4BA8B71B967E}" dt="2023-05-16T05:17:19.577" v="1186" actId="478"/>
          <ac:spMkLst>
            <pc:docMk/>
            <pc:sldMk cId="2009923557" sldId="270"/>
            <ac:spMk id="28" creationId="{6059F888-3BDF-A1C0-65E5-CB6FDD43D97C}"/>
          </ac:spMkLst>
        </pc:spChg>
        <pc:spChg chg="mod">
          <ac:chgData name="Darcy Roach" userId="ba676ee9-e9b4-49e8-a515-8077106c948d" providerId="ADAL" clId="{41B297A9-EE1A-4DBA-BDC5-4BA8B71B967E}" dt="2023-05-16T05:18:19.959" v="1208" actId="20577"/>
          <ac:spMkLst>
            <pc:docMk/>
            <pc:sldMk cId="2009923557" sldId="270"/>
            <ac:spMk id="31" creationId="{5D644C1D-FE62-9752-27C7-42A94F729A86}"/>
          </ac:spMkLst>
        </pc:spChg>
        <pc:spChg chg="mod">
          <ac:chgData name="Darcy Roach" userId="ba676ee9-e9b4-49e8-a515-8077106c948d" providerId="ADAL" clId="{41B297A9-EE1A-4DBA-BDC5-4BA8B71B967E}" dt="2023-05-16T05:06:37.989" v="829" actId="20577"/>
          <ac:spMkLst>
            <pc:docMk/>
            <pc:sldMk cId="2009923557" sldId="270"/>
            <ac:spMk id="38" creationId="{AB47A2EE-BF0B-DB05-8B7C-DB6594B2B3D5}"/>
          </ac:spMkLst>
        </pc:spChg>
        <pc:spChg chg="mod">
          <ac:chgData name="Darcy Roach" userId="ba676ee9-e9b4-49e8-a515-8077106c948d" providerId="ADAL" clId="{41B297A9-EE1A-4DBA-BDC5-4BA8B71B967E}" dt="2023-05-16T05:09:07.333" v="852" actId="1076"/>
          <ac:spMkLst>
            <pc:docMk/>
            <pc:sldMk cId="2009923557" sldId="270"/>
            <ac:spMk id="39" creationId="{3EA81938-6A76-B850-B0E8-A5F905AEBA98}"/>
          </ac:spMkLst>
        </pc:spChg>
        <pc:spChg chg="mod">
          <ac:chgData name="Darcy Roach" userId="ba676ee9-e9b4-49e8-a515-8077106c948d" providerId="ADAL" clId="{41B297A9-EE1A-4DBA-BDC5-4BA8B71B967E}" dt="2023-05-16T05:08:26.386" v="851" actId="20577"/>
          <ac:spMkLst>
            <pc:docMk/>
            <pc:sldMk cId="2009923557" sldId="270"/>
            <ac:spMk id="48" creationId="{2E936835-C132-4204-2E91-FE9D8E6EC671}"/>
          </ac:spMkLst>
        </pc:spChg>
        <pc:spChg chg="mod">
          <ac:chgData name="Darcy Roach" userId="ba676ee9-e9b4-49e8-a515-8077106c948d" providerId="ADAL" clId="{41B297A9-EE1A-4DBA-BDC5-4BA8B71B967E}" dt="2023-05-16T05:24:44.136" v="1331" actId="20577"/>
          <ac:spMkLst>
            <pc:docMk/>
            <pc:sldMk cId="2009923557" sldId="270"/>
            <ac:spMk id="54" creationId="{4F1DF6EC-2D10-1310-483C-35027A70DDA1}"/>
          </ac:spMkLst>
        </pc:spChg>
        <pc:spChg chg="mod ord">
          <ac:chgData name="Darcy Roach" userId="ba676ee9-e9b4-49e8-a515-8077106c948d" providerId="ADAL" clId="{41B297A9-EE1A-4DBA-BDC5-4BA8B71B967E}" dt="2023-05-16T05:22:04.318" v="1276" actId="167"/>
          <ac:spMkLst>
            <pc:docMk/>
            <pc:sldMk cId="2009923557" sldId="270"/>
            <ac:spMk id="55" creationId="{20D856C0-6C6C-30D2-8947-79D3F4B5FE07}"/>
          </ac:spMkLst>
        </pc:spChg>
        <pc:spChg chg="mod">
          <ac:chgData name="Darcy Roach" userId="ba676ee9-e9b4-49e8-a515-8077106c948d" providerId="ADAL" clId="{41B297A9-EE1A-4DBA-BDC5-4BA8B71B967E}" dt="2023-05-16T04:53:17.323" v="399" actId="14100"/>
          <ac:spMkLst>
            <pc:docMk/>
            <pc:sldMk cId="2009923557" sldId="270"/>
            <ac:spMk id="60" creationId="{FD202519-197D-24FE-C4B7-F4419021EC1E}"/>
          </ac:spMkLst>
        </pc:spChg>
        <pc:grpChg chg="mod">
          <ac:chgData name="Darcy Roach" userId="ba676ee9-e9b4-49e8-a515-8077106c948d" providerId="ADAL" clId="{41B297A9-EE1A-4DBA-BDC5-4BA8B71B967E}" dt="2023-05-16T05:09:07.333" v="852" actId="1076"/>
          <ac:grpSpMkLst>
            <pc:docMk/>
            <pc:sldMk cId="2009923557" sldId="270"/>
            <ac:grpSpMk id="5" creationId="{980A06B1-0A2F-7DF6-91DB-0F6DFA896A23}"/>
          </ac:grpSpMkLst>
        </pc:grpChg>
        <pc:grpChg chg="add mod">
          <ac:chgData name="Darcy Roach" userId="ba676ee9-e9b4-49e8-a515-8077106c948d" providerId="ADAL" clId="{41B297A9-EE1A-4DBA-BDC5-4BA8B71B967E}" dt="2023-05-16T05:19:18.172" v="1212" actId="1076"/>
          <ac:grpSpMkLst>
            <pc:docMk/>
            <pc:sldMk cId="2009923557" sldId="270"/>
            <ac:grpSpMk id="30" creationId="{A04F5F41-3A2D-4DD1-FE07-979FAD2578E8}"/>
          </ac:grpSpMkLst>
        </pc:grpChg>
        <pc:grpChg chg="mod">
          <ac:chgData name="Darcy Roach" userId="ba676ee9-e9b4-49e8-a515-8077106c948d" providerId="ADAL" clId="{41B297A9-EE1A-4DBA-BDC5-4BA8B71B967E}" dt="2023-05-16T05:19:04.108" v="1210" actId="1076"/>
          <ac:grpSpMkLst>
            <pc:docMk/>
            <pc:sldMk cId="2009923557" sldId="270"/>
            <ac:grpSpMk id="45" creationId="{7C004A0F-26FD-81BE-0DC7-EDCD01D4194B}"/>
          </ac:grpSpMkLst>
        </pc:grpChg>
        <pc:cxnChg chg="mod">
          <ac:chgData name="Darcy Roach" userId="ba676ee9-e9b4-49e8-a515-8077106c948d" providerId="ADAL" clId="{41B297A9-EE1A-4DBA-BDC5-4BA8B71B967E}" dt="2023-05-16T05:14:30.370" v="1036" actId="14100"/>
          <ac:cxnSpMkLst>
            <pc:docMk/>
            <pc:sldMk cId="2009923557" sldId="270"/>
            <ac:cxnSpMk id="3" creationId="{67C34E10-2CF8-9BCA-1CC6-D78A3FF9CA80}"/>
          </ac:cxnSpMkLst>
        </pc:cxnChg>
        <pc:cxnChg chg="mod">
          <ac:chgData name="Darcy Roach" userId="ba676ee9-e9b4-49e8-a515-8077106c948d" providerId="ADAL" clId="{41B297A9-EE1A-4DBA-BDC5-4BA8B71B967E}" dt="2023-05-16T05:18:52.952" v="1209" actId="14100"/>
          <ac:cxnSpMkLst>
            <pc:docMk/>
            <pc:sldMk cId="2009923557" sldId="270"/>
            <ac:cxnSpMk id="15" creationId="{F87F05F2-DA4C-4F55-A5D0-1887110DF155}"/>
          </ac:cxnSpMkLst>
        </pc:cxnChg>
        <pc:cxnChg chg="del">
          <ac:chgData name="Darcy Roach" userId="ba676ee9-e9b4-49e8-a515-8077106c948d" providerId="ADAL" clId="{41B297A9-EE1A-4DBA-BDC5-4BA8B71B967E}" dt="2023-05-16T05:17:22.945" v="1188" actId="478"/>
          <ac:cxnSpMkLst>
            <pc:docMk/>
            <pc:sldMk cId="2009923557" sldId="270"/>
            <ac:cxnSpMk id="21" creationId="{B0913DE4-461D-CE43-AABC-C4B3D7D22F45}"/>
          </ac:cxnSpMkLst>
        </pc:cxnChg>
        <pc:cxnChg chg="mod">
          <ac:chgData name="Darcy Roach" userId="ba676ee9-e9b4-49e8-a515-8077106c948d" providerId="ADAL" clId="{41B297A9-EE1A-4DBA-BDC5-4BA8B71B967E}" dt="2023-05-16T05:26:42.425" v="1334" actId="14100"/>
          <ac:cxnSpMkLst>
            <pc:docMk/>
            <pc:sldMk cId="2009923557" sldId="270"/>
            <ac:cxnSpMk id="56" creationId="{C0271841-9AD2-76A9-36A3-77AD3CD1ED17}"/>
          </ac:cxnSpMkLst>
        </pc:cxnChg>
        <pc:cxnChg chg="mod">
          <ac:chgData name="Darcy Roach" userId="ba676ee9-e9b4-49e8-a515-8077106c948d" providerId="ADAL" clId="{41B297A9-EE1A-4DBA-BDC5-4BA8B71B967E}" dt="2023-05-16T05:09:52.459" v="859" actId="14100"/>
          <ac:cxnSpMkLst>
            <pc:docMk/>
            <pc:sldMk cId="2009923557" sldId="270"/>
            <ac:cxnSpMk id="170" creationId="{0D51728F-48BB-14BB-256E-5F0C0284BCDF}"/>
          </ac:cxnSpMkLst>
        </pc:cxnChg>
      </pc:sldChg>
    </pc:docChg>
  </pc:docChgLst>
  <pc:docChgLst>
    <pc:chgData name="Paul Lucas" userId="be661782-8896-4357-adc6-793bd86d3a38" providerId="ADAL" clId="{AC904B75-8BF4-4F95-9E04-17569F91DFC4}"/>
    <pc:docChg chg="undo custSel modSld">
      <pc:chgData name="Paul Lucas" userId="be661782-8896-4357-adc6-793bd86d3a38" providerId="ADAL" clId="{AC904B75-8BF4-4F95-9E04-17569F91DFC4}" dt="2024-02-29T04:31:13.993" v="136" actId="20577"/>
      <pc:docMkLst>
        <pc:docMk/>
      </pc:docMkLst>
      <pc:sldChg chg="modSp mod">
        <pc:chgData name="Paul Lucas" userId="be661782-8896-4357-adc6-793bd86d3a38" providerId="ADAL" clId="{AC904B75-8BF4-4F95-9E04-17569F91DFC4}" dt="2024-02-29T04:31:13.993" v="136" actId="20577"/>
        <pc:sldMkLst>
          <pc:docMk/>
          <pc:sldMk cId="2009923557" sldId="270"/>
        </pc:sldMkLst>
        <pc:spChg chg="mod">
          <ac:chgData name="Paul Lucas" userId="be661782-8896-4357-adc6-793bd86d3a38" providerId="ADAL" clId="{AC904B75-8BF4-4F95-9E04-17569F91DFC4}" dt="2024-02-29T04:31:13.993" v="136" actId="20577"/>
          <ac:spMkLst>
            <pc:docMk/>
            <pc:sldMk cId="2009923557" sldId="270"/>
            <ac:spMk id="12" creationId="{70DE989F-A988-8C86-5720-1FE5B119EB30}"/>
          </ac:spMkLst>
        </pc:spChg>
        <pc:spChg chg="mod">
          <ac:chgData name="Paul Lucas" userId="be661782-8896-4357-adc6-793bd86d3a38" providerId="ADAL" clId="{AC904B75-8BF4-4F95-9E04-17569F91DFC4}" dt="2024-02-29T04:23:22.007" v="103" actId="20577"/>
          <ac:spMkLst>
            <pc:docMk/>
            <pc:sldMk cId="2009923557" sldId="270"/>
            <ac:spMk id="60" creationId="{FD202519-197D-24FE-C4B7-F4419021EC1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9/9/2024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9/9/2024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9/9/2024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9/9/2024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9/9/2024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9/9/2024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9/9/2024</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27543" y="972831"/>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168863"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Aungshu Barman</a:t>
            </a:r>
          </a:p>
        </p:txBody>
      </p:sp>
      <p:sp>
        <p:nvSpPr>
          <p:cNvPr id="17" name="TextBox 16">
            <a:extLst>
              <a:ext uri="{FF2B5EF4-FFF2-40B4-BE49-F238E27FC236}">
                <a16:creationId xmlns:a16="http://schemas.microsoft.com/office/drawing/2014/main" id="{1BDE5051-9F34-F139-742D-4450E5D6591E}"/>
              </a:ext>
            </a:extLst>
          </p:cNvPr>
          <p:cNvSpPr txBox="1"/>
          <p:nvPr/>
        </p:nvSpPr>
        <p:spPr>
          <a:xfrm>
            <a:off x="250509" y="1604766"/>
            <a:ext cx="2883963" cy="1538883"/>
          </a:xfrm>
          <a:prstGeom prst="rect">
            <a:avLst/>
          </a:prstGeom>
          <a:noFill/>
        </p:spPr>
        <p:txBody>
          <a:bodyPr wrap="square" lIns="0" tIns="0" rIns="0" bIns="0" rtlCol="0" anchor="t">
            <a:spAutoFit/>
          </a:bodyPr>
          <a:lstStyle/>
          <a:p>
            <a:pPr algn="l"/>
            <a:r>
              <a:rPr lang="en-AU" sz="1000" spc="13" dirty="0">
                <a:latin typeface="Roboto Light"/>
                <a:ea typeface="Roboto Light"/>
                <a:cs typeface="Lato"/>
              </a:rPr>
              <a:t>Aungshu is a Google Cloud Certified Professional Data Engineer and experienced technology professional in both development and support roles across consulting and BAU arrangements. Aungshu is an expert in developing end to end analytics solutions including data modelling, transformation, automation and building fault tolerant data pipelines from heterogeneous sources, developing analytical reports and dashboards enabling effective decision making. </a:t>
            </a: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959224"/>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Senior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716674" y="5693950"/>
            <a:ext cx="1510046" cy="2585323"/>
          </a:xfrm>
          <a:prstGeom prst="rect">
            <a:avLst/>
          </a:prstGeom>
          <a:noFill/>
        </p:spPr>
        <p:txBody>
          <a:bodyPr wrap="square" lIns="91440" tIns="45720" rIns="91440" bIns="45720" numCol="1" rtlCol="0" anchor="t">
            <a:spAutoFit/>
          </a:bodyPr>
          <a:lstStyle/>
          <a:p>
            <a:pPr marL="171450" indent="-171450">
              <a:buClr>
                <a:srgbClr val="00AB80"/>
              </a:buClr>
              <a:buFont typeface="Arial" panose="020B0604020202020204" pitchFamily="34" charset="0"/>
              <a:buChar char="•"/>
            </a:pPr>
            <a:r>
              <a:rPr lang="en-AU" sz="900" dirty="0">
                <a:latin typeface="Roboto Light"/>
                <a:ea typeface="Roboto Light"/>
                <a:cs typeface="Roboto Light"/>
              </a:rPr>
              <a:t>Databricks</a:t>
            </a:r>
          </a:p>
          <a:p>
            <a:pPr marL="171450" indent="-171450">
              <a:buClr>
                <a:srgbClr val="00AB80"/>
              </a:buClr>
              <a:buFont typeface="Arial" panose="020B0604020202020204" pitchFamily="34" charset="0"/>
              <a:buChar char="•"/>
            </a:pPr>
            <a:r>
              <a:rPr lang="en-AU" sz="900" dirty="0" err="1">
                <a:latin typeface="Roboto Light"/>
                <a:ea typeface="Roboto Light"/>
                <a:cs typeface="Roboto Light"/>
              </a:rPr>
              <a:t>BigQuery</a:t>
            </a:r>
            <a:endParaRPr lang="en-US" sz="900" dirty="0" err="1">
              <a:latin typeface="Roboto Light"/>
              <a:ea typeface="Roboto Light"/>
              <a:cs typeface="Roboto Light"/>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SAP</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Cloud Composer</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Python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SQL</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Kubernetes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ERP</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PL/SQL</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SQL</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Microsoft SQL Server</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Linux</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SSIS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Crystal Reports</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a:buClr>
                <a:srgbClr val="00AB80"/>
              </a:buCl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360837"/>
            <a:ext cx="0" cy="1357293"/>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2990905"/>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571924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a:solidFill>
                  <a:schemeClr val="bg1"/>
                </a:solidFill>
                <a:latin typeface="Roboto" panose="02000000000000000000" pitchFamily="2" charset="0"/>
                <a:ea typeface="Roboto" panose="02000000000000000000" pitchFamily="2" charset="0"/>
              </a:rPr>
              <a:t>Industry</a:t>
            </a:r>
          </a:p>
          <a:p>
            <a:r>
              <a:rPr lang="en-US" sz="1400" b="1" spc="388">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206349"/>
            <a:ext cx="1951941" cy="3970318"/>
            <a:chOff x="8106458" y="2681447"/>
            <a:chExt cx="1951941" cy="3970318"/>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3970318"/>
            </a:xfrm>
            <a:prstGeom prst="rect">
              <a:avLst/>
            </a:prstGeom>
            <a:noFill/>
          </p:spPr>
          <p:txBody>
            <a:bodyPr wrap="square">
              <a:spAutoFit/>
            </a:bodyPr>
            <a:lstStyle/>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Google Cloud Certified | Professional Data Engineer</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Databricks </a:t>
              </a:r>
              <a:r>
                <a:rPr lang="en-GB" sz="1200" dirty="0">
                  <a:solidFill>
                    <a:srgbClr val="00AB80"/>
                  </a:solidFill>
                  <a:effectLst/>
                  <a:latin typeface="Roboto Light" panose="02000000000000000000" pitchFamily="2" charset="0"/>
                  <a:ea typeface="Calibri" panose="020F0502020204030204" pitchFamily="34" charset="0"/>
                </a:rPr>
                <a:t>| Lakehouse Fundamentals</a:t>
              </a:r>
            </a:p>
            <a:p>
              <a:pPr>
                <a:tabLst>
                  <a:tab pos="3819525" algn="l"/>
                  <a:tab pos="3895725" algn="l"/>
                </a:tabLst>
              </a:pP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Databricks </a:t>
              </a:r>
              <a:r>
                <a:rPr lang="en-GB" sz="1200" dirty="0">
                  <a:solidFill>
                    <a:srgbClr val="00AB80"/>
                  </a:solidFill>
                  <a:effectLst/>
                  <a:latin typeface="Roboto Light" panose="02000000000000000000" pitchFamily="2" charset="0"/>
                  <a:ea typeface="Calibri" panose="020F0502020204030204" pitchFamily="34" charset="0"/>
                </a:rPr>
                <a:t>| Developer Essentials</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Master – Business Administration | </a:t>
              </a:r>
            </a:p>
            <a:p>
              <a:pPr>
                <a:tabLst>
                  <a:tab pos="3819525" algn="l"/>
                  <a:tab pos="3895725" algn="l"/>
                </a:tabLst>
              </a:pPr>
              <a:r>
                <a:rPr lang="en-US" sz="1200" dirty="0">
                  <a:solidFill>
                    <a:srgbClr val="00AB80"/>
                  </a:solidFill>
                  <a:latin typeface="Roboto Light" panose="02000000000000000000" pitchFamily="2" charset="0"/>
                </a:rPr>
                <a:t>Dhaka University,</a:t>
              </a:r>
            </a:p>
            <a:p>
              <a:pPr>
                <a:tabLst>
                  <a:tab pos="3819525" algn="l"/>
                  <a:tab pos="3895725" algn="l"/>
                </a:tabLst>
              </a:pP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Bachelor</a:t>
              </a:r>
              <a:r>
                <a:rPr lang="en-GB" sz="1200" dirty="0">
                  <a:solidFill>
                    <a:srgbClr val="00AB80"/>
                  </a:solidFill>
                  <a:latin typeface="Roboto Light" panose="02000000000000000000" pitchFamily="2" charset="0"/>
                  <a:ea typeface="Calibri" panose="020F0502020204030204" pitchFamily="34" charset="0"/>
                </a:rPr>
                <a:t> – Technology, Computer Science &amp; Engineering | West Bengal</a:t>
              </a:r>
              <a:r>
                <a:rPr lang="en-US" sz="1200" dirty="0">
                  <a:solidFill>
                    <a:srgbClr val="00AB80"/>
                  </a:solidFill>
                  <a:latin typeface="Roboto Light" panose="02000000000000000000" pitchFamily="2" charset="0"/>
                </a:rPr>
                <a:t> University</a:t>
              </a:r>
            </a:p>
            <a:p>
              <a:pPr>
                <a:tabLst>
                  <a:tab pos="3819525" algn="l"/>
                  <a:tab pos="3895725" algn="l"/>
                </a:tabLst>
              </a:pP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endParaRPr lang="en-GB" sz="1200" dirty="0">
                <a:solidFill>
                  <a:srgbClr val="00AB80"/>
                </a:solidFill>
                <a:effectLst/>
                <a:latin typeface="Roboto Light" panose="02000000000000000000" pitchFamily="2" charset="0"/>
                <a:ea typeface="Calibri" panose="020F0502020204030204" pitchFamily="34" charset="0"/>
              </a:endParaRP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46651" y="5698493"/>
            <a:ext cx="1570024" cy="2169825"/>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Google Cloud Platform</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Engineering</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Transformation</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Modelling</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Visualisation</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Warehousing</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Analytics</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Project Management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Shell Scripting</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ETL</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Solution Architecture</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Stakeholder Management</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66" y="1054407"/>
            <a:ext cx="4870891" cy="276999"/>
          </a:xfrm>
          <a:prstGeom prst="rect">
            <a:avLst/>
          </a:prstGeom>
          <a:noFill/>
        </p:spPr>
        <p:txBody>
          <a:bodyPr wrap="square" rtlCol="0">
            <a:spAutoFit/>
          </a:bodyPr>
          <a:lstStyle/>
          <a:p>
            <a:r>
              <a:rPr lang="en-US" sz="1200" b="1" dirty="0">
                <a:solidFill>
                  <a:srgbClr val="0059FF"/>
                </a:solidFill>
                <a:latin typeface="Roboto" panose="02000000000000000000" pitchFamily="2" charset="0"/>
                <a:ea typeface="Roboto" panose="02000000000000000000" pitchFamily="2" charset="0"/>
              </a:rPr>
              <a:t>Major Australian Energy </a:t>
            </a:r>
            <a:r>
              <a:rPr lang="en-US" sz="1200" b="1" dirty="0" err="1">
                <a:solidFill>
                  <a:srgbClr val="0059FF"/>
                </a:solidFill>
                <a:latin typeface="Roboto" panose="02000000000000000000" pitchFamily="2" charset="0"/>
                <a:ea typeface="Roboto" panose="02000000000000000000" pitchFamily="2" charset="0"/>
              </a:rPr>
              <a:t>Organisation</a:t>
            </a:r>
            <a:r>
              <a:rPr lang="en-US" sz="1200" b="1" dirty="0">
                <a:solidFill>
                  <a:srgbClr val="0059FF"/>
                </a:solidFill>
                <a:latin typeface="Roboto" panose="02000000000000000000" pitchFamily="2" charset="0"/>
                <a:ea typeface="Roboto" panose="02000000000000000000" pitchFamily="2" charset="0"/>
              </a:rPr>
              <a:t> </a:t>
            </a:r>
            <a:r>
              <a:rPr lang="en-AU" sz="1200" b="1" dirty="0">
                <a:solidFill>
                  <a:srgbClr val="0059FF"/>
                </a:solidFill>
                <a:latin typeface="Roboto" panose="02000000000000000000" pitchFamily="2" charset="0"/>
                <a:ea typeface="Roboto" panose="02000000000000000000" pitchFamily="2" charset="0"/>
              </a:rPr>
              <a:t>– Performance Specialist</a:t>
            </a:r>
            <a:r>
              <a:rPr lang="en-US" sz="1200" b="1" dirty="0">
                <a:solidFill>
                  <a:srgbClr val="0059FF"/>
                </a:solidFill>
                <a:latin typeface="Roboto" panose="02000000000000000000" pitchFamily="2" charset="0"/>
                <a:ea typeface="Roboto" panose="02000000000000000000" pitchFamily="2" charset="0"/>
              </a:rPr>
              <a:t> </a:t>
            </a:r>
            <a:endParaRPr lang="en-AU" sz="1200" b="1" dirty="0">
              <a:solidFill>
                <a:srgbClr val="0059FF"/>
              </a:solidFill>
              <a:latin typeface="Roboto" panose="02000000000000000000" pitchFamily="2" charset="0"/>
              <a:ea typeface="Roboto" panose="02000000000000000000" pitchFamily="2" charset="0"/>
            </a:endParaRPr>
          </a:p>
        </p:txBody>
      </p:sp>
      <p:sp>
        <p:nvSpPr>
          <p:cNvPr id="12" name="TextBox 11">
            <a:extLst>
              <a:ext uri="{FF2B5EF4-FFF2-40B4-BE49-F238E27FC236}">
                <a16:creationId xmlns:a16="http://schemas.microsoft.com/office/drawing/2014/main" id="{70DE989F-A988-8C86-5720-1FE5B119EB30}"/>
              </a:ext>
            </a:extLst>
          </p:cNvPr>
          <p:cNvSpPr txBox="1"/>
          <p:nvPr/>
        </p:nvSpPr>
        <p:spPr>
          <a:xfrm>
            <a:off x="3463961" y="1274570"/>
            <a:ext cx="4533549" cy="1661993"/>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buNone/>
            </a:pPr>
            <a:endParaRPr lang="en-US" sz="200" dirty="0">
              <a:solidFill>
                <a:schemeClr val="bg1"/>
              </a:solidFill>
            </a:endParaRPr>
          </a:p>
          <a:p>
            <a:r>
              <a:rPr lang="en-AU" sz="1000" dirty="0">
                <a:solidFill>
                  <a:schemeClr val="bg1"/>
                </a:solidFill>
              </a:rPr>
              <a:t>Delivered cross platform reusable metadata driven data ingestion solution in Google Cloud for master data management</a:t>
            </a:r>
          </a:p>
          <a:p>
            <a:r>
              <a:rPr lang="en-AU" sz="1000" dirty="0">
                <a:solidFill>
                  <a:schemeClr val="bg1"/>
                </a:solidFill>
              </a:rPr>
              <a:t>Lead team of data engineers to deliver streaming from </a:t>
            </a:r>
            <a:r>
              <a:rPr lang="en-AU" sz="1000" dirty="0" err="1">
                <a:solidFill>
                  <a:schemeClr val="bg1"/>
                </a:solidFill>
              </a:rPr>
              <a:t>mutli</a:t>
            </a:r>
            <a:r>
              <a:rPr lang="en-AU" sz="1000" dirty="0">
                <a:solidFill>
                  <a:schemeClr val="bg1"/>
                </a:solidFill>
              </a:rPr>
              <a:t>-cloud sources into Google Cloud using change data capture to enterprise analytics</a:t>
            </a:r>
          </a:p>
          <a:p>
            <a:r>
              <a:rPr lang="en-AU" sz="1000" dirty="0">
                <a:solidFill>
                  <a:schemeClr val="bg1"/>
                </a:solidFill>
              </a:rPr>
              <a:t>Monitored and optimized data pipeline jobs to meet enterprise-wide cost and performance standard</a:t>
            </a:r>
          </a:p>
          <a:p>
            <a:r>
              <a:rPr lang="en-AU" sz="1000" dirty="0">
                <a:solidFill>
                  <a:schemeClr val="bg1"/>
                </a:solidFill>
              </a:rPr>
              <a:t>Reviewed and approved conceptual and solution architectures for solution build by projects</a:t>
            </a:r>
          </a:p>
          <a:p>
            <a:r>
              <a:rPr lang="en-AU" sz="1000" dirty="0">
                <a:solidFill>
                  <a:schemeClr val="bg1"/>
                </a:solidFill>
              </a:rPr>
              <a:t>Provide technical solutions to the enterprise data team regarding data architecture, cloud architectures, solution designs, code and review</a:t>
            </a:r>
          </a:p>
        </p:txBody>
      </p:sp>
      <p:grpSp>
        <p:nvGrpSpPr>
          <p:cNvPr id="45" name="Group 44">
            <a:extLst>
              <a:ext uri="{FF2B5EF4-FFF2-40B4-BE49-F238E27FC236}">
                <a16:creationId xmlns:a16="http://schemas.microsoft.com/office/drawing/2014/main" id="{7C004A0F-26FD-81BE-0DC7-EDCD01D4194B}"/>
              </a:ext>
            </a:extLst>
          </p:cNvPr>
          <p:cNvGrpSpPr/>
          <p:nvPr/>
        </p:nvGrpSpPr>
        <p:grpSpPr>
          <a:xfrm>
            <a:off x="3335753" y="3014924"/>
            <a:ext cx="5029198" cy="2940465"/>
            <a:chOff x="3335753" y="2997642"/>
            <a:chExt cx="5029198" cy="2940465"/>
          </a:xfrm>
        </p:grpSpPr>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3428144" y="3336592"/>
              <a:ext cx="0" cy="2373902"/>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FA774CA-3857-9308-4D38-9414B0CC2B95}"/>
                </a:ext>
              </a:extLst>
            </p:cNvPr>
            <p:cNvSpPr txBox="1"/>
            <p:nvPr/>
          </p:nvSpPr>
          <p:spPr>
            <a:xfrm>
              <a:off x="3335753" y="2997642"/>
              <a:ext cx="5029198" cy="461665"/>
            </a:xfrm>
            <a:prstGeom prst="rect">
              <a:avLst/>
            </a:prstGeom>
            <a:noFill/>
          </p:spPr>
          <p:txBody>
            <a:bodyPr wrap="square" rtlCol="0">
              <a:spAutoFit/>
            </a:bodyPr>
            <a:lstStyle/>
            <a:p>
              <a:r>
                <a:rPr lang="en-AU" sz="1200" b="1" dirty="0">
                  <a:solidFill>
                    <a:srgbClr val="ED7D31"/>
                  </a:solidFill>
                  <a:latin typeface="Roboto" panose="02000000000000000000" pitchFamily="2" charset="0"/>
                  <a:ea typeface="Roboto" panose="02000000000000000000" pitchFamily="2" charset="0"/>
                </a:rPr>
                <a:t>Major Telecommunications Organisation – Senior Data Engineer</a:t>
              </a:r>
            </a:p>
            <a:p>
              <a:endParaRPr lang="en-AU" sz="1200" b="1" dirty="0">
                <a:solidFill>
                  <a:srgbClr val="ED7D31"/>
                </a:solidFill>
                <a:latin typeface="Roboto" panose="02000000000000000000" pitchFamily="2" charset="0"/>
                <a:ea typeface="Roboto" panose="02000000000000000000" pitchFamily="2" charset="0"/>
              </a:endParaRPr>
            </a:p>
          </p:txBody>
        </p:sp>
        <p:sp>
          <p:nvSpPr>
            <p:cNvPr id="31" name="TextBox 30">
              <a:extLst>
                <a:ext uri="{FF2B5EF4-FFF2-40B4-BE49-F238E27FC236}">
                  <a16:creationId xmlns:a16="http://schemas.microsoft.com/office/drawing/2014/main" id="{5D644C1D-FE62-9752-27C7-42A94F729A86}"/>
                </a:ext>
              </a:extLst>
            </p:cNvPr>
            <p:cNvSpPr txBox="1"/>
            <p:nvPr/>
          </p:nvSpPr>
          <p:spPr>
            <a:xfrm>
              <a:off x="3455046" y="3198896"/>
              <a:ext cx="4423172" cy="2739211"/>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US" sz="200" dirty="0"/>
            </a:p>
            <a:p>
              <a:r>
                <a:rPr lang="en-AU" sz="1000" dirty="0"/>
                <a:t>Built data models, ELT/ ETL routines and dashboards using shell and python scripts, SQL, PL/ SQL, ODI and OBIEE</a:t>
              </a:r>
            </a:p>
            <a:p>
              <a:r>
                <a:rPr lang="en-AU" sz="1000" dirty="0"/>
                <a:t>Developed and tested software verification plans and quality assurance</a:t>
              </a:r>
            </a:p>
            <a:p>
              <a:r>
                <a:rPr lang="en-AU" sz="1000" dirty="0"/>
                <a:t>Managed scheduling and support timely completion of BI operations with pro-active optimisation and issue resolution.</a:t>
              </a:r>
            </a:p>
            <a:p>
              <a:r>
                <a:rPr lang="en-AU" sz="1000" dirty="0"/>
                <a:t>Supported client teams with data analysis, ad-hoc reporting requirements and data reconciliation with external sources.</a:t>
              </a:r>
            </a:p>
            <a:p>
              <a:r>
                <a:rPr lang="en-AU" sz="1000" dirty="0"/>
                <a:t>Proposed, consult and drive implementation of BI best practices for clients for efficiency and better delivery.</a:t>
              </a:r>
            </a:p>
            <a:p>
              <a:r>
                <a:rPr lang="en-AU" sz="1000" dirty="0"/>
                <a:t>For HPCM Implementation project, built end to end data ingestion with shell scripts and ODI to the Oracle HPCM model that delivered cost allocation across 10+ dimensions.</a:t>
              </a:r>
            </a:p>
            <a:p>
              <a:r>
                <a:rPr lang="en-AU" sz="1000" dirty="0"/>
                <a:t>Developed the geospatial reporting solution to monitor community correction services performance across Victoria.</a:t>
              </a:r>
            </a:p>
            <a:p>
              <a:r>
                <a:rPr lang="en-AU" sz="1000" dirty="0"/>
                <a:t>Built data flows using python, ODI and reported through OBIEE 11g using Oracle Map Viewer.</a:t>
              </a:r>
            </a:p>
            <a:p>
              <a:endParaRPr lang="en-AU" sz="1000" dirty="0"/>
            </a:p>
          </p:txBody>
        </p:sp>
      </p:grpSp>
      <p:sp>
        <p:nvSpPr>
          <p:cNvPr id="48" name="TextBox 47">
            <a:extLst>
              <a:ext uri="{FF2B5EF4-FFF2-40B4-BE49-F238E27FC236}">
                <a16:creationId xmlns:a16="http://schemas.microsoft.com/office/drawing/2014/main" id="{2E936835-C132-4204-2E91-FE9D8E6EC671}"/>
              </a:ext>
            </a:extLst>
          </p:cNvPr>
          <p:cNvSpPr txBox="1"/>
          <p:nvPr/>
        </p:nvSpPr>
        <p:spPr>
          <a:xfrm>
            <a:off x="8118489" y="1456630"/>
            <a:ext cx="1951941" cy="1446550"/>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rPr>
              <a:t>Energy</a:t>
            </a:r>
          </a:p>
          <a:p>
            <a:pPr marL="0" indent="0">
              <a:lnSpc>
                <a:spcPct val="150000"/>
              </a:lnSpc>
              <a:buNone/>
            </a:pPr>
            <a:r>
              <a:rPr lang="en-GB" sz="1200" dirty="0">
                <a:solidFill>
                  <a:srgbClr val="00AB80"/>
                </a:solidFill>
              </a:rPr>
              <a:t>Financial Services</a:t>
            </a:r>
          </a:p>
          <a:p>
            <a:pPr marL="0" indent="0">
              <a:lnSpc>
                <a:spcPct val="150000"/>
              </a:lnSpc>
              <a:buNone/>
            </a:pPr>
            <a:r>
              <a:rPr lang="en-GB" sz="1200" dirty="0">
                <a:solidFill>
                  <a:srgbClr val="00AB80"/>
                </a:solidFill>
              </a:rPr>
              <a:t>Telecommunications</a:t>
            </a:r>
          </a:p>
          <a:p>
            <a:pPr marL="0" indent="0">
              <a:lnSpc>
                <a:spcPct val="150000"/>
              </a:lnSpc>
              <a:buNone/>
            </a:pPr>
            <a:r>
              <a:rPr lang="en-GB" sz="1200" dirty="0">
                <a:solidFill>
                  <a:srgbClr val="00AB80"/>
                </a:solidFill>
              </a:rPr>
              <a:t>Retail</a:t>
            </a:r>
          </a:p>
          <a:p>
            <a:pPr marL="0" indent="0">
              <a:lnSpc>
                <a:spcPct val="150000"/>
              </a:lnSpc>
              <a:buNone/>
            </a:pPr>
            <a:r>
              <a:rPr lang="en-GB" sz="1200" dirty="0">
                <a:solidFill>
                  <a:srgbClr val="00AB80"/>
                </a:solidFill>
              </a:rPr>
              <a:t>Education</a:t>
            </a:r>
          </a:p>
        </p:txBody>
      </p:sp>
      <p:grpSp>
        <p:nvGrpSpPr>
          <p:cNvPr id="30" name="Group 29">
            <a:extLst>
              <a:ext uri="{FF2B5EF4-FFF2-40B4-BE49-F238E27FC236}">
                <a16:creationId xmlns:a16="http://schemas.microsoft.com/office/drawing/2014/main" id="{A04F5F41-3A2D-4DD1-FE07-979FAD2578E8}"/>
              </a:ext>
            </a:extLst>
          </p:cNvPr>
          <p:cNvGrpSpPr/>
          <p:nvPr/>
        </p:nvGrpSpPr>
        <p:grpSpPr>
          <a:xfrm>
            <a:off x="3335752" y="5818001"/>
            <a:ext cx="4782734" cy="2036755"/>
            <a:chOff x="3335752" y="5822449"/>
            <a:chExt cx="4782734" cy="2036755"/>
          </a:xfrm>
        </p:grpSpPr>
        <p:sp>
          <p:nvSpPr>
            <p:cNvPr id="55" name="TextBox 54">
              <a:extLst>
                <a:ext uri="{FF2B5EF4-FFF2-40B4-BE49-F238E27FC236}">
                  <a16:creationId xmlns:a16="http://schemas.microsoft.com/office/drawing/2014/main" id="{20D856C0-6C6C-30D2-8947-79D3F4B5FE07}"/>
                </a:ext>
              </a:extLst>
            </p:cNvPr>
            <p:cNvSpPr txBox="1"/>
            <p:nvPr/>
          </p:nvSpPr>
          <p:spPr>
            <a:xfrm>
              <a:off x="3335752" y="5822449"/>
              <a:ext cx="4782734" cy="461665"/>
            </a:xfrm>
            <a:prstGeom prst="rect">
              <a:avLst/>
            </a:prstGeom>
            <a:noFill/>
          </p:spPr>
          <p:txBody>
            <a:bodyPr wrap="square" rtlCol="0">
              <a:spAutoFit/>
            </a:bodyPr>
            <a:lstStyle/>
            <a:p>
              <a:r>
                <a:rPr lang="en-AU" sz="1200" b="1" dirty="0">
                  <a:solidFill>
                    <a:srgbClr val="A93584"/>
                  </a:solidFill>
                  <a:latin typeface="Roboto" panose="02000000000000000000" pitchFamily="2" charset="0"/>
                  <a:ea typeface="Roboto" panose="02000000000000000000" pitchFamily="2" charset="0"/>
                </a:rPr>
                <a:t>Financial Services Organisation– Team Lead</a:t>
              </a:r>
            </a:p>
            <a:p>
              <a:endParaRPr lang="en-AU" sz="1200" b="1" dirty="0">
                <a:solidFill>
                  <a:srgbClr val="A93584"/>
                </a:solidFill>
                <a:latin typeface="Roboto" panose="02000000000000000000" pitchFamily="2" charset="0"/>
                <a:ea typeface="Roboto" panose="02000000000000000000" pitchFamily="2" charset="0"/>
              </a:endParaRPr>
            </a:p>
          </p:txBody>
        </p:sp>
        <p:sp>
          <p:nvSpPr>
            <p:cNvPr id="54" name="TextBox 53">
              <a:extLst>
                <a:ext uri="{FF2B5EF4-FFF2-40B4-BE49-F238E27FC236}">
                  <a16:creationId xmlns:a16="http://schemas.microsoft.com/office/drawing/2014/main" id="{4F1DF6EC-2D10-1310-483C-35027A70DDA1}"/>
                </a:ext>
              </a:extLst>
            </p:cNvPr>
            <p:cNvSpPr txBox="1"/>
            <p:nvPr/>
          </p:nvSpPr>
          <p:spPr>
            <a:xfrm>
              <a:off x="3469640" y="6074100"/>
              <a:ext cx="4527869" cy="1785104"/>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1000">
                  <a:solidFill>
                    <a:schemeClr val="bg1"/>
                  </a:solidFill>
                  <a:latin typeface="Roboto Light" panose="02000000000000000000" pitchFamily="2" charset="0"/>
                  <a:ea typeface="Roboto Light" panose="02000000000000000000" pitchFamily="2" charset="0"/>
                </a:defRPr>
              </a:lvl1pPr>
            </a:lstStyle>
            <a:p>
              <a:r>
                <a:rPr lang="en-AU" dirty="0"/>
                <a:t>Designed solutions to meet business, technical and user requirements using OCDM, ODI, OWB, OBIEE and Discoverer.</a:t>
              </a:r>
            </a:p>
            <a:p>
              <a:r>
                <a:rPr lang="en-AU" dirty="0"/>
                <a:t>Supported the operation of BI &amp; Analytics assets and processes in Oracle Data Warehouse.</a:t>
              </a:r>
            </a:p>
            <a:p>
              <a:r>
                <a:rPr lang="en-AU" dirty="0"/>
                <a:t>Analysed data to identify patterns/ trends and work with business to develop strategies for better service delivery.</a:t>
              </a:r>
            </a:p>
            <a:p>
              <a:r>
                <a:rPr lang="en-AU" dirty="0"/>
                <a:t>Presented service performance KPI and operational reports to executives </a:t>
              </a:r>
            </a:p>
            <a:p>
              <a:r>
                <a:rPr lang="en-AU" dirty="0"/>
                <a:t>Led the client IT team in ‘DWH Overhauling’ project that replaced the legacy data warehouse with OCDM on Exadata enabling data availability for better decision making and leading the pathway for advanced data mining. </a:t>
              </a:r>
            </a:p>
            <a:p>
              <a:endParaRPr lang="en-AU" dirty="0"/>
            </a:p>
          </p:txBody>
        </p:sp>
        <p:cxnSp>
          <p:nvCxnSpPr>
            <p:cNvPr id="56" name="Straight Connector 55">
              <a:extLst>
                <a:ext uri="{FF2B5EF4-FFF2-40B4-BE49-F238E27FC236}">
                  <a16:creationId xmlns:a16="http://schemas.microsoft.com/office/drawing/2014/main" id="{C0271841-9AD2-76A9-36A3-77AD3CD1ED17}"/>
                </a:ext>
              </a:extLst>
            </p:cNvPr>
            <p:cNvCxnSpPr>
              <a:cxnSpLocks/>
            </p:cNvCxnSpPr>
            <p:nvPr/>
          </p:nvCxnSpPr>
          <p:spPr>
            <a:xfrm>
              <a:off x="3430684" y="6120172"/>
              <a:ext cx="0" cy="1496786"/>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
        <p:nvSpPr>
          <p:cNvPr id="60" name="TextBox 59">
            <a:extLst>
              <a:ext uri="{FF2B5EF4-FFF2-40B4-BE49-F238E27FC236}">
                <a16:creationId xmlns:a16="http://schemas.microsoft.com/office/drawing/2014/main" id="{FD202519-197D-24FE-C4B7-F4419021EC1E}"/>
              </a:ext>
            </a:extLst>
          </p:cNvPr>
          <p:cNvSpPr txBox="1"/>
          <p:nvPr/>
        </p:nvSpPr>
        <p:spPr>
          <a:xfrm>
            <a:off x="254203" y="3325031"/>
            <a:ext cx="2864575" cy="1846659"/>
          </a:xfrm>
          <a:prstGeom prst="rect">
            <a:avLst/>
          </a:prstGeom>
          <a:noFill/>
        </p:spPr>
        <p:txBody>
          <a:bodyPr wrap="square" lIns="0" tIns="0" rIns="0" bIns="0" rtlCol="0" anchor="t">
            <a:spAutoFit/>
          </a:bodyPr>
          <a:lstStyle>
            <a:defPPr>
              <a:defRPr lang="en-US"/>
            </a:defPPr>
            <a:lvl1pPr>
              <a:defRPr sz="1000" spc="13">
                <a:latin typeface="Roboto Light"/>
                <a:ea typeface="Roboto Light"/>
                <a:cs typeface="Lato"/>
              </a:defRPr>
            </a:lvl1pPr>
          </a:lstStyle>
          <a:p>
            <a:r>
              <a:rPr lang="en-AU" dirty="0"/>
              <a:t>Aungshu holds significant experience with multiple operating systems, SQL, relational and distributed data technologies in high volume data environments across multiple industries. A strong understanding of CI/ CD practices, code versioning and configuration management. Adaptive and collaborative, Aungshu has a problem-solving mindset, and is highly enthusiastic about cloud technologies. Keen to share his expertise, Aungshu has a passion for assisting businesses to effectively leverage investments in cloud.</a:t>
            </a:r>
            <a:endParaRPr lang="en-US" dirty="0"/>
          </a:p>
        </p:txBody>
      </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EAAB431-6FA9-4678-BFEA-63CD1CAD6FC2}">
  <ds:schemaRefs>
    <ds:schemaRef ds:uri="http://schemas.microsoft.com/sharepoint/v3/contenttype/forms"/>
  </ds:schemaRefs>
</ds:datastoreItem>
</file>

<file path=customXml/itemProps2.xml><?xml version="1.0" encoding="utf-8"?>
<ds:datastoreItem xmlns:ds="http://schemas.openxmlformats.org/officeDocument/2006/customXml" ds:itemID="{B79DDFC6-124A-4859-BB62-4C7039BA48C0}">
  <ds:schemaRefs>
    <ds:schemaRef ds:uri="http://purl.org/dc/terms/"/>
    <ds:schemaRef ds:uri="http://www.w3.org/XML/1998/namespace"/>
    <ds:schemaRef ds:uri="http://purl.org/dc/dcmitype/"/>
    <ds:schemaRef ds:uri="http://schemas.microsoft.com/office/infopath/2007/PartnerControls"/>
    <ds:schemaRef ds:uri="http://schemas.microsoft.com/office/2006/metadata/properties"/>
    <ds:schemaRef ds:uri="http://schemas.openxmlformats.org/package/2006/metadata/core-properties"/>
    <ds:schemaRef ds:uri="http://schemas.microsoft.com/office/2006/documentManagement/types"/>
    <ds:schemaRef ds:uri="daf93972-1964-4522-aa34-640805a01c3a"/>
    <ds:schemaRef ds:uri="http://purl.org/dc/elements/1.1/"/>
    <ds:schemaRef ds:uri="e52cd9e7-35e5-4bd3-9cab-ca6a63c31e52"/>
  </ds:schemaRefs>
</ds:datastoreItem>
</file>

<file path=customXml/itemProps3.xml><?xml version="1.0" encoding="utf-8"?>
<ds:datastoreItem xmlns:ds="http://schemas.openxmlformats.org/officeDocument/2006/customXml" ds:itemID="{E88910B1-5802-43AB-A9A5-DDABF570E12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f93972-1964-4522-aa34-640805a01c3a"/>
    <ds:schemaRef ds:uri="e52cd9e7-35e5-4bd3-9cab-ca6a63c31e5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2648</TotalTime>
  <Words>592</Words>
  <Application>Microsoft Office PowerPoint</Application>
  <PresentationFormat>Custom</PresentationFormat>
  <Paragraphs>77</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11</cp:revision>
  <dcterms:created xsi:type="dcterms:W3CDTF">2019-12-03T01:50:37Z</dcterms:created>
  <dcterms:modified xsi:type="dcterms:W3CDTF">2024-09-10T05:13:09Z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