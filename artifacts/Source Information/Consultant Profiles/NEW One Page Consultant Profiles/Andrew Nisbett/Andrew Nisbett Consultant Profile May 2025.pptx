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03DFEE-371A-464E-B7C0-6AD3A01D9FAE}" v="2280" dt="2025-05-22T03:08:38.909"/>
    <p1510:client id="{C0A2EDEF-3148-4781-88C0-13E1B2787615}" v="11" dt="2025-05-22T03:12:51.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448"/>
        <p:guide pos="3168"/>
        <p:guide pos="311"/>
        <p:guide pos="5994"/>
        <p:guide orient="horz" pos="148"/>
        <p:guide orient="horz" pos="4748"/>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Nisbett" userId="2cdcd649-906d-48e9-836a-3bd72dc5b482" providerId="ADAL" clId="{8B03DFEE-371A-464E-B7C0-6AD3A01D9FAE}"/>
    <pc:docChg chg="undo custSel modSld">
      <pc:chgData name="Andrew Nisbett" userId="2cdcd649-906d-48e9-836a-3bd72dc5b482" providerId="ADAL" clId="{8B03DFEE-371A-464E-B7C0-6AD3A01D9FAE}" dt="2025-05-22T03:08:38.909" v="2279" actId="1037"/>
      <pc:docMkLst>
        <pc:docMk/>
      </pc:docMkLst>
      <pc:sldChg chg="modSp mod">
        <pc:chgData name="Andrew Nisbett" userId="2cdcd649-906d-48e9-836a-3bd72dc5b482" providerId="ADAL" clId="{8B03DFEE-371A-464E-B7C0-6AD3A01D9FAE}" dt="2025-05-22T03:08:38.909" v="2279" actId="1037"/>
        <pc:sldMkLst>
          <pc:docMk/>
          <pc:sldMk cId="2009923557" sldId="270"/>
        </pc:sldMkLst>
        <pc:spChg chg="mod">
          <ac:chgData name="Andrew Nisbett" userId="2cdcd649-906d-48e9-836a-3bd72dc5b482" providerId="ADAL" clId="{8B03DFEE-371A-464E-B7C0-6AD3A01D9FAE}" dt="2025-05-22T03:08:38.909" v="2279" actId="1037"/>
          <ac:spMkLst>
            <pc:docMk/>
            <pc:sldMk cId="2009923557" sldId="270"/>
            <ac:spMk id="2" creationId="{2FA774CA-3857-9308-4D38-9414B0CC2B95}"/>
          </ac:spMkLst>
        </pc:spChg>
        <pc:spChg chg="mod">
          <ac:chgData name="Andrew Nisbett" userId="2cdcd649-906d-48e9-836a-3bd72dc5b482" providerId="ADAL" clId="{8B03DFEE-371A-464E-B7C0-6AD3A01D9FAE}" dt="2025-05-22T02:56:53.809" v="1596" actId="1035"/>
          <ac:spMkLst>
            <pc:docMk/>
            <pc:sldMk cId="2009923557" sldId="270"/>
            <ac:spMk id="4" creationId="{80F49B2F-21D4-F9EB-049F-717A10CB7D84}"/>
          </ac:spMkLst>
        </pc:spChg>
        <pc:spChg chg="mod">
          <ac:chgData name="Andrew Nisbett" userId="2cdcd649-906d-48e9-836a-3bd72dc5b482" providerId="ADAL" clId="{8B03DFEE-371A-464E-B7C0-6AD3A01D9FAE}" dt="2025-05-22T03:08:38.909" v="2279" actId="1037"/>
          <ac:spMkLst>
            <pc:docMk/>
            <pc:sldMk cId="2009923557" sldId="270"/>
            <ac:spMk id="6" creationId="{701E125D-B356-8A2A-B86B-AB6567CEABE1}"/>
          </ac:spMkLst>
        </pc:spChg>
        <pc:spChg chg="mod">
          <ac:chgData name="Andrew Nisbett" userId="2cdcd649-906d-48e9-836a-3bd72dc5b482" providerId="ADAL" clId="{8B03DFEE-371A-464E-B7C0-6AD3A01D9FAE}" dt="2025-05-22T01:33:06.525" v="373" actId="6549"/>
          <ac:spMkLst>
            <pc:docMk/>
            <pc:sldMk cId="2009923557" sldId="270"/>
            <ac:spMk id="9" creationId="{73AF90DA-A8BA-A38E-D7B5-20B62F60DBA2}"/>
          </ac:spMkLst>
        </pc:spChg>
        <pc:spChg chg="mod">
          <ac:chgData name="Andrew Nisbett" userId="2cdcd649-906d-48e9-836a-3bd72dc5b482" providerId="ADAL" clId="{8B03DFEE-371A-464E-B7C0-6AD3A01D9FAE}" dt="2025-05-22T03:06:54.476" v="2272" actId="1036"/>
          <ac:spMkLst>
            <pc:docMk/>
            <pc:sldMk cId="2009923557" sldId="270"/>
            <ac:spMk id="10" creationId="{06312B81-BCF1-2796-C112-3DBE0E02F483}"/>
          </ac:spMkLst>
        </pc:spChg>
        <pc:spChg chg="mod">
          <ac:chgData name="Andrew Nisbett" userId="2cdcd649-906d-48e9-836a-3bd72dc5b482" providerId="ADAL" clId="{8B03DFEE-371A-464E-B7C0-6AD3A01D9FAE}" dt="2025-05-22T03:08:38.909" v="2279" actId="1037"/>
          <ac:spMkLst>
            <pc:docMk/>
            <pc:sldMk cId="2009923557" sldId="270"/>
            <ac:spMk id="12" creationId="{00BFB9EC-C6FC-9CD6-25D9-30AE5857C83C}"/>
          </ac:spMkLst>
        </pc:spChg>
        <pc:spChg chg="mod">
          <ac:chgData name="Andrew Nisbett" userId="2cdcd649-906d-48e9-836a-3bd72dc5b482" providerId="ADAL" clId="{8B03DFEE-371A-464E-B7C0-6AD3A01D9FAE}" dt="2025-05-22T01:28:20.393" v="341" actId="20577"/>
          <ac:spMkLst>
            <pc:docMk/>
            <pc:sldMk cId="2009923557" sldId="270"/>
            <ac:spMk id="13" creationId="{FD2720C9-A79F-BD7F-E179-674AD67D7892}"/>
          </ac:spMkLst>
        </pc:spChg>
        <pc:spChg chg="mod">
          <ac:chgData name="Andrew Nisbett" userId="2cdcd649-906d-48e9-836a-3bd72dc5b482" providerId="ADAL" clId="{8B03DFEE-371A-464E-B7C0-6AD3A01D9FAE}" dt="2025-05-22T02:56:19.576" v="1588" actId="1038"/>
          <ac:spMkLst>
            <pc:docMk/>
            <pc:sldMk cId="2009923557" sldId="270"/>
            <ac:spMk id="14" creationId="{476A2B4B-DF73-B449-C876-B221F898C872}"/>
          </ac:spMkLst>
        </pc:spChg>
        <pc:spChg chg="mod">
          <ac:chgData name="Andrew Nisbett" userId="2cdcd649-906d-48e9-836a-3bd72dc5b482" providerId="ADAL" clId="{8B03DFEE-371A-464E-B7C0-6AD3A01D9FAE}" dt="2025-05-22T03:08:38.909" v="2279" actId="1037"/>
          <ac:spMkLst>
            <pc:docMk/>
            <pc:sldMk cId="2009923557" sldId="270"/>
            <ac:spMk id="19" creationId="{7513C49A-2DF2-8111-FED4-FC07A8EAD258}"/>
          </ac:spMkLst>
        </pc:spChg>
        <pc:spChg chg="mod">
          <ac:chgData name="Andrew Nisbett" userId="2cdcd649-906d-48e9-836a-3bd72dc5b482" providerId="ADAL" clId="{8B03DFEE-371A-464E-B7C0-6AD3A01D9FAE}" dt="2025-05-22T01:28:29.443" v="344" actId="1036"/>
          <ac:spMkLst>
            <pc:docMk/>
            <pc:sldMk cId="2009923557" sldId="270"/>
            <ac:spMk id="20" creationId="{716A87E2-F657-C1C6-3715-B7C8A7F1E050}"/>
          </ac:spMkLst>
        </pc:spChg>
        <pc:spChg chg="mod">
          <ac:chgData name="Andrew Nisbett" userId="2cdcd649-906d-48e9-836a-3bd72dc5b482" providerId="ADAL" clId="{8B03DFEE-371A-464E-B7C0-6AD3A01D9FAE}" dt="2025-05-22T02:56:53.809" v="1596" actId="1035"/>
          <ac:spMkLst>
            <pc:docMk/>
            <pc:sldMk cId="2009923557" sldId="270"/>
            <ac:spMk id="26" creationId="{1A3D666D-00C8-D106-73C3-9FF300F8618C}"/>
          </ac:spMkLst>
        </pc:spChg>
        <pc:spChg chg="mod">
          <ac:chgData name="Andrew Nisbett" userId="2cdcd649-906d-48e9-836a-3bd72dc5b482" providerId="ADAL" clId="{8B03DFEE-371A-464E-B7C0-6AD3A01D9FAE}" dt="2025-05-22T03:06:54.476" v="2272" actId="1036"/>
          <ac:spMkLst>
            <pc:docMk/>
            <pc:sldMk cId="2009923557" sldId="270"/>
            <ac:spMk id="28" creationId="{6059F888-3BDF-A1C0-65E5-CB6FDD43D97C}"/>
          </ac:spMkLst>
        </pc:spChg>
        <pc:spChg chg="mod">
          <ac:chgData name="Andrew Nisbett" userId="2cdcd649-906d-48e9-836a-3bd72dc5b482" providerId="ADAL" clId="{8B03DFEE-371A-464E-B7C0-6AD3A01D9FAE}" dt="2025-05-22T03:08:38.909" v="2279" actId="1037"/>
          <ac:spMkLst>
            <pc:docMk/>
            <pc:sldMk cId="2009923557" sldId="270"/>
            <ac:spMk id="39" creationId="{3EA81938-6A76-B850-B0E8-A5F905AEBA98}"/>
          </ac:spMkLst>
        </pc:spChg>
        <pc:spChg chg="mod">
          <ac:chgData name="Andrew Nisbett" userId="2cdcd649-906d-48e9-836a-3bd72dc5b482" providerId="ADAL" clId="{8B03DFEE-371A-464E-B7C0-6AD3A01D9FAE}" dt="2025-05-22T03:08:38.909" v="2279" actId="1037"/>
          <ac:spMkLst>
            <pc:docMk/>
            <pc:sldMk cId="2009923557" sldId="270"/>
            <ac:spMk id="173" creationId="{994303C8-DFEA-5175-3E9D-3727861435B6}"/>
          </ac:spMkLst>
        </pc:spChg>
        <pc:spChg chg="mod">
          <ac:chgData name="Andrew Nisbett" userId="2cdcd649-906d-48e9-836a-3bd72dc5b482" providerId="ADAL" clId="{8B03DFEE-371A-464E-B7C0-6AD3A01D9FAE}" dt="2025-05-22T03:08:38.909" v="2279" actId="1037"/>
          <ac:spMkLst>
            <pc:docMk/>
            <pc:sldMk cId="2009923557" sldId="270"/>
            <ac:spMk id="175" creationId="{B9775FC7-7124-8CCA-9B1C-7CCD7D3DF384}"/>
          </ac:spMkLst>
        </pc:spChg>
        <pc:spChg chg="mod">
          <ac:chgData name="Andrew Nisbett" userId="2cdcd649-906d-48e9-836a-3bd72dc5b482" providerId="ADAL" clId="{8B03DFEE-371A-464E-B7C0-6AD3A01D9FAE}" dt="2025-05-22T03:08:38.909" v="2279" actId="1037"/>
          <ac:spMkLst>
            <pc:docMk/>
            <pc:sldMk cId="2009923557" sldId="270"/>
            <ac:spMk id="189" creationId="{4A1CC9E5-C555-4A42-BD2F-52D83986D1E1}"/>
          </ac:spMkLst>
        </pc:spChg>
        <pc:grpChg chg="mod">
          <ac:chgData name="Andrew Nisbett" userId="2cdcd649-906d-48e9-836a-3bd72dc5b482" providerId="ADAL" clId="{8B03DFEE-371A-464E-B7C0-6AD3A01D9FAE}" dt="2025-05-22T03:08:38.909" v="2279" actId="1037"/>
          <ac:grpSpMkLst>
            <pc:docMk/>
            <pc:sldMk cId="2009923557" sldId="270"/>
            <ac:grpSpMk id="16" creationId="{A1F14AC0-7E81-3290-BFBD-9B334F5C0EFB}"/>
          </ac:grpSpMkLst>
        </pc:grpChg>
        <pc:picChg chg="mod">
          <ac:chgData name="Andrew Nisbett" userId="2cdcd649-906d-48e9-836a-3bd72dc5b482" providerId="ADAL" clId="{8B03DFEE-371A-464E-B7C0-6AD3A01D9FAE}" dt="2025-05-22T03:08:38.909" v="2279" actId="1037"/>
          <ac:picMkLst>
            <pc:docMk/>
            <pc:sldMk cId="2009923557" sldId="270"/>
            <ac:picMk id="33" creationId="{20B94328-DB79-FB55-B636-C97F5174B4C4}"/>
          </ac:picMkLst>
        </pc:picChg>
        <pc:cxnChg chg="mod">
          <ac:chgData name="Andrew Nisbett" userId="2cdcd649-906d-48e9-836a-3bd72dc5b482" providerId="ADAL" clId="{8B03DFEE-371A-464E-B7C0-6AD3A01D9FAE}" dt="2025-05-22T02:55:52.773" v="1562" actId="14100"/>
          <ac:cxnSpMkLst>
            <pc:docMk/>
            <pc:sldMk cId="2009923557" sldId="270"/>
            <ac:cxnSpMk id="3" creationId="{67C34E10-2CF8-9BCA-1CC6-D78A3FF9CA80}"/>
          </ac:cxnSpMkLst>
        </pc:cxnChg>
        <pc:cxnChg chg="mod">
          <ac:chgData name="Andrew Nisbett" userId="2cdcd649-906d-48e9-836a-3bd72dc5b482" providerId="ADAL" clId="{8B03DFEE-371A-464E-B7C0-6AD3A01D9FAE}" dt="2025-05-22T02:56:02.516" v="1568" actId="1035"/>
          <ac:cxnSpMkLst>
            <pc:docMk/>
            <pc:sldMk cId="2009923557" sldId="270"/>
            <ac:cxnSpMk id="15" creationId="{F87F05F2-DA4C-4F55-A5D0-1887110DF155}"/>
          </ac:cxnSpMkLst>
        </pc:cxnChg>
        <pc:cxnChg chg="mod">
          <ac:chgData name="Andrew Nisbett" userId="2cdcd649-906d-48e9-836a-3bd72dc5b482" providerId="ADAL" clId="{8B03DFEE-371A-464E-B7C0-6AD3A01D9FAE}" dt="2025-05-22T03:06:59.439" v="2276" actId="1036"/>
          <ac:cxnSpMkLst>
            <pc:docMk/>
            <pc:sldMk cId="2009923557" sldId="270"/>
            <ac:cxnSpMk id="21" creationId="{B0913DE4-461D-CE43-AABC-C4B3D7D22F45}"/>
          </ac:cxnSpMkLst>
        </pc:cxnChg>
        <pc:cxnChg chg="mod">
          <ac:chgData name="Andrew Nisbett" userId="2cdcd649-906d-48e9-836a-3bd72dc5b482" providerId="ADAL" clId="{8B03DFEE-371A-464E-B7C0-6AD3A01D9FAE}" dt="2025-05-22T02:56:40.335" v="1594" actId="1038"/>
          <ac:cxnSpMkLst>
            <pc:docMk/>
            <pc:sldMk cId="2009923557" sldId="270"/>
            <ac:cxnSpMk id="27" creationId="{FA56C067-11D9-4FE3-B97E-743BDA13E1DD}"/>
          </ac:cxnSpMkLst>
        </pc:cxnChg>
      </pc:sldChg>
    </pc:docChg>
  </pc:docChgLst>
  <pc:docChgLst>
    <pc:chgData name="Darcy Roach" userId="ba676ee9-e9b4-49e8-a515-8077106c948d" providerId="ADAL" clId="{C0A2EDEF-3148-4781-88C0-13E1B2787615}"/>
    <pc:docChg chg="undo custSel modSld">
      <pc:chgData name="Darcy Roach" userId="ba676ee9-e9b4-49e8-a515-8077106c948d" providerId="ADAL" clId="{C0A2EDEF-3148-4781-88C0-13E1B2787615}" dt="2025-05-22T03:12:51.548" v="891" actId="108"/>
      <pc:docMkLst>
        <pc:docMk/>
      </pc:docMkLst>
      <pc:sldChg chg="modSp mod">
        <pc:chgData name="Darcy Roach" userId="ba676ee9-e9b4-49e8-a515-8077106c948d" providerId="ADAL" clId="{C0A2EDEF-3148-4781-88C0-13E1B2787615}" dt="2025-05-22T03:12:51.548" v="891" actId="108"/>
        <pc:sldMkLst>
          <pc:docMk/>
          <pc:sldMk cId="2009923557" sldId="270"/>
        </pc:sldMkLst>
        <pc:spChg chg="mod">
          <ac:chgData name="Darcy Roach" userId="ba676ee9-e9b4-49e8-a515-8077106c948d" providerId="ADAL" clId="{C0A2EDEF-3148-4781-88C0-13E1B2787615}" dt="2025-05-21T03:48:00.571" v="421"/>
          <ac:spMkLst>
            <pc:docMk/>
            <pc:sldMk cId="2009923557" sldId="270"/>
            <ac:spMk id="2" creationId="{2FA774CA-3857-9308-4D38-9414B0CC2B95}"/>
          </ac:spMkLst>
        </pc:spChg>
        <pc:spChg chg="mod">
          <ac:chgData name="Darcy Roach" userId="ba676ee9-e9b4-49e8-a515-8077106c948d" providerId="ADAL" clId="{C0A2EDEF-3148-4781-88C0-13E1B2787615}" dt="2025-05-21T03:45:29.919" v="334" actId="20577"/>
          <ac:spMkLst>
            <pc:docMk/>
            <pc:sldMk cId="2009923557" sldId="270"/>
            <ac:spMk id="6" creationId="{701E125D-B356-8A2A-B86B-AB6567CEABE1}"/>
          </ac:spMkLst>
        </pc:spChg>
        <pc:spChg chg="mod">
          <ac:chgData name="Darcy Roach" userId="ba676ee9-e9b4-49e8-a515-8077106c948d" providerId="ADAL" clId="{C0A2EDEF-3148-4781-88C0-13E1B2787615}" dt="2025-05-21T03:56:02.136" v="877" actId="14100"/>
          <ac:spMkLst>
            <pc:docMk/>
            <pc:sldMk cId="2009923557" sldId="270"/>
            <ac:spMk id="9" creationId="{73AF90DA-A8BA-A38E-D7B5-20B62F60DBA2}"/>
          </ac:spMkLst>
        </pc:spChg>
        <pc:spChg chg="mod">
          <ac:chgData name="Darcy Roach" userId="ba676ee9-e9b4-49e8-a515-8077106c948d" providerId="ADAL" clId="{C0A2EDEF-3148-4781-88C0-13E1B2787615}" dt="2025-05-22T03:12:51.548" v="891" actId="108"/>
          <ac:spMkLst>
            <pc:docMk/>
            <pc:sldMk cId="2009923557" sldId="270"/>
            <ac:spMk id="10" creationId="{06312B81-BCF1-2796-C112-3DBE0E02F483}"/>
          </ac:spMkLst>
        </pc:spChg>
        <pc:spChg chg="mod">
          <ac:chgData name="Darcy Roach" userId="ba676ee9-e9b4-49e8-a515-8077106c948d" providerId="ADAL" clId="{C0A2EDEF-3148-4781-88C0-13E1B2787615}" dt="2025-05-21T03:45:50.925" v="350" actId="20577"/>
          <ac:spMkLst>
            <pc:docMk/>
            <pc:sldMk cId="2009923557" sldId="270"/>
            <ac:spMk id="12" creationId="{00BFB9EC-C6FC-9CD6-25D9-30AE5857C83C}"/>
          </ac:spMkLst>
        </pc:spChg>
        <pc:spChg chg="mod">
          <ac:chgData name="Darcy Roach" userId="ba676ee9-e9b4-49e8-a515-8077106c948d" providerId="ADAL" clId="{C0A2EDEF-3148-4781-88C0-13E1B2787615}" dt="2025-05-21T03:23:00.447" v="29" actId="20577"/>
          <ac:spMkLst>
            <pc:docMk/>
            <pc:sldMk cId="2009923557" sldId="270"/>
            <ac:spMk id="13" creationId="{FD2720C9-A79F-BD7F-E179-674AD67D7892}"/>
          </ac:spMkLst>
        </pc:spChg>
        <pc:spChg chg="mod">
          <ac:chgData name="Darcy Roach" userId="ba676ee9-e9b4-49e8-a515-8077106c948d" providerId="ADAL" clId="{C0A2EDEF-3148-4781-88C0-13E1B2787615}" dt="2025-05-21T03:48:17.940" v="433" actId="20577"/>
          <ac:spMkLst>
            <pc:docMk/>
            <pc:sldMk cId="2009923557" sldId="270"/>
            <ac:spMk id="19" creationId="{7513C49A-2DF2-8111-FED4-FC07A8EAD258}"/>
          </ac:spMkLst>
        </pc:spChg>
        <pc:spChg chg="mod">
          <ac:chgData name="Darcy Roach" userId="ba676ee9-e9b4-49e8-a515-8077106c948d" providerId="ADAL" clId="{C0A2EDEF-3148-4781-88C0-13E1B2787615}" dt="2025-05-21T03:23:07.702" v="65" actId="20577"/>
          <ac:spMkLst>
            <pc:docMk/>
            <pc:sldMk cId="2009923557" sldId="270"/>
            <ac:spMk id="22" creationId="{9D4E289E-1D52-CBDD-E381-40963429D7F1}"/>
          </ac:spMkLst>
        </pc:spChg>
        <pc:spChg chg="mod">
          <ac:chgData name="Darcy Roach" userId="ba676ee9-e9b4-49e8-a515-8077106c948d" providerId="ADAL" clId="{C0A2EDEF-3148-4781-88C0-13E1B2787615}" dt="2025-05-21T03:49:08.154" v="497" actId="20577"/>
          <ac:spMkLst>
            <pc:docMk/>
            <pc:sldMk cId="2009923557" sldId="270"/>
            <ac:spMk id="28" creationId="{6059F888-3BDF-A1C0-65E5-CB6FDD43D97C}"/>
          </ac:spMkLst>
        </pc:spChg>
        <pc:spChg chg="mod">
          <ac:chgData name="Darcy Roach" userId="ba676ee9-e9b4-49e8-a515-8077106c948d" providerId="ADAL" clId="{C0A2EDEF-3148-4781-88C0-13E1B2787615}" dt="2025-05-21T03:56:50.915" v="880" actId="1076"/>
          <ac:spMkLst>
            <pc:docMk/>
            <pc:sldMk cId="2009923557" sldId="270"/>
            <ac:spMk id="38" creationId="{AB47A2EE-BF0B-DB05-8B7C-DB6594B2B3D5}"/>
          </ac:spMkLst>
        </pc:spChg>
        <pc:spChg chg="mod">
          <ac:chgData name="Darcy Roach" userId="ba676ee9-e9b4-49e8-a515-8077106c948d" providerId="ADAL" clId="{C0A2EDEF-3148-4781-88C0-13E1B2787615}" dt="2025-05-21T03:56:28.918" v="878" actId="1076"/>
          <ac:spMkLst>
            <pc:docMk/>
            <pc:sldMk cId="2009923557" sldId="270"/>
            <ac:spMk id="39" creationId="{3EA81938-6A76-B850-B0E8-A5F905AEBA98}"/>
          </ac:spMkLst>
        </pc:spChg>
        <pc:spChg chg="mod">
          <ac:chgData name="Darcy Roach" userId="ba676ee9-e9b4-49e8-a515-8077106c948d" providerId="ADAL" clId="{C0A2EDEF-3148-4781-88C0-13E1B2787615}" dt="2025-05-21T03:50:48.352" v="531" actId="20577"/>
          <ac:spMkLst>
            <pc:docMk/>
            <pc:sldMk cId="2009923557" sldId="270"/>
            <ac:spMk id="175" creationId="{B9775FC7-7124-8CCA-9B1C-7CCD7D3DF384}"/>
          </ac:spMkLst>
        </pc:spChg>
        <pc:grpChg chg="mod">
          <ac:chgData name="Darcy Roach" userId="ba676ee9-e9b4-49e8-a515-8077106c948d" providerId="ADAL" clId="{C0A2EDEF-3148-4781-88C0-13E1B2787615}" dt="2025-05-21T03:56:44.761" v="879" actId="1076"/>
          <ac:grpSpMkLst>
            <pc:docMk/>
            <pc:sldMk cId="2009923557" sldId="270"/>
            <ac:grpSpMk id="5" creationId="{980A06B1-0A2F-7DF6-91DB-0F6DFA896A23}"/>
          </ac:grpSpMkLst>
        </pc:grpChg>
        <pc:grpChg chg="mod">
          <ac:chgData name="Darcy Roach" userId="ba676ee9-e9b4-49e8-a515-8077106c948d" providerId="ADAL" clId="{C0A2EDEF-3148-4781-88C0-13E1B2787615}" dt="2025-05-21T03:49:25.091" v="509" actId="1076"/>
          <ac:grpSpMkLst>
            <pc:docMk/>
            <pc:sldMk cId="2009923557" sldId="270"/>
            <ac:grpSpMk id="16" creationId="{A1F14AC0-7E81-3290-BFBD-9B334F5C0EFB}"/>
          </ac:grpSpMkLst>
        </pc:grpChg>
        <pc:cxnChg chg="mod">
          <ac:chgData name="Darcy Roach" userId="ba676ee9-e9b4-49e8-a515-8077106c948d" providerId="ADAL" clId="{C0A2EDEF-3148-4781-88C0-13E1B2787615}" dt="2025-05-21T03:45:42.527" v="336" actId="14100"/>
          <ac:cxnSpMkLst>
            <pc:docMk/>
            <pc:sldMk cId="2009923557" sldId="270"/>
            <ac:cxnSpMk id="3" creationId="{67C34E10-2CF8-9BCA-1CC6-D78A3FF9CA80}"/>
          </ac:cxnSpMkLst>
        </pc:cxnChg>
        <pc:cxnChg chg="mod">
          <ac:chgData name="Darcy Roach" userId="ba676ee9-e9b4-49e8-a515-8077106c948d" providerId="ADAL" clId="{C0A2EDEF-3148-4781-88C0-13E1B2787615}" dt="2025-05-21T03:48:08.434" v="422" actId="1076"/>
          <ac:cxnSpMkLst>
            <pc:docMk/>
            <pc:sldMk cId="2009923557" sldId="270"/>
            <ac:cxnSpMk id="15" creationId="{F87F05F2-DA4C-4F55-A5D0-1887110DF155}"/>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5/21/2025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5/21/2025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5/21/2025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381346"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384831"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40585" y="113351"/>
            <a:ext cx="2684870"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Andrew </a:t>
            </a:r>
          </a:p>
          <a:p>
            <a:r>
              <a:rPr lang="en-US" sz="2800" b="1">
                <a:solidFill>
                  <a:srgbClr val="00AB80"/>
                </a:solidFill>
                <a:latin typeface="Roboto" panose="02000000000000000000" pitchFamily="2" charset="0"/>
                <a:ea typeface="Roboto" panose="02000000000000000000" pitchFamily="2" charset="0"/>
              </a:rPr>
              <a:t>Nisbett</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44549" y="1277019"/>
            <a:ext cx="2972650" cy="310341"/>
          </a:xfrm>
          <a:prstGeom prst="rect">
            <a:avLst/>
          </a:prstGeom>
          <a:noFill/>
        </p:spPr>
        <p:txBody>
          <a:bodyPr wrap="square" lIns="91440" tIns="45720" rIns="91440" bIns="45720" anchor="t">
            <a:spAutoFit/>
          </a:bodyPr>
          <a:lstStyle/>
          <a:p>
            <a:pPr>
              <a:lnSpc>
                <a:spcPts val="1812"/>
              </a:lnSpc>
            </a:pPr>
            <a:r>
              <a:rPr lang="en-US" sz="1400" b="1" spc="13">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44292" y="1025116"/>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a:ea typeface="Roboto Light"/>
                <a:cs typeface="Lato"/>
              </a:rPr>
              <a:t>Head of Delivery</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57039" y="5748677"/>
            <a:ext cx="1477099" cy="17543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Leadership &amp; Management (various IT functions)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Strategy &amp; Planning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Org Design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Stakeholder Mgt </a:t>
            </a:r>
            <a:br>
              <a:rPr lang="en-AU" sz="900">
                <a:latin typeface="Roboto Light" panose="02000000000000000000" pitchFamily="2" charset="0"/>
                <a:ea typeface="Roboto Light" panose="02000000000000000000" pitchFamily="2" charset="0"/>
              </a:rPr>
            </a:br>
            <a:r>
              <a:rPr lang="en-AU" sz="900">
                <a:latin typeface="Roboto Light" panose="02000000000000000000" pitchFamily="2" charset="0"/>
                <a:ea typeface="Roboto Light" panose="02000000000000000000" pitchFamily="2" charset="0"/>
              </a:rPr>
              <a:t>(all levels)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Strong communicator</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ITIL &amp; IT Service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Problem Solver</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Mentoring</a:t>
            </a: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22735"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398326" y="1482606"/>
            <a:ext cx="0" cy="198000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13435"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72060" y="3096475"/>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05644"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186407" y="707439"/>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088672" y="1283343"/>
            <a:ext cx="1951941" cy="1723549"/>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Energy &amp; Utilities</a:t>
            </a:r>
          </a:p>
          <a:p>
            <a:pPr marL="0" indent="0">
              <a:lnSpc>
                <a:spcPct val="150000"/>
              </a:lnSpc>
              <a:buNone/>
            </a:pPr>
            <a:r>
              <a:rPr lang="en-GB" sz="1200">
                <a:solidFill>
                  <a:srgbClr val="00AB80"/>
                </a:solidFill>
              </a:rPr>
              <a:t>FMCG &amp; Manufacturing</a:t>
            </a:r>
          </a:p>
          <a:p>
            <a:pPr marL="0" indent="0">
              <a:lnSpc>
                <a:spcPct val="150000"/>
              </a:lnSpc>
              <a:buNone/>
            </a:pPr>
            <a:r>
              <a:rPr lang="en-GB" sz="1200">
                <a:solidFill>
                  <a:srgbClr val="00AB80"/>
                </a:solidFill>
              </a:rPr>
              <a:t>Banking &amp; Finance</a:t>
            </a:r>
          </a:p>
          <a:p>
            <a:pPr marL="0" indent="0">
              <a:lnSpc>
                <a:spcPct val="150000"/>
              </a:lnSpc>
              <a:buNone/>
            </a:pPr>
            <a:r>
              <a:rPr lang="en-GB" sz="1200">
                <a:solidFill>
                  <a:srgbClr val="00AB80"/>
                </a:solidFill>
              </a:rPr>
              <a:t>Telecommunications</a:t>
            </a:r>
          </a:p>
          <a:p>
            <a:pPr marL="0" indent="0">
              <a:lnSpc>
                <a:spcPct val="150000"/>
              </a:lnSpc>
              <a:buNone/>
            </a:pPr>
            <a:r>
              <a:rPr lang="en-GB" sz="1200">
                <a:solidFill>
                  <a:srgbClr val="00AB80"/>
                </a:solidFill>
              </a:rPr>
              <a:t>Agriculture</a:t>
            </a:r>
          </a:p>
          <a:p>
            <a:pPr marL="0" indent="0">
              <a:lnSpc>
                <a:spcPct val="150000"/>
              </a:lnSpc>
              <a:buNone/>
            </a:pPr>
            <a:r>
              <a:rPr lang="en-GB" sz="1200">
                <a:solidFill>
                  <a:srgbClr val="00AB80"/>
                </a:solidFill>
              </a:rPr>
              <a:t>Government</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186407"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096016" y="3311919"/>
            <a:ext cx="1963972" cy="3046988"/>
            <a:chOff x="8109447" y="2681447"/>
            <a:chExt cx="1963972" cy="304698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9447" y="2681447"/>
              <a:ext cx="1963972" cy="3046988"/>
            </a:xfrm>
            <a:prstGeom prst="rect">
              <a:avLst/>
            </a:prstGeom>
            <a:noFill/>
          </p:spPr>
          <p:txBody>
            <a:bodyPr wrap="square">
              <a:spAutoFit/>
            </a:bodyPr>
            <a:lstStyle/>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Google Cloud | Certified Cloud Digital Leader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Scrum Alliance |</a:t>
              </a:r>
              <a:r>
                <a:rPr lang="en-GB" sz="1200">
                  <a:solidFill>
                    <a:srgbClr val="00AB80"/>
                  </a:solidFill>
                  <a:latin typeface="Roboto Light" panose="02000000000000000000" pitchFamily="2" charset="0"/>
                  <a:ea typeface="Calibri" panose="020F0502020204030204" pitchFamily="34" charset="0"/>
                </a:rPr>
                <a:t> </a:t>
              </a:r>
              <a:r>
                <a:rPr lang="en-GB" sz="1200">
                  <a:solidFill>
                    <a:srgbClr val="00AB80"/>
                  </a:solidFill>
                  <a:effectLst/>
                  <a:latin typeface="Roboto Light" panose="02000000000000000000" pitchFamily="2" charset="0"/>
                  <a:ea typeface="Calibri" panose="020F0502020204030204" pitchFamily="34" charset="0"/>
                </a:rPr>
                <a:t>Certified Scrum Master</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Graduate Certificate | Business Management,  La Trobe University</a:t>
              </a: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Bachelors Degree |</a:t>
              </a:r>
              <a:r>
                <a:rPr lang="en-GB" sz="1200">
                  <a:solidFill>
                    <a:srgbClr val="00AB80"/>
                  </a:solidFill>
                  <a:latin typeface="Roboto Light" panose="02000000000000000000" pitchFamily="2" charset="0"/>
                  <a:ea typeface="Calibri" panose="020F0502020204030204" pitchFamily="34" charset="0"/>
                </a:rPr>
                <a:t> Applied Science, Computing &amp; IT, Queensland University of Technology</a:t>
              </a:r>
            </a:p>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56589" y="5748677"/>
            <a:ext cx="1490795" cy="1754326"/>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Program Delivery</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Scrum + Prince2</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Business Analysis</a:t>
            </a:r>
          </a:p>
          <a:p>
            <a:pPr marL="171450" indent="-171450">
              <a:buClr>
                <a:srgbClr val="00AB80"/>
              </a:buClr>
              <a:buFont typeface="Arial" panose="020B0604020202020204" pitchFamily="34" charset="0"/>
              <a:buChar char="•"/>
            </a:pPr>
            <a:r>
              <a:rPr kumimoji="0" lang="en-US" sz="90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Data Analysis</a:t>
            </a: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Process Analysis &amp; Improvement</a:t>
            </a:r>
            <a:endParaRPr lang="en-AU"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Integration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SDLC</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Commercial / Vendor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Change Management</a:t>
            </a: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58959" y="5386173"/>
            <a:ext cx="2552013" cy="307777"/>
          </a:xfrm>
          <a:prstGeom prst="rect">
            <a:avLst/>
          </a:prstGeom>
          <a:noFill/>
        </p:spPr>
        <p:txBody>
          <a:bodyPr wrap="square" rtlCol="0">
            <a:spAutoFit/>
          </a:bodyPr>
          <a:lstStyle/>
          <a:p>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06402" y="1020941"/>
            <a:ext cx="4192693" cy="461665"/>
          </a:xfrm>
          <a:prstGeom prst="rect">
            <a:avLst/>
          </a:prstGeom>
          <a:noFill/>
        </p:spPr>
        <p:txBody>
          <a:bodyPr wrap="square" lIns="91440" tIns="45720" rIns="91440" bIns="45720" rtlCol="0" anchor="t">
            <a:spAutoFit/>
          </a:bodyPr>
          <a:lstStyle/>
          <a:p>
            <a:r>
              <a:rPr lang="en-AU" sz="1200" b="1">
                <a:solidFill>
                  <a:srgbClr val="0059FF"/>
                </a:solidFill>
                <a:latin typeface="Roboto"/>
                <a:ea typeface="Roboto"/>
                <a:cs typeface="Roboto"/>
              </a:rPr>
              <a:t>Global Agriculture Organisation – Global Group Manager, Data &amp; Insights </a:t>
            </a:r>
            <a:endParaRPr lang="en-US"/>
          </a:p>
        </p:txBody>
      </p:sp>
      <p:sp>
        <p:nvSpPr>
          <p:cNvPr id="2" name="TextBox 1">
            <a:extLst>
              <a:ext uri="{FF2B5EF4-FFF2-40B4-BE49-F238E27FC236}">
                <a16:creationId xmlns:a16="http://schemas.microsoft.com/office/drawing/2014/main" id="{2FA774CA-3857-9308-4D38-9414B0CC2B95}"/>
              </a:ext>
            </a:extLst>
          </p:cNvPr>
          <p:cNvSpPr txBox="1"/>
          <p:nvPr/>
        </p:nvSpPr>
        <p:spPr>
          <a:xfrm>
            <a:off x="3305936" y="3565170"/>
            <a:ext cx="4542465" cy="830997"/>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Australian Energy Organisation – Program Manager, Digital Transformation Data &amp; Integration Stream</a:t>
            </a:r>
          </a:p>
          <a:p>
            <a:endParaRPr lang="en-AU" sz="1200" b="1">
              <a:solidFill>
                <a:srgbClr val="ED7D31"/>
              </a:solidFill>
              <a:latin typeface="Roboto" panose="02000000000000000000" pitchFamily="2" charset="0"/>
              <a:ea typeface="Roboto" panose="02000000000000000000" pitchFamily="2" charset="0"/>
            </a:endParaRPr>
          </a:p>
          <a:p>
            <a:endParaRPr lang="en-AU" sz="1200" b="1">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5226" y="4054573"/>
            <a:ext cx="0" cy="173094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470716" y="3980668"/>
            <a:ext cx="4550464"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Leading a large team of IT professionals &amp; external partners to deliver a program with 7 concurrent streams transforming data strategy, data management, data governance, data analytics and data integration capabilities including:</a:t>
            </a:r>
          </a:p>
          <a:p>
            <a:r>
              <a:rPr lang="en-AU" sz="1000"/>
              <a:t>Enterprise Data Governance (with Collibra as the associated tool).</a:t>
            </a:r>
          </a:p>
          <a:p>
            <a:r>
              <a:rPr lang="en-AU" sz="1000"/>
              <a:t>Modern Cloud Data Platform (Databricks on Azure) with Power BI as the new enterprise BI analytics tool and  Azure ML for advanced analytics.</a:t>
            </a:r>
          </a:p>
          <a:p>
            <a:r>
              <a:rPr lang="en-AU" sz="1000"/>
              <a:t>Enterprise-class API Management Eco-system (Microsoft APIM).</a:t>
            </a:r>
          </a:p>
          <a:p>
            <a:r>
              <a:rPr lang="en-AU" sz="1000"/>
              <a:t>Enterprise-class Data Integration Solution (Boomi).</a:t>
            </a:r>
          </a:p>
          <a:p>
            <a:r>
              <a:rPr lang="en-AU" sz="1000"/>
              <a:t>Enterprise-class Master Data Management Solution (</a:t>
            </a:r>
            <a:r>
              <a:rPr lang="en-AU" sz="1000" err="1"/>
              <a:t>Ataccama</a:t>
            </a:r>
            <a:r>
              <a:rPr lang="en-AU" sz="1000"/>
              <a:t>).</a:t>
            </a:r>
          </a:p>
          <a:p>
            <a:r>
              <a:rPr lang="en-AU" sz="1000"/>
              <a:t>Migrating of and decommissioning and retiring a large number of legacy solutions.</a:t>
            </a:r>
          </a:p>
        </p:txBody>
      </p:sp>
      <p:grpSp>
        <p:nvGrpSpPr>
          <p:cNvPr id="16" name="Group 15">
            <a:extLst>
              <a:ext uri="{FF2B5EF4-FFF2-40B4-BE49-F238E27FC236}">
                <a16:creationId xmlns:a16="http://schemas.microsoft.com/office/drawing/2014/main" id="{A1F14AC0-7E81-3290-BFBD-9B334F5C0EFB}"/>
              </a:ext>
            </a:extLst>
          </p:cNvPr>
          <p:cNvGrpSpPr/>
          <p:nvPr/>
        </p:nvGrpSpPr>
        <p:grpSpPr>
          <a:xfrm>
            <a:off x="3312580" y="5933811"/>
            <a:ext cx="4634010" cy="1670994"/>
            <a:chOff x="3342397" y="5491556"/>
            <a:chExt cx="4634010" cy="1670994"/>
          </a:xfrm>
        </p:grpSpPr>
        <p:sp>
          <p:nvSpPr>
            <p:cNvPr id="10" name="TextBox 9">
              <a:extLst>
                <a:ext uri="{FF2B5EF4-FFF2-40B4-BE49-F238E27FC236}">
                  <a16:creationId xmlns:a16="http://schemas.microsoft.com/office/drawing/2014/main" id="{06312B81-BCF1-2796-C112-3DBE0E02F483}"/>
                </a:ext>
              </a:extLst>
            </p:cNvPr>
            <p:cNvSpPr txBox="1"/>
            <p:nvPr/>
          </p:nvSpPr>
          <p:spPr>
            <a:xfrm>
              <a:off x="3576751" y="5772788"/>
              <a:ext cx="4399656" cy="132343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r>
                <a:rPr lang="en-AU" sz="1000"/>
                <a:t>Planned, led and delivered varying large programs and projects including:</a:t>
              </a:r>
            </a:p>
            <a:p>
              <a:r>
                <a:rPr lang="en-AU" sz="1000"/>
                <a:t>APAC business systems integration into Global SAP solution.</a:t>
              </a:r>
            </a:p>
            <a:p>
              <a:r>
                <a:rPr lang="en-AU" sz="1000"/>
                <a:t>Defining, establishing &amp; re-insourcing IT (including terminating failing outsource agreement and managing service transition).</a:t>
              </a:r>
            </a:p>
            <a:p>
              <a:r>
                <a:rPr lang="en-AU" sz="1000"/>
                <a:t>New cloud-based Customer Experience Centre (CXC) solution.</a:t>
              </a:r>
            </a:p>
            <a:p>
              <a:r>
                <a:rPr lang="en-AU" sz="1000"/>
                <a:t>Data Centre build and relocation (including cloud migration to Azure).</a:t>
              </a:r>
            </a:p>
            <a:p>
              <a:r>
                <a:rPr lang="en-AU" sz="1000"/>
                <a:t>Multiple M&amp;A business integration &amp; separation projects.</a:t>
              </a:r>
            </a:p>
            <a:p>
              <a:r>
                <a:rPr lang="en-AU" sz="1000"/>
                <a:t>Business Process Outsourcing. </a:t>
              </a:r>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63961" y="5795443"/>
              <a:ext cx="0" cy="1367107"/>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342397" y="5491556"/>
              <a:ext cx="4384685"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Leading Global FMCG Organisation – Senior Manager</a:t>
              </a: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44291" y="1584015"/>
            <a:ext cx="2967857" cy="3638817"/>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a:solidFill>
                  <a:schemeClr val="tx1"/>
                </a:solidFill>
              </a:rPr>
              <a:t>Andrew is an extremely experienced Business-oriented IT professional with over 30 years’ experience spanning multiple industries, including Energy, FMCG, Agriculture, Banking &amp; Finance, Telecommunications, and Government.  A practising Certified Scrum Master and Agile trainer, he has extensive experience in defining, initiating, planning, governing, managing and successfully delivering programs and projects using both Agile and more traditional methodologies like Prince 2.</a:t>
            </a:r>
          </a:p>
          <a:p>
            <a:endParaRPr lang="en-AU">
              <a:solidFill>
                <a:schemeClr val="tx1"/>
              </a:solidFill>
            </a:endParaRPr>
          </a:p>
          <a:p>
            <a:r>
              <a:rPr lang="en-AU">
                <a:solidFill>
                  <a:schemeClr val="tx1"/>
                </a:solidFill>
              </a:rPr>
              <a:t>His strong technical background provides a depth of understanding that rounds out his IT experience. An effective communicator, Andrew prides himself on being pragmatic and practical in leading, managing and working with teams to find a way to deliver successful outcomes that add genuine business value and ensure business investment in IT is not a wasted endeavour. </a:t>
            </a:r>
          </a:p>
        </p:txBody>
      </p:sp>
      <p:sp>
        <p:nvSpPr>
          <p:cNvPr id="12" name="TextBox 11">
            <a:extLst>
              <a:ext uri="{FF2B5EF4-FFF2-40B4-BE49-F238E27FC236}">
                <a16:creationId xmlns:a16="http://schemas.microsoft.com/office/drawing/2014/main" id="{00BFB9EC-C6FC-9CD6-25D9-30AE5857C83C}"/>
              </a:ext>
            </a:extLst>
          </p:cNvPr>
          <p:cNvSpPr txBox="1"/>
          <p:nvPr/>
        </p:nvSpPr>
        <p:spPr>
          <a:xfrm>
            <a:off x="3468030" y="1431776"/>
            <a:ext cx="4472295"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t>Brought in by the CIO as a specialist consultant to define, establish, lead and embed the newly created global Data Insights function, including membership of the Global IT Leadership team. </a:t>
            </a:r>
          </a:p>
          <a:p>
            <a:r>
              <a:rPr lang="en-AU"/>
              <a:t>Developed the org design (including services and position descriptions) and recruited the team.</a:t>
            </a:r>
          </a:p>
          <a:p>
            <a:r>
              <a:rPr lang="en-AU"/>
              <a:t>Developed the Data Analytics strategy &amp; roadmap including Business Case and funded plan to migrate and consolidate from legacy data warehouse and reporting technologies onto a new modern Cloud Data Platform.</a:t>
            </a:r>
          </a:p>
          <a:p>
            <a:r>
              <a:rPr lang="en-AU"/>
              <a:t>Led delivery of a number of high value data analytics initiatives covering Finance, Procurement, Supply Chain and Sales &amp; Marketing teams.</a:t>
            </a:r>
          </a:p>
          <a:p>
            <a:r>
              <a:rPr lang="en-AU"/>
              <a:t>Appointed as the “AI lead” within the IT Leadership Team and established framework / operating model to guide business teams in the safe and secure use and exploration of emerging AI technologies.</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78DE8-CA0B-4723-AF37-2B344746F8D2}">
  <ds:schemaRefs>
    <ds:schemaRef ds:uri="daf93972-1964-4522-aa34-640805a01c3a"/>
    <ds:schemaRef ds:uri="e52cd9e7-35e5-4bd3-9cab-ca6a63c31e5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36342BA-B801-4BF7-9391-F7E98E62908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revision>1</cp:revision>
  <dcterms:created xsi:type="dcterms:W3CDTF">2019-12-03T01:50:37Z</dcterms:created>
  <dcterms:modified xsi:type="dcterms:W3CDTF">2025-05-22T03:13:36Z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