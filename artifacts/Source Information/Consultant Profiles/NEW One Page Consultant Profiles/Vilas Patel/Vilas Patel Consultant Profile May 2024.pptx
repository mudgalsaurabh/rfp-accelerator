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1" r:id="rId5"/>
    <p:sldId id="270" r:id="rId6"/>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9FF"/>
    <a:srgbClr val="0F2B3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9A8C1F-1D2D-6507-126D-C81CF070A3C3}" v="6" dt="2024-11-20T05:20:40.927"/>
    <p1510:client id="{682A2BF8-FD65-4732-910E-297E3988FC5C}" v="146" dt="2024-11-20T23:34:17.0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o Bates" userId="S::hugo.bates@intelia.com.au::ba74953f-2fdb-4aeb-90e3-56b78010c38c" providerId="AD" clId="Web-{39B9C51A-3B3B-1E52-5663-E43075EBFA12}"/>
    <pc:docChg chg="modSld">
      <pc:chgData name="Hugo Bates" userId="S::hugo.bates@intelia.com.au::ba74953f-2fdb-4aeb-90e3-56b78010c38c" providerId="AD" clId="Web-{39B9C51A-3B3B-1E52-5663-E43075EBFA12}" dt="2024-09-30T04:50:51.551" v="11" actId="20577"/>
      <pc:docMkLst>
        <pc:docMk/>
      </pc:docMkLst>
      <pc:sldChg chg="modSp">
        <pc:chgData name="Hugo Bates" userId="S::hugo.bates@intelia.com.au::ba74953f-2fdb-4aeb-90e3-56b78010c38c" providerId="AD" clId="Web-{39B9C51A-3B3B-1E52-5663-E43075EBFA12}" dt="2024-09-30T04:50:51.551" v="11" actId="20577"/>
        <pc:sldMkLst>
          <pc:docMk/>
          <pc:sldMk cId="2009923557" sldId="270"/>
        </pc:sldMkLst>
        <pc:spChg chg="mod">
          <ac:chgData name="Hugo Bates" userId="S::hugo.bates@intelia.com.au::ba74953f-2fdb-4aeb-90e3-56b78010c38c" providerId="AD" clId="Web-{39B9C51A-3B3B-1E52-5663-E43075EBFA12}" dt="2024-09-30T04:50:51.551" v="11" actId="20577"/>
          <ac:spMkLst>
            <pc:docMk/>
            <pc:sldMk cId="2009923557" sldId="270"/>
            <ac:spMk id="9" creationId="{73AF90DA-A8BA-A38E-D7B5-20B62F60DBA2}"/>
          </ac:spMkLst>
        </pc:spChg>
      </pc:sldChg>
    </pc:docChg>
  </pc:docChgLst>
  <pc:docChgLst>
    <pc:chgData name="Janosh Raslask" userId="S::janosh.raslask@intelia.com.au::6c5bebf3-c154-41f0-a03c-d54f1fb667cb" providerId="AD" clId="Web-{BDD65929-73BB-4477-A0C9-48B7D4D8A89C}"/>
    <pc:docChg chg="modSld">
      <pc:chgData name="Janosh Raslask" userId="S::janosh.raslask@intelia.com.au::6c5bebf3-c154-41f0-a03c-d54f1fb667cb" providerId="AD" clId="Web-{BDD65929-73BB-4477-A0C9-48B7D4D8A89C}" dt="2024-03-14T02:24:35.749" v="1" actId="1076"/>
      <pc:docMkLst>
        <pc:docMk/>
      </pc:docMkLst>
      <pc:sldChg chg="modSp">
        <pc:chgData name="Janosh Raslask" userId="S::janosh.raslask@intelia.com.au::6c5bebf3-c154-41f0-a03c-d54f1fb667cb" providerId="AD" clId="Web-{BDD65929-73BB-4477-A0C9-48B7D4D8A89C}" dt="2024-03-14T02:24:35.749" v="1" actId="1076"/>
        <pc:sldMkLst>
          <pc:docMk/>
          <pc:sldMk cId="2009923557" sldId="270"/>
        </pc:sldMkLst>
        <pc:spChg chg="mod">
          <ac:chgData name="Janosh Raslask" userId="S::janosh.raslask@intelia.com.au::6c5bebf3-c154-41f0-a03c-d54f1fb667cb" providerId="AD" clId="Web-{BDD65929-73BB-4477-A0C9-48B7D4D8A89C}" dt="2024-03-14T02:24:35.749" v="1" actId="1076"/>
          <ac:spMkLst>
            <pc:docMk/>
            <pc:sldMk cId="2009923557" sldId="270"/>
            <ac:spMk id="6" creationId="{701E125D-B356-8A2A-B86B-AB6567CEABE1}"/>
          </ac:spMkLst>
        </pc:spChg>
      </pc:sldChg>
    </pc:docChg>
  </pc:docChgLst>
  <pc:docChgLst>
    <pc:chgData name="Darcy Roach" userId="ba676ee9-e9b4-49e8-a515-8077106c948d" providerId="ADAL" clId="{682A2BF8-FD65-4732-910E-297E3988FC5C}"/>
    <pc:docChg chg="undo custSel modSld sldOrd">
      <pc:chgData name="Darcy Roach" userId="ba676ee9-e9b4-49e8-a515-8077106c948d" providerId="ADAL" clId="{682A2BF8-FD65-4732-910E-297E3988FC5C}" dt="2024-11-20T23:34:17.043" v="583" actId="14100"/>
      <pc:docMkLst>
        <pc:docMk/>
      </pc:docMkLst>
      <pc:sldChg chg="addSp delSp modSp mod">
        <pc:chgData name="Darcy Roach" userId="ba676ee9-e9b4-49e8-a515-8077106c948d" providerId="ADAL" clId="{682A2BF8-FD65-4732-910E-297E3988FC5C}" dt="2024-11-20T23:34:17.043" v="583" actId="14100"/>
        <pc:sldMkLst>
          <pc:docMk/>
          <pc:sldMk cId="2009923557" sldId="270"/>
        </pc:sldMkLst>
        <pc:spChg chg="mod">
          <ac:chgData name="Darcy Roach" userId="ba676ee9-e9b4-49e8-a515-8077106c948d" providerId="ADAL" clId="{682A2BF8-FD65-4732-910E-297E3988FC5C}" dt="2024-11-20T23:33:59.412" v="580" actId="207"/>
          <ac:spMkLst>
            <pc:docMk/>
            <pc:sldMk cId="2009923557" sldId="270"/>
            <ac:spMk id="2" creationId="{2FA774CA-3857-9308-4D38-9414B0CC2B95}"/>
          </ac:spMkLst>
        </pc:spChg>
        <pc:spChg chg="del">
          <ac:chgData name="Darcy Roach" userId="ba676ee9-e9b4-49e8-a515-8077106c948d" providerId="ADAL" clId="{682A2BF8-FD65-4732-910E-297E3988FC5C}" dt="2024-11-20T23:33:32.783" v="577" actId="478"/>
          <ac:spMkLst>
            <pc:docMk/>
            <pc:sldMk cId="2009923557" sldId="270"/>
            <ac:spMk id="6" creationId="{701E125D-B356-8A2A-B86B-AB6567CEABE1}"/>
          </ac:spMkLst>
        </pc:spChg>
        <pc:spChg chg="add del mod">
          <ac:chgData name="Darcy Roach" userId="ba676ee9-e9b4-49e8-a515-8077106c948d" providerId="ADAL" clId="{682A2BF8-FD65-4732-910E-297E3988FC5C}" dt="2024-11-20T22:20:01.361" v="243" actId="478"/>
          <ac:spMkLst>
            <pc:docMk/>
            <pc:sldMk cId="2009923557" sldId="270"/>
            <ac:spMk id="8" creationId="{4587EB1B-F4CC-1B83-E77B-DD41346AD82D}"/>
          </ac:spMkLst>
        </pc:spChg>
        <pc:spChg chg="add del mod">
          <ac:chgData name="Darcy Roach" userId="ba676ee9-e9b4-49e8-a515-8077106c948d" providerId="ADAL" clId="{682A2BF8-FD65-4732-910E-297E3988FC5C}" dt="2024-11-20T22:19:57.321" v="242" actId="478"/>
          <ac:spMkLst>
            <pc:docMk/>
            <pc:sldMk cId="2009923557" sldId="270"/>
            <ac:spMk id="12" creationId="{D2446704-1319-3F0B-EBFD-CC43834D0A0A}"/>
          </ac:spMkLst>
        </pc:spChg>
        <pc:spChg chg="mod">
          <ac:chgData name="Darcy Roach" userId="ba676ee9-e9b4-49e8-a515-8077106c948d" providerId="ADAL" clId="{682A2BF8-FD65-4732-910E-297E3988FC5C}" dt="2024-11-20T23:33:50.019" v="579" actId="1076"/>
          <ac:spMkLst>
            <pc:docMk/>
            <pc:sldMk cId="2009923557" sldId="270"/>
            <ac:spMk id="19" creationId="{7513C49A-2DF2-8111-FED4-FC07A8EAD258}"/>
          </ac:spMkLst>
        </pc:spChg>
        <pc:spChg chg="mod">
          <ac:chgData name="Darcy Roach" userId="ba676ee9-e9b4-49e8-a515-8077106c948d" providerId="ADAL" clId="{682A2BF8-FD65-4732-910E-297E3988FC5C}" dt="2024-11-20T22:20:12.288" v="244"/>
          <ac:spMkLst>
            <pc:docMk/>
            <pc:sldMk cId="2009923557" sldId="270"/>
            <ac:spMk id="24" creationId="{96C4720C-7276-6721-73A5-61F241162125}"/>
          </ac:spMkLst>
        </pc:spChg>
        <pc:spChg chg="add mod">
          <ac:chgData name="Darcy Roach" userId="ba676ee9-e9b4-49e8-a515-8077106c948d" providerId="ADAL" clId="{682A2BF8-FD65-4732-910E-297E3988FC5C}" dt="2024-11-20T22:20:21.439" v="287" actId="1036"/>
          <ac:spMkLst>
            <pc:docMk/>
            <pc:sldMk cId="2009923557" sldId="270"/>
            <ac:spMk id="29" creationId="{F737A101-9247-0C11-39E4-5FA4277753F0}"/>
          </ac:spMkLst>
        </pc:spChg>
        <pc:spChg chg="del">
          <ac:chgData name="Darcy Roach" userId="ba676ee9-e9b4-49e8-a515-8077106c948d" providerId="ADAL" clId="{682A2BF8-FD65-4732-910E-297E3988FC5C}" dt="2024-11-20T23:33:32.783" v="577" actId="478"/>
          <ac:spMkLst>
            <pc:docMk/>
            <pc:sldMk cId="2009923557" sldId="270"/>
            <ac:spMk id="32" creationId="{0B703521-F331-D24D-2144-A609A273150D}"/>
          </ac:spMkLst>
        </pc:spChg>
        <pc:spChg chg="del">
          <ac:chgData name="Darcy Roach" userId="ba676ee9-e9b4-49e8-a515-8077106c948d" providerId="ADAL" clId="{682A2BF8-FD65-4732-910E-297E3988FC5C}" dt="2024-11-20T22:19:03.591" v="223" actId="478"/>
          <ac:spMkLst>
            <pc:docMk/>
            <pc:sldMk cId="2009923557" sldId="270"/>
            <ac:spMk id="39" creationId="{3EA81938-6A76-B850-B0E8-A5F905AEBA98}"/>
          </ac:spMkLst>
        </pc:spChg>
        <pc:spChg chg="mod ord">
          <ac:chgData name="Darcy Roach" userId="ba676ee9-e9b4-49e8-a515-8077106c948d" providerId="ADAL" clId="{682A2BF8-FD65-4732-910E-297E3988FC5C}" dt="2024-11-20T22:37:36.655" v="441" actId="20577"/>
          <ac:spMkLst>
            <pc:docMk/>
            <pc:sldMk cId="2009923557" sldId="270"/>
            <ac:spMk id="175" creationId="{B9775FC7-7124-8CCA-9B1C-7CCD7D3DF384}"/>
          </ac:spMkLst>
        </pc:spChg>
        <pc:grpChg chg="del">
          <ac:chgData name="Darcy Roach" userId="ba676ee9-e9b4-49e8-a515-8077106c948d" providerId="ADAL" clId="{682A2BF8-FD65-4732-910E-297E3988FC5C}" dt="2024-11-20T22:18:56.311" v="221" actId="478"/>
          <ac:grpSpMkLst>
            <pc:docMk/>
            <pc:sldMk cId="2009923557" sldId="270"/>
            <ac:grpSpMk id="5" creationId="{980A06B1-0A2F-7DF6-91DB-0F6DFA896A23}"/>
          </ac:grpSpMkLst>
        </pc:grpChg>
        <pc:grpChg chg="del">
          <ac:chgData name="Darcy Roach" userId="ba676ee9-e9b4-49e8-a515-8077106c948d" providerId="ADAL" clId="{682A2BF8-FD65-4732-910E-297E3988FC5C}" dt="2024-11-20T23:23:12.114" v="442" actId="21"/>
          <ac:grpSpMkLst>
            <pc:docMk/>
            <pc:sldMk cId="2009923557" sldId="270"/>
            <ac:grpSpMk id="16" creationId="{A1F14AC0-7E81-3290-BFBD-9B334F5C0EFB}"/>
          </ac:grpSpMkLst>
        </pc:grpChg>
        <pc:grpChg chg="add mod">
          <ac:chgData name="Darcy Roach" userId="ba676ee9-e9b4-49e8-a515-8077106c948d" providerId="ADAL" clId="{682A2BF8-FD65-4732-910E-297E3988FC5C}" dt="2024-11-20T22:20:21.439" v="287" actId="1036"/>
          <ac:grpSpMkLst>
            <pc:docMk/>
            <pc:sldMk cId="2009923557" sldId="270"/>
            <ac:grpSpMk id="17" creationId="{68E3E37F-33C7-0FA1-EE46-FF9F69D76775}"/>
          </ac:grpSpMkLst>
        </pc:grpChg>
        <pc:cxnChg chg="del">
          <ac:chgData name="Darcy Roach" userId="ba676ee9-e9b4-49e8-a515-8077106c948d" providerId="ADAL" clId="{682A2BF8-FD65-4732-910E-297E3988FC5C}" dt="2024-11-20T23:33:37.548" v="578" actId="478"/>
          <ac:cxnSpMkLst>
            <pc:docMk/>
            <pc:sldMk cId="2009923557" sldId="270"/>
            <ac:cxnSpMk id="3" creationId="{67C34E10-2CF8-9BCA-1CC6-D78A3FF9CA80}"/>
          </ac:cxnSpMkLst>
        </pc:cxnChg>
        <pc:cxnChg chg="mod">
          <ac:chgData name="Darcy Roach" userId="ba676ee9-e9b4-49e8-a515-8077106c948d" providerId="ADAL" clId="{682A2BF8-FD65-4732-910E-297E3988FC5C}" dt="2024-11-20T23:34:17.043" v="583" actId="14100"/>
          <ac:cxnSpMkLst>
            <pc:docMk/>
            <pc:sldMk cId="2009923557" sldId="270"/>
            <ac:cxnSpMk id="15" creationId="{F87F05F2-DA4C-4F55-A5D0-1887110DF155}"/>
          </ac:cxnSpMkLst>
        </pc:cxnChg>
        <pc:cxnChg chg="mod">
          <ac:chgData name="Darcy Roach" userId="ba676ee9-e9b4-49e8-a515-8077106c948d" providerId="ADAL" clId="{682A2BF8-FD65-4732-910E-297E3988FC5C}" dt="2024-11-20T22:20:12.288" v="244"/>
          <ac:cxnSpMkLst>
            <pc:docMk/>
            <pc:sldMk cId="2009923557" sldId="270"/>
            <ac:cxnSpMk id="18" creationId="{90AA7DEA-9CDD-07A4-6855-896954FD5100}"/>
          </ac:cxnSpMkLst>
        </pc:cxnChg>
      </pc:sldChg>
      <pc:sldChg chg="addSp modSp mod ord">
        <pc:chgData name="Darcy Roach" userId="ba676ee9-e9b4-49e8-a515-8077106c948d" providerId="ADAL" clId="{682A2BF8-FD65-4732-910E-297E3988FC5C}" dt="2024-11-20T23:32:47.253" v="576" actId="1076"/>
        <pc:sldMkLst>
          <pc:docMk/>
          <pc:sldMk cId="2828613413" sldId="271"/>
        </pc:sldMkLst>
        <pc:spChg chg="mod">
          <ac:chgData name="Darcy Roach" userId="ba676ee9-e9b4-49e8-a515-8077106c948d" providerId="ADAL" clId="{682A2BF8-FD65-4732-910E-297E3988FC5C}" dt="2024-11-20T23:29:22.212" v="549" actId="1038"/>
          <ac:spMkLst>
            <pc:docMk/>
            <pc:sldMk cId="2828613413" sldId="271"/>
            <ac:spMk id="6" creationId="{701E125D-B356-8A2A-B86B-AB6567CEABE1}"/>
          </ac:spMkLst>
        </pc:spChg>
        <pc:spChg chg="mod">
          <ac:chgData name="Darcy Roach" userId="ba676ee9-e9b4-49e8-a515-8077106c948d" providerId="ADAL" clId="{682A2BF8-FD65-4732-910E-297E3988FC5C}" dt="2024-11-20T23:31:34.988" v="571" actId="14100"/>
          <ac:spMkLst>
            <pc:docMk/>
            <pc:sldMk cId="2828613413" sldId="271"/>
            <ac:spMk id="12" creationId="{8A2D52C1-A913-9030-FA42-0609235DBD3B}"/>
          </ac:spMkLst>
        </pc:spChg>
        <pc:spChg chg="mod">
          <ac:chgData name="Darcy Roach" userId="ba676ee9-e9b4-49e8-a515-8077106c948d" providerId="ADAL" clId="{682A2BF8-FD65-4732-910E-297E3988FC5C}" dt="2024-11-20T23:32:25.530" v="575" actId="1076"/>
          <ac:spMkLst>
            <pc:docMk/>
            <pc:sldMk cId="2828613413" sldId="271"/>
            <ac:spMk id="15" creationId="{06312B81-BCF1-2796-C112-3DBE0E02F483}"/>
          </ac:spMkLst>
        </pc:spChg>
        <pc:spChg chg="mod">
          <ac:chgData name="Darcy Roach" userId="ba676ee9-e9b4-49e8-a515-8077106c948d" providerId="ADAL" clId="{682A2BF8-FD65-4732-910E-297E3988FC5C}" dt="2024-11-20T23:31:45.531" v="572" actId="1076"/>
          <ac:spMkLst>
            <pc:docMk/>
            <pc:sldMk cId="2828613413" sldId="271"/>
            <ac:spMk id="17" creationId="{B67F4AF4-9C49-B950-33A2-97AB82049161}"/>
          </ac:spMkLst>
        </pc:spChg>
        <pc:spChg chg="mod">
          <ac:chgData name="Darcy Roach" userId="ba676ee9-e9b4-49e8-a515-8077106c948d" providerId="ADAL" clId="{682A2BF8-FD65-4732-910E-297E3988FC5C}" dt="2024-11-20T23:32:47.253" v="576" actId="1076"/>
          <ac:spMkLst>
            <pc:docMk/>
            <pc:sldMk cId="2828613413" sldId="271"/>
            <ac:spMk id="28" creationId="{6059F888-3BDF-A1C0-65E5-CB6FDD43D97C}"/>
          </ac:spMkLst>
        </pc:spChg>
        <pc:spChg chg="mod">
          <ac:chgData name="Darcy Roach" userId="ba676ee9-e9b4-49e8-a515-8077106c948d" providerId="ADAL" clId="{682A2BF8-FD65-4732-910E-297E3988FC5C}" dt="2024-11-20T23:30:47.887" v="564" actId="14100"/>
          <ac:spMkLst>
            <pc:docMk/>
            <pc:sldMk cId="2828613413" sldId="271"/>
            <ac:spMk id="32" creationId="{0B703521-F331-D24D-2144-A609A273150D}"/>
          </ac:spMkLst>
        </pc:spChg>
        <pc:spChg chg="mod">
          <ac:chgData name="Darcy Roach" userId="ba676ee9-e9b4-49e8-a515-8077106c948d" providerId="ADAL" clId="{682A2BF8-FD65-4732-910E-297E3988FC5C}" dt="2024-11-20T22:12:42.932" v="52" actId="20577"/>
          <ac:spMkLst>
            <pc:docMk/>
            <pc:sldMk cId="2828613413" sldId="271"/>
            <ac:spMk id="38" creationId="{AB47A2EE-BF0B-DB05-8B7C-DB6594B2B3D5}"/>
          </ac:spMkLst>
        </pc:spChg>
        <pc:spChg chg="mod">
          <ac:chgData name="Darcy Roach" userId="ba676ee9-e9b4-49e8-a515-8077106c948d" providerId="ADAL" clId="{682A2BF8-FD65-4732-910E-297E3988FC5C}" dt="2024-11-20T22:21:05.002" v="309" actId="1036"/>
          <ac:spMkLst>
            <pc:docMk/>
            <pc:sldMk cId="2828613413" sldId="271"/>
            <ac:spMk id="39" creationId="{3EA81938-6A76-B850-B0E8-A5F905AEBA98}"/>
          </ac:spMkLst>
        </pc:spChg>
        <pc:spChg chg="mod ord">
          <ac:chgData name="Darcy Roach" userId="ba676ee9-e9b4-49e8-a515-8077106c948d" providerId="ADAL" clId="{682A2BF8-FD65-4732-910E-297E3988FC5C}" dt="2024-11-20T22:37:18.363" v="433" actId="20577"/>
          <ac:spMkLst>
            <pc:docMk/>
            <pc:sldMk cId="2828613413" sldId="271"/>
            <ac:spMk id="175" creationId="{B9775FC7-7124-8CCA-9B1C-7CCD7D3DF384}"/>
          </ac:spMkLst>
        </pc:spChg>
        <pc:grpChg chg="mod ord">
          <ac:chgData name="Darcy Roach" userId="ba676ee9-e9b4-49e8-a515-8077106c948d" providerId="ADAL" clId="{682A2BF8-FD65-4732-910E-297E3988FC5C}" dt="2024-11-20T22:21:05.002" v="309" actId="1036"/>
          <ac:grpSpMkLst>
            <pc:docMk/>
            <pc:sldMk cId="2828613413" sldId="271"/>
            <ac:grpSpMk id="5" creationId="{980A06B1-0A2F-7DF6-91DB-0F6DFA896A23}"/>
          </ac:grpSpMkLst>
        </pc:grpChg>
        <pc:grpChg chg="mod">
          <ac:chgData name="Darcy Roach" userId="ba676ee9-e9b4-49e8-a515-8077106c948d" providerId="ADAL" clId="{682A2BF8-FD65-4732-910E-297E3988FC5C}" dt="2024-11-20T23:31:55.207" v="573" actId="1076"/>
          <ac:grpSpMkLst>
            <pc:docMk/>
            <pc:sldMk cId="2828613413" sldId="271"/>
            <ac:grpSpMk id="8" creationId="{7F2EC238-3B36-597E-315F-5AE59D204581}"/>
          </ac:grpSpMkLst>
        </pc:grpChg>
        <pc:grpChg chg="add mod">
          <ac:chgData name="Darcy Roach" userId="ba676ee9-e9b4-49e8-a515-8077106c948d" providerId="ADAL" clId="{682A2BF8-FD65-4732-910E-297E3988FC5C}" dt="2024-11-20T23:23:42.843" v="446"/>
          <ac:grpSpMkLst>
            <pc:docMk/>
            <pc:sldMk cId="2828613413" sldId="271"/>
            <ac:grpSpMk id="16" creationId="{A1F14AC0-7E81-3290-BFBD-9B334F5C0EFB}"/>
          </ac:grpSpMkLst>
        </pc:grpChg>
        <pc:cxnChg chg="mod">
          <ac:chgData name="Darcy Roach" userId="ba676ee9-e9b4-49e8-a515-8077106c948d" providerId="ADAL" clId="{682A2BF8-FD65-4732-910E-297E3988FC5C}" dt="2024-11-20T23:32:00.613" v="574" actId="14100"/>
          <ac:cxnSpMkLst>
            <pc:docMk/>
            <pc:sldMk cId="2828613413" sldId="271"/>
            <ac:cxnSpMk id="3" creationId="{67C34E10-2CF8-9BCA-1CC6-D78A3FF9CA80}"/>
          </ac:cxnSpMkLst>
        </pc:cxnChg>
        <pc:cxnChg chg="mod">
          <ac:chgData name="Darcy Roach" userId="ba676ee9-e9b4-49e8-a515-8077106c948d" providerId="ADAL" clId="{682A2BF8-FD65-4732-910E-297E3988FC5C}" dt="2024-11-20T23:23:42.843" v="446"/>
          <ac:cxnSpMkLst>
            <pc:docMk/>
            <pc:sldMk cId="2828613413" sldId="271"/>
            <ac:cxnSpMk id="21" creationId="{B0913DE4-461D-CE43-AABC-C4B3D7D22F45}"/>
          </ac:cxnSpMkLst>
        </pc:cxnChg>
        <pc:cxnChg chg="mod">
          <ac:chgData name="Darcy Roach" userId="ba676ee9-e9b4-49e8-a515-8077106c948d" providerId="ADAL" clId="{682A2BF8-FD65-4732-910E-297E3988FC5C}" dt="2024-11-20T23:31:45.531" v="572" actId="1076"/>
          <ac:cxnSpMkLst>
            <pc:docMk/>
            <pc:sldMk cId="2828613413" sldId="271"/>
            <ac:cxnSpMk id="24" creationId="{97E4C28E-0AF8-DEC9-9349-96EC49BD3714}"/>
          </ac:cxnSpMkLst>
        </pc:cxnChg>
      </pc:sldChg>
    </pc:docChg>
  </pc:docChgLst>
  <pc:docChgLst>
    <pc:chgData name="Barry Stoneham" userId="S::barry.stoneham@intelia.com.au::5f69c1b5-44f9-41a7-8703-12ffd697d239" providerId="AD" clId="Web-{509A8C1F-1D2D-6507-126D-C81CF070A3C3}"/>
    <pc:docChg chg="modSld">
      <pc:chgData name="Barry Stoneham" userId="S::barry.stoneham@intelia.com.au::5f69c1b5-44f9-41a7-8703-12ffd697d239" providerId="AD" clId="Web-{509A8C1F-1D2D-6507-126D-C81CF070A3C3}" dt="2024-11-20T05:20:39.896" v="1" actId="20577"/>
      <pc:docMkLst>
        <pc:docMk/>
      </pc:docMkLst>
      <pc:sldChg chg="modSp">
        <pc:chgData name="Barry Stoneham" userId="S::barry.stoneham@intelia.com.au::5f69c1b5-44f9-41a7-8703-12ffd697d239" providerId="AD" clId="Web-{509A8C1F-1D2D-6507-126D-C81CF070A3C3}" dt="2024-11-20T05:20:39.896" v="1" actId="20577"/>
        <pc:sldMkLst>
          <pc:docMk/>
          <pc:sldMk cId="2009923557" sldId="270"/>
        </pc:sldMkLst>
        <pc:spChg chg="mod">
          <ac:chgData name="Barry Stoneham" userId="S::barry.stoneham@intelia.com.au::5f69c1b5-44f9-41a7-8703-12ffd697d239" providerId="AD" clId="Web-{509A8C1F-1D2D-6507-126D-C81CF070A3C3}" dt="2024-11-20T05:20:39.896" v="1" actId="20577"/>
          <ac:spMkLst>
            <pc:docMk/>
            <pc:sldMk cId="2009923557" sldId="270"/>
            <ac:spMk id="6" creationId="{701E125D-B356-8A2A-B86B-AB6567CEABE1}"/>
          </ac:spMkLst>
        </pc:spChg>
      </pc:sldChg>
    </pc:docChg>
  </pc:docChgLst>
  <pc:docChgLst>
    <pc:chgData name="Darcy Roach" userId="ba676ee9-e9b4-49e8-a515-8077106c948d" providerId="ADAL" clId="{3CD7F24E-BC0C-42DB-A1EC-0251D84EA868}"/>
    <pc:docChg chg="modSld">
      <pc:chgData name="Darcy Roach" userId="ba676ee9-e9b4-49e8-a515-8077106c948d" providerId="ADAL" clId="{3CD7F24E-BC0C-42DB-A1EC-0251D84EA868}" dt="2024-03-25T06:06:24.803" v="24" actId="20577"/>
      <pc:docMkLst>
        <pc:docMk/>
      </pc:docMkLst>
      <pc:sldChg chg="modSp mod">
        <pc:chgData name="Darcy Roach" userId="ba676ee9-e9b4-49e8-a515-8077106c948d" providerId="ADAL" clId="{3CD7F24E-BC0C-42DB-A1EC-0251D84EA868}" dt="2024-03-25T06:06:24.803" v="24" actId="20577"/>
        <pc:sldMkLst>
          <pc:docMk/>
          <pc:sldMk cId="2009923557" sldId="270"/>
        </pc:sldMkLst>
        <pc:spChg chg="mod">
          <ac:chgData name="Darcy Roach" userId="ba676ee9-e9b4-49e8-a515-8077106c948d" providerId="ADAL" clId="{3CD7F24E-BC0C-42DB-A1EC-0251D84EA868}" dt="2024-03-25T06:06:24.803" v="24" actId="20577"/>
          <ac:spMkLst>
            <pc:docMk/>
            <pc:sldMk cId="2009923557" sldId="270"/>
            <ac:spMk id="9" creationId="{73AF90DA-A8BA-A38E-D7B5-20B62F60DBA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11/20/2024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80A06B1-0A2F-7DF6-91DB-0F6DFA896A23}"/>
              </a:ext>
            </a:extLst>
          </p:cNvPr>
          <p:cNvGrpSpPr/>
          <p:nvPr/>
        </p:nvGrpSpPr>
        <p:grpSpPr>
          <a:xfrm>
            <a:off x="8133650" y="3154980"/>
            <a:ext cx="1963972" cy="4154984"/>
            <a:chOff x="8106458" y="2511090"/>
            <a:chExt cx="1963972" cy="415498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511090"/>
              <a:ext cx="1963972" cy="415498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PSM-I – Certified Scrum Master</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Agile Ninja Coach</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Google Cloud | Cloud Digital Leader</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Collibra | Foundations of Data Governance</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Databricks </a:t>
              </a:r>
              <a:r>
                <a:rPr lang="en-GB" sz="1200">
                  <a:solidFill>
                    <a:srgbClr val="00AB80"/>
                  </a:solidFill>
                  <a:latin typeface="Roboto Light" panose="02000000000000000000" pitchFamily="2" charset="0"/>
                  <a:ea typeface="Calibri" panose="020F0502020204030204" pitchFamily="34" charset="0"/>
                </a:rPr>
                <a:t>|</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 Partner Essentials</a:t>
              </a:r>
              <a:r>
                <a:rPr lang="en-GB" sz="1200">
                  <a:solidFill>
                    <a:srgbClr val="00AB80"/>
                  </a:solidFill>
                  <a:latin typeface="Roboto Light" panose="02000000000000000000" pitchFamily="2" charset="0"/>
                  <a:ea typeface="Calibri" panose="020F0502020204030204" pitchFamily="34" charset="0"/>
                </a:rPr>
                <a:t> for </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Business Leaders</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Bachelor – Computer Science | </a:t>
              </a:r>
              <a:r>
                <a:rPr kumimoji="0" lang="en-GB" sz="1200" b="0" i="0" u="none" strike="noStrike" kern="1200" cap="none" spc="0" normalizeH="0" baseline="0" noProof="0" err="1">
                  <a:ln>
                    <a:noFill/>
                  </a:ln>
                  <a:solidFill>
                    <a:srgbClr val="00AB80"/>
                  </a:solidFill>
                  <a:effectLst/>
                  <a:uLnTx/>
                  <a:uFillTx/>
                  <a:latin typeface="Roboto Light" panose="02000000000000000000" pitchFamily="2" charset="0"/>
                  <a:ea typeface="Calibri" panose="020F0502020204030204" pitchFamily="34" charset="0"/>
                  <a:cs typeface="+mn-cs"/>
                </a:rPr>
                <a:t>Hemchandracha</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 North Gujarat University (India)</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200054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a:solidFill>
                  <a:srgbClr val="00AB80"/>
                </a:solidFill>
              </a:rPr>
              <a:t>Logistics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a:solidFill>
                  <a:srgbClr val="00AB80"/>
                </a:solidFill>
              </a:rPr>
              <a:t>Retail</a:t>
            </a:r>
          </a:p>
          <a:p>
            <a:pPr marL="0" indent="0">
              <a:lnSpc>
                <a:spcPct val="150000"/>
              </a:lnSpc>
              <a:buNone/>
            </a:pPr>
            <a:r>
              <a:rPr lang="en-GB" sz="1200">
                <a:solidFill>
                  <a:srgbClr val="00AB80"/>
                </a:solidFill>
              </a:rPr>
              <a:t>Energy</a:t>
            </a: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endParaRP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Financial Services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Telecommunications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rPr>
              <a:t>Utilities</a:t>
            </a:r>
          </a:p>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Roboto Light" panose="02000000000000000000" pitchFamily="2" charset="0"/>
              <a:cs typeface="+mn-cs"/>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329" b="0" i="0" u="none" strike="noStrike" kern="1200" cap="none" spc="0" normalizeH="0" baseline="0" noProof="0">
              <a:ln>
                <a:noFill/>
              </a:ln>
              <a:solidFill>
                <a:srgbClr val="4472C4">
                  <a:lumMod val="20000"/>
                  <a:lumOff val="80000"/>
                </a:srgbClr>
              </a:solidFill>
              <a:effectLst/>
              <a:uLnTx/>
              <a:uFillTx/>
              <a:latin typeface="Calibri" panose="020F0502020204030204"/>
              <a:ea typeface="+mn-ea"/>
              <a:cs typeface="+mn-cs"/>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75170" y="113351"/>
            <a:ext cx="2684870" cy="861774"/>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Vilas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Patel</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79134" y="1247202"/>
            <a:ext cx="2972650" cy="310341"/>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1" i="0" u="none" strike="noStrike" kern="1200" cap="none" spc="13" normalizeH="0" baseline="0" noProof="0">
                <a:ln>
                  <a:noFill/>
                </a:ln>
                <a:solidFill>
                  <a:srgbClr val="00AB80"/>
                </a:solidFill>
                <a:effectLst/>
                <a:uLnTx/>
                <a:uFillTx/>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78877" y="1025116"/>
            <a:ext cx="2489720" cy="218008"/>
          </a:xfrm>
          <a:prstGeom prst="rect">
            <a:avLst/>
          </a:prstGeom>
          <a:noFill/>
        </p:spPr>
        <p:txBody>
          <a:bodyPr wrap="square" lIns="0" tIns="0" rIns="0" bIns="0" rtlCol="0" anchor="t">
            <a:spAutoFit/>
          </a:bodyPr>
          <a:lstStyle/>
          <a:p>
            <a:pPr marL="0" marR="0" lvl="0" indent="0" algn="l" defTabSz="457200" rtl="0" eaLnBrk="1" fontAlgn="auto" latinLnBrk="0" hangingPunct="1">
              <a:lnSpc>
                <a:spcPts val="1812"/>
              </a:lnSpc>
              <a:spcBef>
                <a:spcPts val="0"/>
              </a:spcBef>
              <a:spcAft>
                <a:spcPts val="0"/>
              </a:spcAft>
              <a:buClrTx/>
              <a:buSzTx/>
              <a:buFontTx/>
              <a:buNone/>
              <a:tabLst/>
              <a:defRPr/>
            </a:pPr>
            <a:r>
              <a:rPr kumimoji="0" lang="en-US" sz="1400" b="0" i="0" u="none" strike="noStrike" kern="1200" cap="none" spc="13" normalizeH="0" baseline="0" noProof="0">
                <a:ln>
                  <a:noFill/>
                </a:ln>
                <a:solidFill>
                  <a:prstClr val="white">
                    <a:lumMod val="50000"/>
                  </a:prstClr>
                </a:solidFill>
                <a:effectLst/>
                <a:uLnTx/>
                <a:uFillTx/>
                <a:latin typeface="Roboto Light"/>
                <a:ea typeface="Roboto Light"/>
                <a:cs typeface="Lato"/>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1892826"/>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err="1">
                <a:ln>
                  <a:noFill/>
                </a:ln>
                <a:solidFill>
                  <a:prstClr val="black"/>
                </a:solidFill>
                <a:effectLst/>
                <a:uLnTx/>
                <a:uFillTx/>
                <a:latin typeface="Roboto Light" panose="02000000000000000000" pitchFamily="2" charset="0"/>
                <a:ea typeface="Roboto Light" panose="02000000000000000000" pitchFamily="2" charset="0"/>
                <a:cs typeface="+mn-cs"/>
              </a:rPr>
              <a:t>Shibumi</a:t>
            </a: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Jira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Confluence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Miro</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Azure</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Core Java</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IT Service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SDLC</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Process Analysis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Problem Solver</a:t>
            </a:r>
            <a:endPar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19897" y="3098018"/>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Industry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1892826"/>
          </a:xfrm>
          <a:prstGeom prst="rect">
            <a:avLst/>
          </a:prstGeom>
          <a:noFill/>
        </p:spPr>
        <p:txBody>
          <a:bodyPr wrap="square" numCol="1" rtlCol="0">
            <a:spAutoFit/>
          </a:body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Project Delivery</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Project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Scrum Master</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Agile Methodologies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Business Analysis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Process Improvement</a:t>
            </a:r>
            <a:endPar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Vendor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Stakeholder Management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Coaching / Mentoring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Requirements Analysis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Change Management</a:t>
            </a:r>
            <a:endPar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a:ln>
                  <a:noFill/>
                </a:ln>
                <a:solidFill>
                  <a:srgbClr val="00AB80"/>
                </a:solidFill>
                <a:effectLst/>
                <a:uLnTx/>
                <a:uFillTx/>
                <a:latin typeface="Roboto" panose="02000000000000000000" pitchFamily="2" charset="0"/>
                <a:ea typeface="Roboto" panose="02000000000000000000" pitchFamily="2" charset="0"/>
                <a:cs typeface="+mn-cs"/>
              </a:rPr>
              <a:t>Key Skills &amp; Technologies</a:t>
            </a:r>
          </a:p>
        </p:txBody>
      </p:sp>
      <p:grpSp>
        <p:nvGrpSpPr>
          <p:cNvPr id="8" name="Group 7">
            <a:extLst>
              <a:ext uri="{FF2B5EF4-FFF2-40B4-BE49-F238E27FC236}">
                <a16:creationId xmlns:a16="http://schemas.microsoft.com/office/drawing/2014/main" id="{7F2EC238-3B36-597E-315F-5AE59D204581}"/>
              </a:ext>
            </a:extLst>
          </p:cNvPr>
          <p:cNvGrpSpPr/>
          <p:nvPr/>
        </p:nvGrpSpPr>
        <p:grpSpPr>
          <a:xfrm>
            <a:off x="3320907" y="3618041"/>
            <a:ext cx="4730090" cy="2655092"/>
            <a:chOff x="3359969" y="1020941"/>
            <a:chExt cx="4730090" cy="2655092"/>
          </a:xfrm>
        </p:grpSpPr>
        <p:sp>
          <p:nvSpPr>
            <p:cNvPr id="32" name="TextBox 31">
              <a:extLst>
                <a:ext uri="{FF2B5EF4-FFF2-40B4-BE49-F238E27FC236}">
                  <a16:creationId xmlns:a16="http://schemas.microsoft.com/office/drawing/2014/main" id="{0B703521-F331-D24D-2144-A609A273150D}"/>
                </a:ext>
              </a:extLst>
            </p:cNvPr>
            <p:cNvSpPr txBox="1"/>
            <p:nvPr/>
          </p:nvSpPr>
          <p:spPr>
            <a:xfrm>
              <a:off x="3500533" y="1275376"/>
              <a:ext cx="4589526" cy="240065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Prepared the Investment brief and got the funding/budget approved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Identified the skills required and work with demand management team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Prepared project management plan and set up Agile way of working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Attended scrum ceremonies to help the team achieve goals and removed impediments or dependencies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Coached the scrum master to deal with blockers, technical debt etc.</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Ensured team goals are aligned with overall program Goals </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Prepared monthly governance reports and presented to program management executives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Highlighted key issues, risks and dependencies and it’s mitigation plan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Identified and escalated risks and issues to management, and provided recommendations for mitigating these risks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Maintained the resources and budget, approved weekly timesheets/invoices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a:ea typeface="Roboto Light"/>
                  <a:cs typeface="Roboto Light"/>
                </a:rPr>
                <a:t>Maintained and tracked scope, budget and timelines. </a:t>
              </a:r>
              <a:endParaRPr kumimoji="0" lang="en-AU"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endParaRP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endParaRPr kumimoji="0" lang="en-AU"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endParaRPr>
            </a:p>
          </p:txBody>
        </p: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87518" y="1350265"/>
              <a:ext cx="0" cy="204967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59969" y="1020941"/>
              <a:ext cx="4192693" cy="276999"/>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0059FF"/>
                  </a:solidFill>
                  <a:effectLst/>
                  <a:uLnTx/>
                  <a:uFillTx/>
                  <a:latin typeface="Roboto"/>
                  <a:ea typeface="Roboto"/>
                  <a:cs typeface="Roboto"/>
                </a:rPr>
                <a:t>Major Australian Energy Organisation – Project Manager</a:t>
              </a:r>
              <a:endParaRPr kumimoji="0" lang="en-US" sz="1800" b="1"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70451" y="1593954"/>
            <a:ext cx="2772492" cy="344645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pPr marL="0" marR="0" lvl="0" indent="0" algn="l" defTabSz="457200" rtl="0" eaLnBrk="1" fontAlgn="auto" latinLnBrk="0" hangingPunct="1">
              <a:lnSpc>
                <a:spcPts val="1500"/>
              </a:lnSpc>
              <a:spcBef>
                <a:spcPts val="0"/>
              </a:spcBef>
              <a:spcAft>
                <a:spcPts val="0"/>
              </a:spcAft>
              <a:buClrTx/>
              <a:buSzTx/>
              <a:buFontTx/>
              <a:buNone/>
              <a:tabLst/>
              <a:defRPr/>
            </a:pPr>
            <a:r>
              <a:rPr kumimoji="0" lang="en-AU" sz="1000" b="0" i="0" u="none" strike="noStrike" kern="1200" cap="none" spc="13" normalizeH="0" baseline="0" noProof="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rPr>
              <a:t>Vilas is a Program, Project Manager and Scrum Master with more than 16 years of IT industry experience. Vilas has worked for various customers globally across the USA, UK and APAC regions and has experience across multiple industry verticals, delivering end to end programs achieving quality output. </a:t>
            </a:r>
          </a:p>
          <a:p>
            <a:pPr marL="0" marR="0" lvl="0" indent="0" algn="l" defTabSz="457200" rtl="0" eaLnBrk="1" fontAlgn="auto" latinLnBrk="0" hangingPunct="1">
              <a:lnSpc>
                <a:spcPts val="1500"/>
              </a:lnSpc>
              <a:spcBef>
                <a:spcPts val="0"/>
              </a:spcBef>
              <a:spcAft>
                <a:spcPts val="0"/>
              </a:spcAft>
              <a:buClrTx/>
              <a:buSzTx/>
              <a:buFontTx/>
              <a:buNone/>
              <a:tabLst/>
              <a:defRPr/>
            </a:pPr>
            <a:endParaRPr kumimoji="0" lang="en-AU" sz="1000" b="0" i="0" u="none" strike="noStrike" kern="1200" cap="none" spc="13" normalizeH="0" baseline="0" noProof="0">
              <a:ln>
                <a:noFill/>
              </a:ln>
              <a:solidFill>
                <a:prstClr val="black"/>
              </a:solidFill>
              <a:effectLst/>
              <a:uLnTx/>
              <a:uFillTx/>
              <a:latin typeface="Roboto Light" panose="02000000000000000000" pitchFamily="2" charset="0"/>
              <a:ea typeface="Roboto Light" panose="02000000000000000000" pitchFamily="2" charset="0"/>
              <a:cs typeface="Lato" panose="020F0502020204030203" pitchFamily="34" charset="0"/>
            </a:endParaRPr>
          </a:p>
          <a:p>
            <a:pPr marL="0" marR="0" lvl="0" indent="0" algn="l" defTabSz="457200" rtl="0" eaLnBrk="1" fontAlgn="auto" latinLnBrk="0" hangingPunct="1">
              <a:lnSpc>
                <a:spcPts val="1500"/>
              </a:lnSpc>
              <a:spcBef>
                <a:spcPts val="0"/>
              </a:spcBef>
              <a:spcAft>
                <a:spcPts val="0"/>
              </a:spcAft>
              <a:buClrTx/>
              <a:buSzTx/>
              <a:buFontTx/>
              <a:buNone/>
              <a:tabLst/>
              <a:defRPr/>
            </a:pPr>
            <a:r>
              <a:rPr kumimoji="0" lang="en-AU" sz="1000" b="0" i="0" u="none" strike="noStrike" kern="1200" cap="none" spc="13" normalizeH="0" baseline="0" noProof="0">
                <a:ln>
                  <a:noFill/>
                </a:ln>
                <a:solidFill>
                  <a:prstClr val="black"/>
                </a:solidFill>
                <a:effectLst/>
                <a:uLnTx/>
                <a:uFillTx/>
                <a:latin typeface="Roboto Light"/>
                <a:ea typeface="Roboto Light"/>
                <a:cs typeface="Lato"/>
              </a:rPr>
              <a:t>A PSM-I Certified Scrum Master and Agile Ninja Coach, Vilas is well-versed with agile methodology and its concepts. Possessing a great blend of technology (Azure, DevOps, AEM) and management experience, Vilas has strong Domain knowledge across Energy, Telecom and Utilities. Vilas also possess good communication and analytical skills and is an emotionally intelligent leader who believes in putting human values first.</a:t>
            </a:r>
          </a:p>
        </p:txBody>
      </p:sp>
      <p:grpSp>
        <p:nvGrpSpPr>
          <p:cNvPr id="29" name="Group 28">
            <a:extLst>
              <a:ext uri="{FF2B5EF4-FFF2-40B4-BE49-F238E27FC236}">
                <a16:creationId xmlns:a16="http://schemas.microsoft.com/office/drawing/2014/main" id="{881992D8-77E8-EAC0-5CEA-F0EB894ABF06}"/>
              </a:ext>
            </a:extLst>
          </p:cNvPr>
          <p:cNvGrpSpPr/>
          <p:nvPr/>
        </p:nvGrpSpPr>
        <p:grpSpPr>
          <a:xfrm>
            <a:off x="3335753" y="1017335"/>
            <a:ext cx="4755544" cy="2658535"/>
            <a:chOff x="3335753" y="1017335"/>
            <a:chExt cx="4755544" cy="2658535"/>
          </a:xfrm>
        </p:grpSpPr>
        <p:sp>
          <p:nvSpPr>
            <p:cNvPr id="12" name="TextBox 11">
              <a:extLst>
                <a:ext uri="{FF2B5EF4-FFF2-40B4-BE49-F238E27FC236}">
                  <a16:creationId xmlns:a16="http://schemas.microsoft.com/office/drawing/2014/main" id="{8A2D52C1-A913-9030-FA42-0609235DBD3B}"/>
                </a:ext>
              </a:extLst>
            </p:cNvPr>
            <p:cNvSpPr txBox="1"/>
            <p:nvPr/>
          </p:nvSpPr>
          <p:spPr>
            <a:xfrm>
              <a:off x="3335753" y="1017335"/>
              <a:ext cx="475554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200" b="1">
                  <a:solidFill>
                    <a:srgbClr val="ED7D31"/>
                  </a:solidFill>
                  <a:latin typeface="Roboto" panose="02000000000000000000" pitchFamily="2" charset="0"/>
                  <a:ea typeface="Roboto" panose="02000000000000000000" pitchFamily="2" charset="0"/>
                </a:rPr>
                <a:t>Australian Retail &amp; Logistics Organisation</a:t>
              </a:r>
              <a:r>
                <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rPr>
                <a:t> – Sr. Project Manager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endParaRPr>
            </a:p>
          </p:txBody>
        </p:sp>
        <p:sp>
          <p:nvSpPr>
            <p:cNvPr id="17" name="TextBox 16">
              <a:extLst>
                <a:ext uri="{FF2B5EF4-FFF2-40B4-BE49-F238E27FC236}">
                  <a16:creationId xmlns:a16="http://schemas.microsoft.com/office/drawing/2014/main" id="{B67F4AF4-9C49-B950-33A2-97AB82049161}"/>
                </a:ext>
              </a:extLst>
            </p:cNvPr>
            <p:cNvSpPr txBox="1"/>
            <p:nvPr/>
          </p:nvSpPr>
          <p:spPr>
            <a:xfrm>
              <a:off x="3455043" y="1275213"/>
              <a:ext cx="4595954"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lang="en-US" sz="1000">
                  <a:solidFill>
                    <a:prstClr val="white"/>
                  </a:solidFill>
                </a:rPr>
                <a:t>Developed u</a:t>
              </a:r>
              <a:r>
                <a:rPr kumimoji="0" lang="en-US" sz="1000" b="0" i="0" u="none" strike="noStrike" kern="1200" cap="none" spc="0" normalizeH="0" baseline="0" noProof="0" err="1">
                  <a:ln>
                    <a:noFill/>
                  </a:ln>
                  <a:solidFill>
                    <a:prstClr val="white"/>
                  </a:solidFill>
                  <a:effectLst/>
                  <a:uLnTx/>
                  <a:uFillTx/>
                  <a:latin typeface="Roboto Light" panose="02000000000000000000" pitchFamily="2" charset="0"/>
                  <a:ea typeface="Roboto Light" panose="02000000000000000000" pitchFamily="2" charset="0"/>
                  <a:cs typeface="+mn-cs"/>
                </a:rPr>
                <a:t>nderstanding</a:t>
              </a: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 of the project scope, defined project plan and set up agile ways of working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Onboarded required resources as per forecast and project plan</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Facilitated scrum ceremonies such as sprint planning, daily stand-ups, sprint reviews, and retrospectives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Engaged with the procurement team to release RFQ for vendor engagement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Co-ordinated various stakeholders for NFRs, security toolkit and DR Test</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Prepared Project Status reports and presented regularly to key stakeholders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Tracked and updated financials and resource forecasting</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Tracked project milestones and key deliverables and escalated any issues/risks as required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Managed inter project dependencies and established working groups to ensure project timelines for dependent projects aligned</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US" sz="10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Complied to AP RAID management framework  - Identified risks, created mitigation plan, regular review of risk with key stakeholders</a:t>
              </a:r>
            </a:p>
          </p:txBody>
        </p:sp>
        <p:cxnSp>
          <p:nvCxnSpPr>
            <p:cNvPr id="24" name="Straight Connector 23">
              <a:extLst>
                <a:ext uri="{FF2B5EF4-FFF2-40B4-BE49-F238E27FC236}">
                  <a16:creationId xmlns:a16="http://schemas.microsoft.com/office/drawing/2014/main" id="{97E4C28E-0AF8-DEC9-9349-96EC49BD3714}"/>
                </a:ext>
              </a:extLst>
            </p:cNvPr>
            <p:cNvCxnSpPr>
              <a:cxnSpLocks/>
            </p:cNvCxnSpPr>
            <p:nvPr/>
          </p:nvCxnSpPr>
          <p:spPr>
            <a:xfrm>
              <a:off x="3461471" y="1354955"/>
              <a:ext cx="0" cy="222004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A1F14AC0-7E81-3290-BFBD-9B334F5C0EFB}"/>
              </a:ext>
            </a:extLst>
          </p:cNvPr>
          <p:cNvGrpSpPr/>
          <p:nvPr/>
        </p:nvGrpSpPr>
        <p:grpSpPr>
          <a:xfrm>
            <a:off x="3356641" y="6157624"/>
            <a:ext cx="4523387" cy="1877495"/>
            <a:chOff x="3356641" y="5451800"/>
            <a:chExt cx="4523387" cy="1877495"/>
          </a:xfrm>
        </p:grpSpPr>
        <p:sp>
          <p:nvSpPr>
            <p:cNvPr id="28" name="TextBox 27">
              <a:extLst>
                <a:ext uri="{FF2B5EF4-FFF2-40B4-BE49-F238E27FC236}">
                  <a16:creationId xmlns:a16="http://schemas.microsoft.com/office/drawing/2014/main" id="{6059F888-3BDF-A1C0-65E5-CB6FDD43D97C}"/>
                </a:ext>
              </a:extLst>
            </p:cNvPr>
            <p:cNvSpPr txBox="1"/>
            <p:nvPr/>
          </p:nvSpPr>
          <p:spPr>
            <a:xfrm>
              <a:off x="3356641" y="5451800"/>
              <a:ext cx="4247158"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Telecommunications Organisation – Scrum Master</a:t>
              </a:r>
            </a:p>
            <a:p>
              <a:endParaRPr lang="en-AU" sz="1200" b="1">
                <a:solidFill>
                  <a:srgbClr val="A93584"/>
                </a:solidFill>
                <a:latin typeface="Roboto" panose="02000000000000000000" pitchFamily="2" charset="0"/>
                <a:ea typeface="Roboto" panose="02000000000000000000" pitchFamily="2" charset="0"/>
              </a:endParaRPr>
            </a:p>
          </p:txBody>
        </p:sp>
        <p:sp>
          <p:nvSpPr>
            <p:cNvPr id="15" name="TextBox 14">
              <a:extLst>
                <a:ext uri="{FF2B5EF4-FFF2-40B4-BE49-F238E27FC236}">
                  <a16:creationId xmlns:a16="http://schemas.microsoft.com/office/drawing/2014/main" id="{06312B81-BCF1-2796-C112-3DBE0E02F483}"/>
                </a:ext>
              </a:extLst>
            </p:cNvPr>
            <p:cNvSpPr txBox="1"/>
            <p:nvPr/>
          </p:nvSpPr>
          <p:spPr>
            <a:xfrm>
              <a:off x="3480372" y="5544191"/>
              <a:ext cx="4399656"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a:p>
            <a:p>
              <a:r>
                <a:rPr lang="en-AU" sz="1000"/>
                <a:t>Coached teams to adapt Agile ways of working</a:t>
              </a:r>
            </a:p>
            <a:p>
              <a:r>
                <a:rPr lang="en-AU" sz="1000"/>
                <a:t>Created and maintained the product backlog, ensuring that it is prioritised and groomed for maximum efficiency</a:t>
              </a:r>
            </a:p>
            <a:p>
              <a:r>
                <a:rPr lang="en-AU" sz="1000"/>
                <a:t>Facilitated scrum ceremonies such as sprint planning, daily stand-ups, sprint reviews, and retrospectives</a:t>
              </a:r>
            </a:p>
            <a:p>
              <a:r>
                <a:rPr lang="en-AU" sz="1000"/>
                <a:t>Helped the team resolve any blockers or impediments</a:t>
              </a:r>
            </a:p>
            <a:p>
              <a:r>
                <a:rPr lang="en-AU" sz="1000"/>
                <a:t>Sprint review and demo with product owners to ensure story meets definition of done </a:t>
              </a:r>
            </a:p>
            <a:p>
              <a:endParaRPr lang="en-AU" sz="1000"/>
            </a:p>
            <a:p>
              <a:pPr marL="0" indent="0">
                <a:buNone/>
              </a:pPr>
              <a:endParaRPr lang="en-AU" sz="100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85504"/>
              <a:ext cx="0" cy="1143545"/>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8613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200054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marR="0" lvl="0" indent="0" algn="l" defTabSz="457200" rtl="0" eaLnBrk="1" fontAlgn="auto" latinLnBrk="0" hangingPunct="1">
              <a:lnSpc>
                <a:spcPct val="150000"/>
              </a:lnSpc>
              <a:spcBef>
                <a:spcPts val="0"/>
              </a:spcBef>
              <a:spcAft>
                <a:spcPts val="0"/>
              </a:spcAft>
              <a:buClr>
                <a:srgbClr val="00AB80"/>
              </a:buClr>
              <a:buSzTx/>
              <a:buFont typeface="Arial" panose="020B0604020202020204" pitchFamily="34" charset="0"/>
              <a:buNone/>
              <a:tabLst/>
              <a:defRPr/>
            </a:pPr>
            <a:r>
              <a:rPr lang="en-GB" sz="1200">
                <a:solidFill>
                  <a:srgbClr val="00AB80"/>
                </a:solidFill>
              </a:rPr>
              <a:t>Logistics</a:t>
            </a:r>
          </a:p>
          <a:p>
            <a:pPr marL="0" indent="0">
              <a:lnSpc>
                <a:spcPct val="150000"/>
              </a:lnSpc>
              <a:buNone/>
              <a:defRPr/>
            </a:pPr>
            <a:r>
              <a:rPr lang="en-GB" sz="1200">
                <a:solidFill>
                  <a:srgbClr val="00AB80"/>
                </a:solidFill>
              </a:rPr>
              <a:t>Retail</a:t>
            </a:r>
          </a:p>
          <a:p>
            <a:pPr marL="0" indent="0">
              <a:lnSpc>
                <a:spcPct val="150000"/>
              </a:lnSpc>
              <a:buNone/>
              <a:defRPr/>
            </a:pPr>
            <a:r>
              <a:rPr lang="en-GB" sz="1200">
                <a:solidFill>
                  <a:srgbClr val="00AB80"/>
                </a:solidFill>
              </a:rPr>
              <a:t>Energy</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Utilities</a:t>
            </a:r>
          </a:p>
          <a:p>
            <a:pPr marL="0" indent="0">
              <a:lnSpc>
                <a:spcPct val="150000"/>
              </a:lnSpc>
              <a:buNone/>
            </a:pPr>
            <a:r>
              <a:rPr lang="en-GB" sz="1200">
                <a:solidFill>
                  <a:srgbClr val="00AB80"/>
                </a:solidFill>
              </a:rPr>
              <a:t>Financial Services</a:t>
            </a:r>
          </a:p>
          <a:p>
            <a:pPr marL="0" indent="0">
              <a:lnSpc>
                <a:spcPct val="150000"/>
              </a:lnSpc>
              <a:buNone/>
            </a:pPr>
            <a:endParaRPr lang="en-GB" sz="1200">
              <a:solidFill>
                <a:srgbClr val="00AB80"/>
              </a:solidFill>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75170" y="113351"/>
            <a:ext cx="2684870"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Vilas</a:t>
            </a:r>
          </a:p>
          <a:p>
            <a:r>
              <a:rPr lang="en-US" sz="2800" b="1">
                <a:solidFill>
                  <a:srgbClr val="00AB80"/>
                </a:solidFill>
                <a:latin typeface="Roboto" panose="02000000000000000000" pitchFamily="2" charset="0"/>
                <a:ea typeface="Roboto" panose="02000000000000000000" pitchFamily="2" charset="0"/>
              </a:rPr>
              <a:t>Patel</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79134" y="1247202"/>
            <a:ext cx="2972650" cy="310341"/>
          </a:xfrm>
          <a:prstGeom prst="rect">
            <a:avLst/>
          </a:prstGeom>
          <a:noFill/>
        </p:spPr>
        <p:txBody>
          <a:bodyPr wrap="square" lIns="91440" tIns="45720" rIns="91440" bIns="45720" anchor="t">
            <a:spAutoFit/>
          </a:bodyPr>
          <a:lstStyle/>
          <a:p>
            <a:pPr>
              <a:lnSpc>
                <a:spcPts val="1812"/>
              </a:lnSpc>
            </a:pPr>
            <a:r>
              <a:rPr lang="en-US" sz="1400" b="1" spc="13">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78877" y="1025116"/>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a:ea typeface="Roboto Light"/>
                <a:cs typeface="Lato"/>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DevOps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AEM</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Core Java</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IT Service Management</a:t>
            </a:r>
          </a:p>
          <a:p>
            <a:pPr marL="171450" indent="-171450">
              <a:buClr>
                <a:srgbClr val="00AB80"/>
              </a:buClr>
              <a:buFont typeface="Arial" panose="020B0604020202020204" pitchFamily="34" charset="0"/>
              <a:buChar cha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Process Analysis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Problem Solver</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Scrum Master</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Process Improvement</a:t>
            </a: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Vendor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Coaching / Mentoring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Requirements Gathering </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2" name="TextBox 1">
            <a:extLst>
              <a:ext uri="{FF2B5EF4-FFF2-40B4-BE49-F238E27FC236}">
                <a16:creationId xmlns:a16="http://schemas.microsoft.com/office/drawing/2014/main" id="{2FA774CA-3857-9308-4D38-9414B0CC2B95}"/>
              </a:ext>
            </a:extLst>
          </p:cNvPr>
          <p:cNvSpPr txBox="1"/>
          <p:nvPr/>
        </p:nvSpPr>
        <p:spPr>
          <a:xfrm>
            <a:off x="3335753" y="1095970"/>
            <a:ext cx="4542465" cy="646331"/>
          </a:xfrm>
          <a:prstGeom prst="rect">
            <a:avLst/>
          </a:prstGeom>
          <a:noFill/>
        </p:spPr>
        <p:txBody>
          <a:bodyPr wrap="square" rtlCol="0">
            <a:spAutoFit/>
          </a:bodyPr>
          <a:lstStyle/>
          <a:p>
            <a:r>
              <a:rPr lang="en-AU" sz="1200" b="1">
                <a:solidFill>
                  <a:srgbClr val="0059FF"/>
                </a:solidFill>
                <a:latin typeface="Roboto" panose="02000000000000000000" pitchFamily="2" charset="0"/>
                <a:ea typeface="Roboto" panose="02000000000000000000" pitchFamily="2" charset="0"/>
              </a:rPr>
              <a:t>Telecommunications Organisation – Project Delivery Manager</a:t>
            </a:r>
          </a:p>
          <a:p>
            <a:endParaRPr lang="en-AU" sz="1200" b="1">
              <a:solidFill>
                <a:srgbClr val="0059FF"/>
              </a:solidFill>
              <a:latin typeface="Roboto" panose="02000000000000000000" pitchFamily="2" charset="0"/>
              <a:ea typeface="Roboto" panose="02000000000000000000" pitchFamily="2" charset="0"/>
            </a:endParaRPr>
          </a:p>
          <a:p>
            <a:endParaRPr lang="en-AU" sz="1200" b="1">
              <a:solidFill>
                <a:srgbClr val="0059FF"/>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55043" y="1447488"/>
            <a:ext cx="0" cy="2040975"/>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500533" y="1367121"/>
            <a:ext cx="4550464"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Prepared project management plan and set up Agile ways of working</a:t>
            </a:r>
          </a:p>
          <a:p>
            <a:r>
              <a:rPr lang="en-AU" sz="1000"/>
              <a:t>Collaborated with stakeholders to identify project requirements and deliverables</a:t>
            </a:r>
          </a:p>
          <a:p>
            <a:r>
              <a:rPr lang="en-AU" sz="1000"/>
              <a:t>Collaborated with internal, external stakeholders, vendors and procurement </a:t>
            </a:r>
          </a:p>
          <a:p>
            <a:r>
              <a:rPr lang="en-AU" sz="1000"/>
              <a:t>Tracked the project milestones against plan, removed impediments, strategic planning and dealt with unknowns</a:t>
            </a:r>
          </a:p>
          <a:p>
            <a:r>
              <a:rPr lang="en-AU" sz="1000"/>
              <a:t>Presented project status and progress to stakeholders, including executive leadership, product owners, and clients</a:t>
            </a:r>
          </a:p>
          <a:p>
            <a:r>
              <a:rPr lang="en-AU" sz="1000"/>
              <a:t>Ran team building activities to boost team morals and motivating team for learning new skills and stepping up to overcome project challenges</a:t>
            </a:r>
          </a:p>
          <a:p>
            <a:r>
              <a:rPr lang="en-AU" sz="1000"/>
              <a:t>Maintained RAID Log, registering risks, discussing mitigation plans</a:t>
            </a:r>
          </a:p>
          <a:p>
            <a:r>
              <a:rPr lang="en-AU" sz="1000"/>
              <a:t>Tracked Financial milestones and get timely approval for invoicing</a:t>
            </a:r>
          </a:p>
          <a:p>
            <a:r>
              <a:rPr lang="en-AU" sz="1000"/>
              <a:t>Created business case for new opportunities into Digital and Data Stream for the customer</a:t>
            </a:r>
          </a:p>
        </p:txBody>
      </p:sp>
      <p:sp>
        <p:nvSpPr>
          <p:cNvPr id="9" name="TextBox 8">
            <a:extLst>
              <a:ext uri="{FF2B5EF4-FFF2-40B4-BE49-F238E27FC236}">
                <a16:creationId xmlns:a16="http://schemas.microsoft.com/office/drawing/2014/main" id="{73AF90DA-A8BA-A38E-D7B5-20B62F60DBA2}"/>
              </a:ext>
            </a:extLst>
          </p:cNvPr>
          <p:cNvSpPr txBox="1"/>
          <p:nvPr/>
        </p:nvSpPr>
        <p:spPr>
          <a:xfrm>
            <a:off x="270451" y="1593954"/>
            <a:ext cx="2772492" cy="344645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a:solidFill>
                  <a:schemeClr val="tx1"/>
                </a:solidFill>
              </a:rPr>
              <a:t>Vilas is a Program, Project Manager and Scrum Master with more than 16 years of IT industry experience. Vilas has worked for various customers globally across the USA, UK and APAC regions and has experience across multiple industry verticals, delivering end to end programs achieving quality output. </a:t>
            </a:r>
          </a:p>
          <a:p>
            <a:endParaRPr lang="en-AU">
              <a:solidFill>
                <a:schemeClr val="tx1"/>
              </a:solidFill>
            </a:endParaRPr>
          </a:p>
          <a:p>
            <a:r>
              <a:rPr lang="en-AU">
                <a:solidFill>
                  <a:schemeClr val="tx1"/>
                </a:solidFill>
                <a:latin typeface="Roboto Light"/>
                <a:ea typeface="Roboto Light"/>
                <a:cs typeface="Lato"/>
              </a:rPr>
              <a:t>A PSM-I Certified Scrum Master and Agile Ninja Coach, Vilas is well-versed with agile methodology and its concepts. Possessing a great blend of technology (Azure, DevOps, AEM) and management experience, Vilas has strong Domain knowledge across Energy, Telecom and Utilities. Vilas also possess good communication and analytical skills and is an emotionally intelligent leader who believes in putting human values first.</a:t>
            </a:r>
          </a:p>
        </p:txBody>
      </p:sp>
      <p:grpSp>
        <p:nvGrpSpPr>
          <p:cNvPr id="17" name="Group 16">
            <a:extLst>
              <a:ext uri="{FF2B5EF4-FFF2-40B4-BE49-F238E27FC236}">
                <a16:creationId xmlns:a16="http://schemas.microsoft.com/office/drawing/2014/main" id="{68E3E37F-33C7-0FA1-EE46-FF9F69D76775}"/>
              </a:ext>
            </a:extLst>
          </p:cNvPr>
          <p:cNvGrpSpPr/>
          <p:nvPr/>
        </p:nvGrpSpPr>
        <p:grpSpPr>
          <a:xfrm>
            <a:off x="8133650" y="3226245"/>
            <a:ext cx="1963972" cy="4154984"/>
            <a:chOff x="8106458" y="2511090"/>
            <a:chExt cx="1963972" cy="4154984"/>
          </a:xfrm>
        </p:grpSpPr>
        <p:cxnSp>
          <p:nvCxnSpPr>
            <p:cNvPr id="18" name="Straight Connector 17">
              <a:extLst>
                <a:ext uri="{FF2B5EF4-FFF2-40B4-BE49-F238E27FC236}">
                  <a16:creationId xmlns:a16="http://schemas.microsoft.com/office/drawing/2014/main" id="{90AA7DEA-9CDD-07A4-6855-896954FD5100}"/>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6C4720C-7276-6721-73A5-61F241162125}"/>
                </a:ext>
              </a:extLst>
            </p:cNvPr>
            <p:cNvSpPr txBox="1"/>
            <p:nvPr/>
          </p:nvSpPr>
          <p:spPr>
            <a:xfrm>
              <a:off x="8106458" y="2511090"/>
              <a:ext cx="1963972" cy="415498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PSM-I – Certified Scrum Master</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Agile Ninja Coach</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Google Cloud | Cloud Digital Leader</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Collibra | Foundations of Data Governance</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Databricks </a:t>
              </a:r>
              <a:r>
                <a:rPr lang="en-GB" sz="1200">
                  <a:solidFill>
                    <a:srgbClr val="00AB80"/>
                  </a:solidFill>
                  <a:latin typeface="Roboto Light" panose="02000000000000000000" pitchFamily="2" charset="0"/>
                  <a:ea typeface="Calibri" panose="020F0502020204030204" pitchFamily="34" charset="0"/>
                </a:rPr>
                <a:t>|</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 Partner Essentials</a:t>
              </a:r>
              <a:r>
                <a:rPr lang="en-GB" sz="1200">
                  <a:solidFill>
                    <a:srgbClr val="00AB80"/>
                  </a:solidFill>
                  <a:latin typeface="Roboto Light" panose="02000000000000000000" pitchFamily="2" charset="0"/>
                  <a:ea typeface="Calibri" panose="020F0502020204030204" pitchFamily="34" charset="0"/>
                </a:rPr>
                <a:t> for </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Business Leaders</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Bachelor – Computer Science | </a:t>
              </a:r>
              <a:r>
                <a:rPr kumimoji="0" lang="en-GB" sz="1200" b="0" i="0" u="none" strike="noStrike" kern="1200" cap="none" spc="0" normalizeH="0" baseline="0" noProof="0" err="1">
                  <a:ln>
                    <a:noFill/>
                  </a:ln>
                  <a:solidFill>
                    <a:srgbClr val="00AB80"/>
                  </a:solidFill>
                  <a:effectLst/>
                  <a:uLnTx/>
                  <a:uFillTx/>
                  <a:latin typeface="Roboto Light" panose="02000000000000000000" pitchFamily="2" charset="0"/>
                  <a:ea typeface="Calibri" panose="020F0502020204030204" pitchFamily="34" charset="0"/>
                  <a:cs typeface="+mn-cs"/>
                </a:rPr>
                <a:t>Hemchandracha</a:t>
              </a:r>
              <a:r>
                <a:rPr kumimoji="0" lang="en-GB" sz="1200" b="0" i="0" u="none" strike="noStrike" kern="1200" cap="none" spc="0" normalizeH="0" baseline="0" noProof="0">
                  <a:ln>
                    <a:noFill/>
                  </a:ln>
                  <a:solidFill>
                    <a:srgbClr val="00AB80"/>
                  </a:solidFill>
                  <a:effectLst/>
                  <a:uLnTx/>
                  <a:uFillTx/>
                  <a:latin typeface="Roboto Light" panose="02000000000000000000" pitchFamily="2" charset="0"/>
                  <a:ea typeface="Calibri" panose="020F0502020204030204" pitchFamily="34" charset="0"/>
                  <a:cs typeface="+mn-cs"/>
                </a:rPr>
                <a:t> North Gujarat University (India)</a:t>
              </a:r>
            </a:p>
            <a:p>
              <a:pPr marL="0" marR="0" lvl="0" indent="0" algn="l" defTabSz="457200" rtl="0" eaLnBrk="1" fontAlgn="auto" latinLnBrk="0" hangingPunct="1">
                <a:lnSpc>
                  <a:spcPct val="100000"/>
                </a:lnSpc>
                <a:spcBef>
                  <a:spcPts val="0"/>
                </a:spcBef>
                <a:spcAft>
                  <a:spcPts val="0"/>
                </a:spcAft>
                <a:buClrTx/>
                <a:buSzTx/>
                <a:buFontTx/>
                <a:buNone/>
                <a:tabLst>
                  <a:tab pos="3819525" algn="l"/>
                  <a:tab pos="3895725" algn="l"/>
                </a:tabLst>
                <a:defRPr/>
              </a:pPr>
              <a:endParaRPr kumimoji="0" lang="en-AU" sz="1200" b="0" i="0" u="none" strike="noStrike" kern="1200" cap="none" spc="0" normalizeH="0" baseline="0" noProof="0">
                <a:ln>
                  <a:noFill/>
                </a:ln>
                <a:solidFill>
                  <a:srgbClr val="00AB80"/>
                </a:solidFill>
                <a:effectLst/>
                <a:uLnTx/>
                <a:uFillTx/>
                <a:latin typeface="Times New Roman" panose="02020603050405020304" pitchFamily="18" charset="0"/>
                <a:ea typeface="Calibri" panose="020F0502020204030204" pitchFamily="34" charset="0"/>
                <a:cs typeface="+mn-cs"/>
              </a:endParaRPr>
            </a:p>
          </p:txBody>
        </p:sp>
      </p:grpSp>
      <p:sp>
        <p:nvSpPr>
          <p:cNvPr id="29" name="TextBox 28">
            <a:extLst>
              <a:ext uri="{FF2B5EF4-FFF2-40B4-BE49-F238E27FC236}">
                <a16:creationId xmlns:a16="http://schemas.microsoft.com/office/drawing/2014/main" id="{F737A101-9247-0C11-39E4-5FA4277753F0}"/>
              </a:ext>
            </a:extLst>
          </p:cNvPr>
          <p:cNvSpPr txBox="1"/>
          <p:nvPr/>
        </p:nvSpPr>
        <p:spPr>
          <a:xfrm>
            <a:off x="8219897" y="3169283"/>
            <a:ext cx="1648720" cy="215444"/>
          </a:xfrm>
          <a:prstGeom prst="rect">
            <a:avLst/>
          </a:prstGeom>
          <a:noFill/>
        </p:spPr>
        <p:txBody>
          <a:bodyPr wrap="none" lIns="0" tIns="0" rIns="0" bIns="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88" normalizeH="0" baseline="0" noProof="0">
                <a:ln>
                  <a:noFill/>
                </a:ln>
                <a:solidFill>
                  <a:prstClr val="white"/>
                </a:solidFill>
                <a:effectLst/>
                <a:uLnTx/>
                <a:uFillTx/>
                <a:latin typeface="Roboto" panose="02000000000000000000" pitchFamily="2" charset="0"/>
                <a:ea typeface="Roboto" panose="02000000000000000000" pitchFamily="2" charset="0"/>
                <a:cs typeface="+mn-cs"/>
              </a:rPr>
              <a:t>Certification</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78DE8-CA0B-4723-AF37-2B344746F8D2}">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17967B02-92E7-4CD8-AFE1-F98E4865D296}">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2</Slides>
  <Notes>0</Notes>
  <HiddenSlides>0</HiddenSlide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2024-11-20T23:35:01Z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