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2B3F"/>
    <a:srgbClr val="0059FF"/>
    <a:srgbClr val="00AB80"/>
    <a:srgbClr val="A93584"/>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53DBDF-9716-4962-BC00-2222C258C5DD}" v="2" dt="2024-06-24T04:36:22.255"/>
    <p1510:client id="{CBE2EBFE-26BC-474A-BBF0-040842829702}" v="240" dt="2024-06-24T05:48:43.5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1128" y="40"/>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A953DBDF-9716-4962-BC00-2222C258C5DD}"/>
    <pc:docChg chg="undo custSel modSld">
      <pc:chgData name="Darcy Roach" userId="ba676ee9-e9b4-49e8-a515-8077106c948d" providerId="ADAL" clId="{A953DBDF-9716-4962-BC00-2222C258C5DD}" dt="2024-06-24T04:43:42.821" v="765" actId="1076"/>
      <pc:docMkLst>
        <pc:docMk/>
      </pc:docMkLst>
      <pc:sldChg chg="modSp mod">
        <pc:chgData name="Darcy Roach" userId="ba676ee9-e9b4-49e8-a515-8077106c948d" providerId="ADAL" clId="{A953DBDF-9716-4962-BC00-2222C258C5DD}" dt="2024-06-24T04:43:42.821" v="765" actId="1076"/>
        <pc:sldMkLst>
          <pc:docMk/>
          <pc:sldMk cId="2009923557" sldId="270"/>
        </pc:sldMkLst>
        <pc:spChg chg="mod">
          <ac:chgData name="Darcy Roach" userId="ba676ee9-e9b4-49e8-a515-8077106c948d" providerId="ADAL" clId="{A953DBDF-9716-4962-BC00-2222C258C5DD}" dt="2024-06-24T04:41:57.785" v="761" actId="1076"/>
          <ac:spMkLst>
            <pc:docMk/>
            <pc:sldMk cId="2009923557" sldId="270"/>
            <ac:spMk id="2" creationId="{2FA774CA-3857-9308-4D38-9414B0CC2B95}"/>
          </ac:spMkLst>
        </pc:spChg>
        <pc:spChg chg="mod">
          <ac:chgData name="Darcy Roach" userId="ba676ee9-e9b4-49e8-a515-8077106c948d" providerId="ADAL" clId="{A953DBDF-9716-4962-BC00-2222C258C5DD}" dt="2024-06-24T04:39:54.316" v="736" actId="20577"/>
          <ac:spMkLst>
            <pc:docMk/>
            <pc:sldMk cId="2009923557" sldId="270"/>
            <ac:spMk id="4" creationId="{80F49B2F-21D4-F9EB-049F-717A10CB7D84}"/>
          </ac:spMkLst>
        </pc:spChg>
        <pc:spChg chg="mod">
          <ac:chgData name="Darcy Roach" userId="ba676ee9-e9b4-49e8-a515-8077106c948d" providerId="ADAL" clId="{A953DBDF-9716-4962-BC00-2222C258C5DD}" dt="2024-06-24T04:41:40.607" v="759" actId="1076"/>
          <ac:spMkLst>
            <pc:docMk/>
            <pc:sldMk cId="2009923557" sldId="270"/>
            <ac:spMk id="6" creationId="{701E125D-B356-8A2A-B86B-AB6567CEABE1}"/>
          </ac:spMkLst>
        </pc:spChg>
        <pc:spChg chg="mod">
          <ac:chgData name="Darcy Roach" userId="ba676ee9-e9b4-49e8-a515-8077106c948d" providerId="ADAL" clId="{A953DBDF-9716-4962-BC00-2222C258C5DD}" dt="2024-06-24T04:20:54.863" v="220" actId="20577"/>
          <ac:spMkLst>
            <pc:docMk/>
            <pc:sldMk cId="2009923557" sldId="270"/>
            <ac:spMk id="9" creationId="{73AF90DA-A8BA-A38E-D7B5-20B62F60DBA2}"/>
          </ac:spMkLst>
        </pc:spChg>
        <pc:spChg chg="mod">
          <ac:chgData name="Darcy Roach" userId="ba676ee9-e9b4-49e8-a515-8077106c948d" providerId="ADAL" clId="{A953DBDF-9716-4962-BC00-2222C258C5DD}" dt="2024-06-24T04:27:14.352" v="354" actId="1076"/>
          <ac:spMkLst>
            <pc:docMk/>
            <pc:sldMk cId="2009923557" sldId="270"/>
            <ac:spMk id="10" creationId="{06312B81-BCF1-2796-C112-3DBE0E02F483}"/>
          </ac:spMkLst>
        </pc:spChg>
        <pc:spChg chg="mod">
          <ac:chgData name="Darcy Roach" userId="ba676ee9-e9b4-49e8-a515-8077106c948d" providerId="ADAL" clId="{A953DBDF-9716-4962-BC00-2222C258C5DD}" dt="2024-06-24T04:41:40.607" v="759" actId="1076"/>
          <ac:spMkLst>
            <pc:docMk/>
            <pc:sldMk cId="2009923557" sldId="270"/>
            <ac:spMk id="12" creationId="{00BFB9EC-C6FC-9CD6-25D9-30AE5857C83C}"/>
          </ac:spMkLst>
        </pc:spChg>
        <pc:spChg chg="mod">
          <ac:chgData name="Darcy Roach" userId="ba676ee9-e9b4-49e8-a515-8077106c948d" providerId="ADAL" clId="{A953DBDF-9716-4962-BC00-2222C258C5DD}" dt="2024-06-24T04:13:31.783" v="24" actId="20577"/>
          <ac:spMkLst>
            <pc:docMk/>
            <pc:sldMk cId="2009923557" sldId="270"/>
            <ac:spMk id="13" creationId="{FD2720C9-A79F-BD7F-E179-674AD67D7892}"/>
          </ac:spMkLst>
        </pc:spChg>
        <pc:spChg chg="mod">
          <ac:chgData name="Darcy Roach" userId="ba676ee9-e9b4-49e8-a515-8077106c948d" providerId="ADAL" clId="{A953DBDF-9716-4962-BC00-2222C258C5DD}" dt="2024-06-24T04:41:57.785" v="761" actId="1076"/>
          <ac:spMkLst>
            <pc:docMk/>
            <pc:sldMk cId="2009923557" sldId="270"/>
            <ac:spMk id="19" creationId="{7513C49A-2DF2-8111-FED4-FC07A8EAD258}"/>
          </ac:spMkLst>
        </pc:spChg>
        <pc:spChg chg="mod">
          <ac:chgData name="Darcy Roach" userId="ba676ee9-e9b4-49e8-a515-8077106c948d" providerId="ADAL" clId="{A953DBDF-9716-4962-BC00-2222C258C5DD}" dt="2024-06-24T04:41:02.926" v="752" actId="20577"/>
          <ac:spMkLst>
            <pc:docMk/>
            <pc:sldMk cId="2009923557" sldId="270"/>
            <ac:spMk id="26" creationId="{1A3D666D-00C8-D106-73C3-9FF300F8618C}"/>
          </ac:spMkLst>
        </pc:spChg>
        <pc:spChg chg="mod">
          <ac:chgData name="Darcy Roach" userId="ba676ee9-e9b4-49e8-a515-8077106c948d" providerId="ADAL" clId="{A953DBDF-9716-4962-BC00-2222C258C5DD}" dt="2024-06-24T04:27:37.791" v="357" actId="1076"/>
          <ac:spMkLst>
            <pc:docMk/>
            <pc:sldMk cId="2009923557" sldId="270"/>
            <ac:spMk id="28" creationId="{6059F888-3BDF-A1C0-65E5-CB6FDD43D97C}"/>
          </ac:spMkLst>
        </pc:spChg>
        <pc:spChg chg="mod">
          <ac:chgData name="Darcy Roach" userId="ba676ee9-e9b4-49e8-a515-8077106c948d" providerId="ADAL" clId="{A953DBDF-9716-4962-BC00-2222C258C5DD}" dt="2024-06-24T04:38:19.475" v="680" actId="20577"/>
          <ac:spMkLst>
            <pc:docMk/>
            <pc:sldMk cId="2009923557" sldId="270"/>
            <ac:spMk id="38" creationId="{AB47A2EE-BF0B-DB05-8B7C-DB6594B2B3D5}"/>
          </ac:spMkLst>
        </pc:spChg>
        <pc:spChg chg="mod">
          <ac:chgData name="Darcy Roach" userId="ba676ee9-e9b4-49e8-a515-8077106c948d" providerId="ADAL" clId="{A953DBDF-9716-4962-BC00-2222C258C5DD}" dt="2024-06-24T04:43:42.821" v="765" actId="1076"/>
          <ac:spMkLst>
            <pc:docMk/>
            <pc:sldMk cId="2009923557" sldId="270"/>
            <ac:spMk id="39" creationId="{3EA81938-6A76-B850-B0E8-A5F905AEBA98}"/>
          </ac:spMkLst>
        </pc:spChg>
        <pc:spChg chg="mod">
          <ac:chgData name="Darcy Roach" userId="ba676ee9-e9b4-49e8-a515-8077106c948d" providerId="ADAL" clId="{A953DBDF-9716-4962-BC00-2222C258C5DD}" dt="2024-06-24T04:43:19.021" v="764" actId="20577"/>
          <ac:spMkLst>
            <pc:docMk/>
            <pc:sldMk cId="2009923557" sldId="270"/>
            <ac:spMk id="175" creationId="{B9775FC7-7124-8CCA-9B1C-7CCD7D3DF384}"/>
          </ac:spMkLst>
        </pc:spChg>
        <pc:grpChg chg="mod">
          <ac:chgData name="Darcy Roach" userId="ba676ee9-e9b4-49e8-a515-8077106c948d" providerId="ADAL" clId="{A953DBDF-9716-4962-BC00-2222C258C5DD}" dt="2024-06-24T04:43:42.821" v="765" actId="1076"/>
          <ac:grpSpMkLst>
            <pc:docMk/>
            <pc:sldMk cId="2009923557" sldId="270"/>
            <ac:grpSpMk id="5" creationId="{980A06B1-0A2F-7DF6-91DB-0F6DFA896A23}"/>
          </ac:grpSpMkLst>
        </pc:grpChg>
        <pc:grpChg chg="mod">
          <ac:chgData name="Darcy Roach" userId="ba676ee9-e9b4-49e8-a515-8077106c948d" providerId="ADAL" clId="{A953DBDF-9716-4962-BC00-2222C258C5DD}" dt="2024-06-24T04:41:48.746" v="760" actId="1076"/>
          <ac:grpSpMkLst>
            <pc:docMk/>
            <pc:sldMk cId="2009923557" sldId="270"/>
            <ac:grpSpMk id="16" creationId="{A1F14AC0-7E81-3290-BFBD-9B334F5C0EFB}"/>
          </ac:grpSpMkLst>
        </pc:grpChg>
        <pc:cxnChg chg="mod">
          <ac:chgData name="Darcy Roach" userId="ba676ee9-e9b4-49e8-a515-8077106c948d" providerId="ADAL" clId="{A953DBDF-9716-4962-BC00-2222C258C5DD}" dt="2024-06-24T04:41:40.607" v="759" actId="1076"/>
          <ac:cxnSpMkLst>
            <pc:docMk/>
            <pc:sldMk cId="2009923557" sldId="270"/>
            <ac:cxnSpMk id="3" creationId="{67C34E10-2CF8-9BCA-1CC6-D78A3FF9CA80}"/>
          </ac:cxnSpMkLst>
        </pc:cxnChg>
        <pc:cxnChg chg="mod">
          <ac:chgData name="Darcy Roach" userId="ba676ee9-e9b4-49e8-a515-8077106c948d" providerId="ADAL" clId="{A953DBDF-9716-4962-BC00-2222C258C5DD}" dt="2024-06-24T04:41:57.785" v="761" actId="1076"/>
          <ac:cxnSpMkLst>
            <pc:docMk/>
            <pc:sldMk cId="2009923557" sldId="270"/>
            <ac:cxnSpMk id="15" creationId="{F87F05F2-DA4C-4F55-A5D0-1887110DF155}"/>
          </ac:cxnSpMkLst>
        </pc:cxnChg>
        <pc:cxnChg chg="mod">
          <ac:chgData name="Darcy Roach" userId="ba676ee9-e9b4-49e8-a515-8077106c948d" providerId="ADAL" clId="{A953DBDF-9716-4962-BC00-2222C258C5DD}" dt="2024-06-24T04:27:44.260" v="358" actId="1076"/>
          <ac:cxnSpMkLst>
            <pc:docMk/>
            <pc:sldMk cId="2009923557" sldId="270"/>
            <ac:cxnSpMk id="21" creationId="{B0913DE4-461D-CE43-AABC-C4B3D7D22F45}"/>
          </ac:cxnSpMkLst>
        </pc:cxnChg>
        <pc:cxnChg chg="mod">
          <ac:chgData name="Darcy Roach" userId="ba676ee9-e9b4-49e8-a515-8077106c948d" providerId="ADAL" clId="{A953DBDF-9716-4962-BC00-2222C258C5DD}" dt="2024-06-24T04:41:33.417" v="758" actId="1076"/>
          <ac:cxnSpMkLst>
            <pc:docMk/>
            <pc:sldMk cId="2009923557" sldId="270"/>
            <ac:cxnSpMk id="190" creationId="{31DCAD75-9302-C642-9C74-B164C43329B0}"/>
          </ac:cxnSpMkLst>
        </pc:cxnChg>
      </pc:sldChg>
    </pc:docChg>
  </pc:docChgLst>
  <pc:docChgLst>
    <pc:chgData name="Joel Collins" userId="d3ae1526-77cd-4d01-b42b-68ae1cb060b9" providerId="ADAL" clId="{508BA81B-FDC6-4EFB-B151-1EA7735B65C8}"/>
    <pc:docChg chg="modSld">
      <pc:chgData name="Joel Collins" userId="d3ae1526-77cd-4d01-b42b-68ae1cb060b9" providerId="ADAL" clId="{508BA81B-FDC6-4EFB-B151-1EA7735B65C8}" dt="2024-06-24T06:44:40.977" v="35"/>
      <pc:docMkLst>
        <pc:docMk/>
      </pc:docMkLst>
      <pc:sldChg chg="modSp mod">
        <pc:chgData name="Joel Collins" userId="d3ae1526-77cd-4d01-b42b-68ae1cb060b9" providerId="ADAL" clId="{508BA81B-FDC6-4EFB-B151-1EA7735B65C8}" dt="2024-06-24T06:44:40.977" v="35"/>
        <pc:sldMkLst>
          <pc:docMk/>
          <pc:sldMk cId="2009923557" sldId="270"/>
        </pc:sldMkLst>
        <pc:spChg chg="mod">
          <ac:chgData name="Joel Collins" userId="d3ae1526-77cd-4d01-b42b-68ae1cb060b9" providerId="ADAL" clId="{508BA81B-FDC6-4EFB-B151-1EA7735B65C8}" dt="2024-06-24T06:44:17.127" v="33" actId="6549"/>
          <ac:spMkLst>
            <pc:docMk/>
            <pc:sldMk cId="2009923557" sldId="270"/>
            <ac:spMk id="9" creationId="{73AF90DA-A8BA-A38E-D7B5-20B62F60DBA2}"/>
          </ac:spMkLst>
        </pc:spChg>
        <pc:spChg chg="mod">
          <ac:chgData name="Joel Collins" userId="d3ae1526-77cd-4d01-b42b-68ae1cb060b9" providerId="ADAL" clId="{508BA81B-FDC6-4EFB-B151-1EA7735B65C8}" dt="2024-06-24T06:44:40.977" v="35"/>
          <ac:spMkLst>
            <pc:docMk/>
            <pc:sldMk cId="2009923557" sldId="270"/>
            <ac:spMk id="12" creationId="{00BFB9EC-C6FC-9CD6-25D9-30AE5857C83C}"/>
          </ac:spMkLst>
        </pc:spChg>
      </pc:sldChg>
    </pc:docChg>
  </pc:docChgLst>
  <pc:docChgLst>
    <pc:chgData name="Paul Lucas" userId="be661782-8896-4357-adc6-793bd86d3a38" providerId="ADAL" clId="{CBE2EBFE-26BC-474A-BBF0-040842829702}"/>
    <pc:docChg chg="custSel modSld">
      <pc:chgData name="Paul Lucas" userId="be661782-8896-4357-adc6-793bd86d3a38" providerId="ADAL" clId="{CBE2EBFE-26BC-474A-BBF0-040842829702}" dt="2024-06-24T05:48:43.587" v="403" actId="6549"/>
      <pc:docMkLst>
        <pc:docMk/>
      </pc:docMkLst>
      <pc:sldChg chg="modSp mod">
        <pc:chgData name="Paul Lucas" userId="be661782-8896-4357-adc6-793bd86d3a38" providerId="ADAL" clId="{CBE2EBFE-26BC-474A-BBF0-040842829702}" dt="2024-06-24T05:48:43.587" v="403" actId="6549"/>
        <pc:sldMkLst>
          <pc:docMk/>
          <pc:sldMk cId="2009923557" sldId="270"/>
        </pc:sldMkLst>
        <pc:spChg chg="mod">
          <ac:chgData name="Paul Lucas" userId="be661782-8896-4357-adc6-793bd86d3a38" providerId="ADAL" clId="{CBE2EBFE-26BC-474A-BBF0-040842829702}" dt="2024-06-24T05:10:31.716" v="3" actId="313"/>
          <ac:spMkLst>
            <pc:docMk/>
            <pc:sldMk cId="2009923557" sldId="270"/>
            <ac:spMk id="4" creationId="{80F49B2F-21D4-F9EB-049F-717A10CB7D84}"/>
          </ac:spMkLst>
        </pc:spChg>
        <pc:spChg chg="mod">
          <ac:chgData name="Paul Lucas" userId="be661782-8896-4357-adc6-793bd86d3a38" providerId="ADAL" clId="{CBE2EBFE-26BC-474A-BBF0-040842829702}" dt="2024-06-24T05:10:05.756" v="1" actId="313"/>
          <ac:spMkLst>
            <pc:docMk/>
            <pc:sldMk cId="2009923557" sldId="270"/>
            <ac:spMk id="9" creationId="{73AF90DA-A8BA-A38E-D7B5-20B62F60DBA2}"/>
          </ac:spMkLst>
        </pc:spChg>
        <pc:spChg chg="mod">
          <ac:chgData name="Paul Lucas" userId="be661782-8896-4357-adc6-793bd86d3a38" providerId="ADAL" clId="{CBE2EBFE-26BC-474A-BBF0-040842829702}" dt="2024-06-24T05:13:09.254" v="24" actId="6549"/>
          <ac:spMkLst>
            <pc:docMk/>
            <pc:sldMk cId="2009923557" sldId="270"/>
            <ac:spMk id="10" creationId="{06312B81-BCF1-2796-C112-3DBE0E02F483}"/>
          </ac:spMkLst>
        </pc:spChg>
        <pc:spChg chg="mod">
          <ac:chgData name="Paul Lucas" userId="be661782-8896-4357-adc6-793bd86d3a38" providerId="ADAL" clId="{CBE2EBFE-26BC-474A-BBF0-040842829702}" dt="2024-06-24T05:48:43.587" v="403" actId="6549"/>
          <ac:spMkLst>
            <pc:docMk/>
            <pc:sldMk cId="2009923557" sldId="270"/>
            <ac:spMk id="12" creationId="{00BFB9EC-C6FC-9CD6-25D9-30AE5857C83C}"/>
          </ac:spMkLst>
        </pc:spChg>
        <pc:spChg chg="mod">
          <ac:chgData name="Paul Lucas" userId="be661782-8896-4357-adc6-793bd86d3a38" providerId="ADAL" clId="{CBE2EBFE-26BC-474A-BBF0-040842829702}" dt="2024-06-24T05:43:34.946" v="365" actId="20577"/>
          <ac:spMkLst>
            <pc:docMk/>
            <pc:sldMk cId="2009923557" sldId="270"/>
            <ac:spMk id="19" creationId="{7513C49A-2DF2-8111-FED4-FC07A8EAD258}"/>
          </ac:spMkLst>
        </pc:spChg>
        <pc:spChg chg="mod">
          <ac:chgData name="Paul Lucas" userId="be661782-8896-4357-adc6-793bd86d3a38" providerId="ADAL" clId="{CBE2EBFE-26BC-474A-BBF0-040842829702}" dt="2024-06-24T05:16:17.019" v="42" actId="20577"/>
          <ac:spMkLst>
            <pc:docMk/>
            <pc:sldMk cId="2009923557" sldId="270"/>
            <ac:spMk id="26" creationId="{1A3D666D-00C8-D106-73C3-9FF300F8618C}"/>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6/24/2024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6/24/2024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6/24/2024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6/24/2024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6/24/2024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6/24/2024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6/24/2024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6/24/2024</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40585" y="113351"/>
            <a:ext cx="2684870" cy="861774"/>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Rob </a:t>
            </a:r>
          </a:p>
          <a:p>
            <a:r>
              <a:rPr lang="en-US" sz="2800" b="1" err="1">
                <a:solidFill>
                  <a:srgbClr val="00AB80"/>
                </a:solidFill>
                <a:latin typeface="Roboto" panose="02000000000000000000" pitchFamily="2" charset="0"/>
                <a:ea typeface="Roboto" panose="02000000000000000000" pitchFamily="2" charset="0"/>
              </a:rPr>
              <a:t>Bunten</a:t>
            </a:r>
            <a:endParaRPr lang="en-US" sz="2800" b="1">
              <a:solidFill>
                <a:srgbClr val="00AB80"/>
              </a:solidFill>
              <a:latin typeface="Roboto" panose="02000000000000000000" pitchFamily="2" charset="0"/>
              <a:ea typeface="Roboto" panose="02000000000000000000" pitchFamily="2" charset="0"/>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44549" y="1247202"/>
            <a:ext cx="2972650" cy="310341"/>
          </a:xfrm>
          <a:prstGeom prst="rect">
            <a:avLst/>
          </a:prstGeom>
          <a:noFill/>
        </p:spPr>
        <p:txBody>
          <a:bodyPr wrap="square" lIns="91440" tIns="45720" rIns="91440" bIns="45720" anchor="t">
            <a:spAutoFit/>
          </a:bodyPr>
          <a:lstStyle/>
          <a:p>
            <a:pPr>
              <a:lnSpc>
                <a:spcPts val="1812"/>
              </a:lnSpc>
            </a:pPr>
            <a:r>
              <a:rPr lang="en-US" sz="1400" b="1" spc="13">
                <a:solidFill>
                  <a:srgbClr val="00AB80"/>
                </a:solidFill>
                <a:latin typeface="Roboto Light"/>
                <a:ea typeface="Roboto Light"/>
                <a:cs typeface="Lato"/>
              </a:rPr>
              <a:t>Profile</a:t>
            </a:r>
          </a:p>
        </p:txBody>
      </p:sp>
      <p:sp>
        <p:nvSpPr>
          <p:cNvPr id="22" name="TextBox 21">
            <a:extLst>
              <a:ext uri="{FF2B5EF4-FFF2-40B4-BE49-F238E27FC236}">
                <a16:creationId xmlns:a16="http://schemas.microsoft.com/office/drawing/2014/main" id="{9D4E289E-1D52-CBDD-E381-40963429D7F1}"/>
              </a:ext>
            </a:extLst>
          </p:cNvPr>
          <p:cNvSpPr txBox="1"/>
          <p:nvPr/>
        </p:nvSpPr>
        <p:spPr>
          <a:xfrm>
            <a:off x="244292" y="1025116"/>
            <a:ext cx="2489720" cy="218008"/>
          </a:xfrm>
          <a:prstGeom prst="rect">
            <a:avLst/>
          </a:prstGeom>
          <a:noFill/>
        </p:spPr>
        <p:txBody>
          <a:bodyPr wrap="square" lIns="0" tIns="0" rIns="0" bIns="0" rtlCol="0" anchor="t">
            <a:spAutoFit/>
          </a:bodyPr>
          <a:lstStyle/>
          <a:p>
            <a:pPr>
              <a:lnSpc>
                <a:spcPts val="1812"/>
              </a:lnSpc>
            </a:pPr>
            <a:r>
              <a:rPr lang="en-US" sz="1400" spc="13">
                <a:solidFill>
                  <a:schemeClr val="bg1">
                    <a:lumMod val="50000"/>
                  </a:schemeClr>
                </a:solidFill>
                <a:latin typeface="Roboto Light"/>
                <a:ea typeface="Roboto Light"/>
                <a:cs typeface="Lato"/>
              </a:rPr>
              <a:t>Principal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728799"/>
            <a:ext cx="1510046"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AWS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Azure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Snowflake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Oracle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Power BI</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Talend</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Hadoop</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Python</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R</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Unix</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ETL / ELT</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76113"/>
            <a:ext cx="0" cy="1137147"/>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219897" y="2911691"/>
            <a:ext cx="1648720" cy="215444"/>
          </a:xfrm>
          <a:prstGeom prst="rect">
            <a:avLst/>
          </a:prstGeom>
          <a:noFill/>
        </p:spPr>
        <p:txBody>
          <a:bodyPr wrap="none" lIns="0" tIns="0" rIns="0" bIns="0" rtlCol="0">
            <a:spAutoFit/>
          </a:bodyPr>
          <a:lstStyle/>
          <a:p>
            <a:pPr algn="ctr"/>
            <a:r>
              <a:rPr lang="en-US" sz="1400" b="1" spc="388">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784490"/>
            <a:ext cx="0" cy="651166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707439"/>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sp>
        <p:nvSpPr>
          <p:cNvPr id="175" name="TextBox 174">
            <a:extLst>
              <a:ext uri="{FF2B5EF4-FFF2-40B4-BE49-F238E27FC236}">
                <a16:creationId xmlns:a16="http://schemas.microsoft.com/office/drawing/2014/main" id="{B9775FC7-7124-8CCA-9B1C-7CCD7D3DF384}"/>
              </a:ext>
            </a:extLst>
          </p:cNvPr>
          <p:cNvSpPr txBox="1"/>
          <p:nvPr/>
        </p:nvSpPr>
        <p:spPr>
          <a:xfrm>
            <a:off x="8118489" y="1283343"/>
            <a:ext cx="1951941" cy="892552"/>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a:solidFill>
                  <a:srgbClr val="00AB80"/>
                </a:solidFill>
              </a:rPr>
              <a:t>Financial Services</a:t>
            </a:r>
          </a:p>
          <a:p>
            <a:pPr marL="0" indent="0">
              <a:lnSpc>
                <a:spcPct val="150000"/>
              </a:lnSpc>
              <a:buNone/>
            </a:pPr>
            <a:r>
              <a:rPr lang="en-GB" sz="1200">
                <a:solidFill>
                  <a:srgbClr val="00AB80"/>
                </a:solidFill>
                <a:latin typeface="Roboto Light"/>
                <a:ea typeface="Roboto Light"/>
                <a:cs typeface="Roboto Light"/>
              </a:rPr>
              <a:t>Insurance</a:t>
            </a:r>
            <a:endParaRPr lang="en-GB" sz="1200">
              <a:solidFill>
                <a:srgbClr val="00AB80"/>
              </a:solidFill>
              <a:cs typeface="Roboto Light"/>
            </a:endParaRPr>
          </a:p>
          <a:p>
            <a:pPr marL="0" indent="0">
              <a:lnSpc>
                <a:spcPct val="150000"/>
              </a:lnSpc>
              <a:buNone/>
            </a:pPr>
            <a:r>
              <a:rPr lang="en-GB" sz="1200">
                <a:solidFill>
                  <a:srgbClr val="00AB80"/>
                </a:solidFill>
              </a:rPr>
              <a:t>Government</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280411"/>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13772" y="3127135"/>
            <a:ext cx="1963972" cy="830997"/>
            <a:chOff x="8086580" y="2681447"/>
            <a:chExt cx="1963972" cy="830997"/>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086580" y="2681447"/>
              <a:ext cx="1963972" cy="830997"/>
            </a:xfrm>
            <a:prstGeom prst="rect">
              <a:avLst/>
            </a:prstGeom>
            <a:noFill/>
          </p:spPr>
          <p:txBody>
            <a:bodyPr wrap="square">
              <a:spAutoFit/>
            </a:bodyPr>
            <a:lstStyle/>
            <a:p>
              <a:pPr>
                <a:tabLst>
                  <a:tab pos="3819525" algn="l"/>
                  <a:tab pos="3895725" algn="l"/>
                </a:tabLst>
              </a:pPr>
              <a:endParaRPr lang="en-GB" sz="120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a:solidFill>
                    <a:srgbClr val="00AB80"/>
                  </a:solidFill>
                  <a:effectLst/>
                  <a:latin typeface="Roboto Light" panose="02000000000000000000" pitchFamily="2" charset="0"/>
                  <a:ea typeface="Calibri" panose="020F0502020204030204" pitchFamily="34" charset="0"/>
                </a:rPr>
                <a:t>Bachelor</a:t>
              </a:r>
              <a:r>
                <a:rPr lang="en-GB" sz="1200">
                  <a:solidFill>
                    <a:srgbClr val="00AB80"/>
                  </a:solidFill>
                  <a:latin typeface="Roboto Light" panose="02000000000000000000" pitchFamily="2" charset="0"/>
                  <a:ea typeface="Calibri" panose="020F0502020204030204" pitchFamily="34" charset="0"/>
                </a:rPr>
                <a:t> – Science</a:t>
              </a:r>
              <a:r>
                <a:rPr lang="en-AU" sz="1200">
                  <a:solidFill>
                    <a:srgbClr val="00AB80"/>
                  </a:solidFill>
                  <a:latin typeface="Roboto Light" panose="02000000000000000000" pitchFamily="2" charset="0"/>
                  <a:ea typeface="Calibri" panose="020F0502020204030204" pitchFamily="34" charset="0"/>
                </a:rPr>
                <a:t> (Hons) Physics and Computing</a:t>
              </a:r>
              <a:r>
                <a:rPr lang="en-GB" sz="1200">
                  <a:solidFill>
                    <a:srgbClr val="00AB80"/>
                  </a:solidFill>
                  <a:latin typeface="Roboto Light" panose="02000000000000000000" pitchFamily="2" charset="0"/>
                  <a:ea typeface="Calibri" panose="020F0502020204030204" pitchFamily="34" charset="0"/>
                </a:rPr>
                <a:t> | University of Southampton </a:t>
              </a:r>
              <a:endParaRPr lang="en-AU" sz="1200">
                <a:solidFill>
                  <a:srgbClr val="00AB80"/>
                </a:solidFill>
                <a:effectLst/>
                <a:latin typeface="Times New Roman" panose="02020603050405020304" pitchFamily="18"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46651" y="5728799"/>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Architecture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Information/Solution Architecture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Transformation</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Modelling</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Data Governance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Big Data</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DevOps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People Management</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Financial Services</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Insurance</a:t>
            </a:r>
          </a:p>
          <a:p>
            <a:pPr marL="171450" indent="-171450">
              <a:buClr>
                <a:srgbClr val="00AB80"/>
              </a:buClr>
              <a:buFont typeface="Arial" panose="020B0604020202020204" pitchFamily="34" charset="0"/>
              <a:buChar char="•"/>
            </a:pPr>
            <a:r>
              <a:rPr lang="en-AU" sz="900">
                <a:latin typeface="Roboto Light" panose="02000000000000000000" pitchFamily="2" charset="0"/>
                <a:ea typeface="Roboto Light" panose="02000000000000000000" pitchFamily="2" charset="0"/>
              </a:rPr>
              <a:t>Vendor Liaison</a:t>
            </a: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36219" y="1099114"/>
            <a:ext cx="4192693" cy="276999"/>
          </a:xfrm>
          <a:prstGeom prst="rect">
            <a:avLst/>
          </a:prstGeom>
          <a:noFill/>
        </p:spPr>
        <p:txBody>
          <a:bodyPr wrap="square" lIns="91440" tIns="45720" rIns="91440" bIns="45720" rtlCol="0" anchor="t">
            <a:spAutoFit/>
          </a:bodyPr>
          <a:lstStyle/>
          <a:p>
            <a:r>
              <a:rPr lang="en-AU" sz="1200" b="1">
                <a:solidFill>
                  <a:srgbClr val="0059FF"/>
                </a:solidFill>
                <a:latin typeface="Roboto"/>
                <a:ea typeface="Roboto"/>
                <a:cs typeface="Roboto"/>
              </a:rPr>
              <a:t>Financial Services Organisation – Information Architect</a:t>
            </a:r>
            <a:endParaRPr lang="en-US"/>
          </a:p>
        </p:txBody>
      </p:sp>
      <p:sp>
        <p:nvSpPr>
          <p:cNvPr id="2" name="TextBox 1">
            <a:extLst>
              <a:ext uri="{FF2B5EF4-FFF2-40B4-BE49-F238E27FC236}">
                <a16:creationId xmlns:a16="http://schemas.microsoft.com/office/drawing/2014/main" id="{2FA774CA-3857-9308-4D38-9414B0CC2B95}"/>
              </a:ext>
            </a:extLst>
          </p:cNvPr>
          <p:cNvSpPr txBox="1"/>
          <p:nvPr/>
        </p:nvSpPr>
        <p:spPr>
          <a:xfrm>
            <a:off x="3304846" y="2708789"/>
            <a:ext cx="4542465" cy="461665"/>
          </a:xfrm>
          <a:prstGeom prst="rect">
            <a:avLst/>
          </a:prstGeom>
          <a:noFill/>
        </p:spPr>
        <p:txBody>
          <a:bodyPr wrap="square" rtlCol="0">
            <a:spAutoFit/>
          </a:bodyPr>
          <a:lstStyle/>
          <a:p>
            <a:r>
              <a:rPr lang="en-AU" sz="1200" b="1">
                <a:solidFill>
                  <a:srgbClr val="ED7D31"/>
                </a:solidFill>
                <a:latin typeface="Roboto" panose="02000000000000000000" pitchFamily="2" charset="0"/>
                <a:ea typeface="Roboto" panose="02000000000000000000" pitchFamily="2" charset="0"/>
              </a:rPr>
              <a:t>Major Insurance Organisation  – Information Architect</a:t>
            </a:r>
          </a:p>
          <a:p>
            <a:endParaRPr lang="en-AU" sz="1200" b="1">
              <a:solidFill>
                <a:srgbClr val="ED7D31"/>
              </a:solidFill>
              <a:latin typeface="Roboto" panose="02000000000000000000" pitchFamily="2" charset="0"/>
              <a:ea typeface="Roboto" panose="02000000000000000000" pitchFamily="2" charset="0"/>
            </a:endParaRPr>
          </a:p>
        </p:txBody>
      </p:sp>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4136" y="3046990"/>
            <a:ext cx="0" cy="1503468"/>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7513C49A-2DF2-8111-FED4-FC07A8EAD258}"/>
              </a:ext>
            </a:extLst>
          </p:cNvPr>
          <p:cNvSpPr txBox="1"/>
          <p:nvPr/>
        </p:nvSpPr>
        <p:spPr>
          <a:xfrm>
            <a:off x="3469626" y="2965606"/>
            <a:ext cx="4550464" cy="2246769"/>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r>
              <a:rPr lang="en-AU" sz="1000"/>
              <a:t>Built and managed the team to design and implement the Data Platform</a:t>
            </a:r>
          </a:p>
          <a:p>
            <a:r>
              <a:rPr lang="en-AU" sz="1000"/>
              <a:t>Developed the Enterprise Information Strategy, providing a framework for secure, reliable access to data and information in a cost-effective, pragmatic way</a:t>
            </a:r>
          </a:p>
          <a:p>
            <a:r>
              <a:rPr lang="en-AU" sz="1000"/>
              <a:t>Designed the cloud data storage, integration and visualisation architecture to align with the organisation’s secure cloud-based DevOps-deployed principles</a:t>
            </a:r>
          </a:p>
          <a:p>
            <a:r>
              <a:rPr lang="en-AU" sz="1000"/>
              <a:t>Developed enterprise intelligence suite offering insight into sales, product and operational effectiveness, feeding actuarial models and key operational information flow such as adviser onboarding, commission payment and Finance (GL, AP) synchronisation all utilising a large-scale data model leveraging Azure, Talend and Power BI.</a:t>
            </a:r>
          </a:p>
          <a:p>
            <a:endParaRPr lang="en-AU" sz="1000"/>
          </a:p>
          <a:p>
            <a:endParaRPr lang="en-AU" sz="1000"/>
          </a:p>
        </p:txBody>
      </p:sp>
      <p:grpSp>
        <p:nvGrpSpPr>
          <p:cNvPr id="16" name="Group 15">
            <a:extLst>
              <a:ext uri="{FF2B5EF4-FFF2-40B4-BE49-F238E27FC236}">
                <a16:creationId xmlns:a16="http://schemas.microsoft.com/office/drawing/2014/main" id="{A1F14AC0-7E81-3290-BFBD-9B334F5C0EFB}"/>
              </a:ext>
            </a:extLst>
          </p:cNvPr>
          <p:cNvGrpSpPr/>
          <p:nvPr/>
        </p:nvGrpSpPr>
        <p:grpSpPr>
          <a:xfrm>
            <a:off x="3286010" y="4832778"/>
            <a:ext cx="4897142" cy="2954713"/>
            <a:chOff x="3286010" y="5451800"/>
            <a:chExt cx="4897142" cy="2954713"/>
          </a:xfrm>
        </p:grpSpPr>
        <p:sp>
          <p:nvSpPr>
            <p:cNvPr id="10" name="TextBox 9">
              <a:extLst>
                <a:ext uri="{FF2B5EF4-FFF2-40B4-BE49-F238E27FC236}">
                  <a16:creationId xmlns:a16="http://schemas.microsoft.com/office/drawing/2014/main" id="{06312B81-BCF1-2796-C112-3DBE0E02F483}"/>
                </a:ext>
              </a:extLst>
            </p:cNvPr>
            <p:cNvSpPr txBox="1"/>
            <p:nvPr/>
          </p:nvSpPr>
          <p:spPr>
            <a:xfrm>
              <a:off x="3516403" y="5544191"/>
              <a:ext cx="4399656" cy="286232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AU" sz="1000"/>
            </a:p>
            <a:p>
              <a:r>
                <a:rPr lang="en-AU" sz="1000"/>
                <a:t>Information/data strategy for re-platforming all the bank's systems onto a cloud-ready platform. Having already embedded an understanding of the crucial importance of data to the bank, developed an approach to ensure the safe data migration from the old platforms to the new. Socialisation of this approach to the executive garnered support which then drove the entire cut-over strategy</a:t>
              </a:r>
            </a:p>
            <a:p>
              <a:r>
                <a:rPr lang="en-AU" sz="1000"/>
                <a:t>Worked closely with the marketing team and with colleagues overseas to select and implement automated campaign management, steering decisions enabling the project to deliver early and enable centralisation of customer communication accountability.</a:t>
              </a:r>
            </a:p>
            <a:p>
              <a:r>
                <a:rPr lang="en-AU" sz="1000"/>
                <a:t>Produced the bank’s Data Protection position, balancing compliance and operational retention requirements with privacy concerns</a:t>
              </a:r>
            </a:p>
            <a:p>
              <a:r>
                <a:rPr lang="en-AU" sz="1000"/>
                <a:t>Leveraged this to develop an approach which gave data-dependent business units access to the bank's database infrastructure, providing self-service data management and analysis.</a:t>
              </a:r>
            </a:p>
            <a:p>
              <a:endParaRPr lang="en-AU" sz="1000"/>
            </a:p>
            <a:p>
              <a:pPr marL="0" indent="0">
                <a:buNone/>
              </a:pPr>
              <a:endParaRPr lang="en-AU" sz="1000"/>
            </a:p>
          </p:txBody>
        </p:sp>
        <p:cxnSp>
          <p:nvCxnSpPr>
            <p:cNvPr id="21" name="Straight Connector 20">
              <a:extLst>
                <a:ext uri="{FF2B5EF4-FFF2-40B4-BE49-F238E27FC236}">
                  <a16:creationId xmlns:a16="http://schemas.microsoft.com/office/drawing/2014/main" id="{B0913DE4-461D-CE43-AABC-C4B3D7D22F45}"/>
                </a:ext>
              </a:extLst>
            </p:cNvPr>
            <p:cNvCxnSpPr>
              <a:cxnSpLocks/>
            </p:cNvCxnSpPr>
            <p:nvPr/>
          </p:nvCxnSpPr>
          <p:spPr>
            <a:xfrm>
              <a:off x="3437861" y="5785504"/>
              <a:ext cx="0" cy="2186201"/>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059F888-3BDF-A1C0-65E5-CB6FDD43D97C}"/>
                </a:ext>
              </a:extLst>
            </p:cNvPr>
            <p:cNvSpPr txBox="1"/>
            <p:nvPr/>
          </p:nvSpPr>
          <p:spPr>
            <a:xfrm>
              <a:off x="3286010" y="5451800"/>
              <a:ext cx="4897142" cy="276999"/>
            </a:xfrm>
            <a:prstGeom prst="rect">
              <a:avLst/>
            </a:prstGeom>
            <a:noFill/>
          </p:spPr>
          <p:txBody>
            <a:bodyPr wrap="square" rtlCol="0">
              <a:spAutoFit/>
            </a:bodyPr>
            <a:lstStyle/>
            <a:p>
              <a:r>
                <a:rPr lang="en-AU" sz="1200" b="1">
                  <a:solidFill>
                    <a:srgbClr val="A93584"/>
                  </a:solidFill>
                  <a:latin typeface="Roboto" panose="02000000000000000000" pitchFamily="2" charset="0"/>
                  <a:ea typeface="Roboto" panose="02000000000000000000" pitchFamily="2" charset="0"/>
                </a:rPr>
                <a:t>Financial Services Organisation  – Enterprise Information Architect</a:t>
              </a:r>
            </a:p>
          </p:txBody>
        </p:sp>
      </p:grpSp>
      <p:sp>
        <p:nvSpPr>
          <p:cNvPr id="9" name="TextBox 8">
            <a:extLst>
              <a:ext uri="{FF2B5EF4-FFF2-40B4-BE49-F238E27FC236}">
                <a16:creationId xmlns:a16="http://schemas.microsoft.com/office/drawing/2014/main" id="{73AF90DA-A8BA-A38E-D7B5-20B62F60DBA2}"/>
              </a:ext>
            </a:extLst>
          </p:cNvPr>
          <p:cNvSpPr txBox="1"/>
          <p:nvPr/>
        </p:nvSpPr>
        <p:spPr>
          <a:xfrm>
            <a:off x="244292" y="1593954"/>
            <a:ext cx="2910700" cy="3361818"/>
          </a:xfrm>
          <a:prstGeom prst="rect">
            <a:avLst/>
          </a:prstGeom>
          <a:noFill/>
        </p:spPr>
        <p:txBody>
          <a:bodyPr wrap="square" lIns="0" tIns="0" rIns="0" bIns="0" rtlCol="0" anchor="t">
            <a:spAutoFit/>
          </a:bodyPr>
          <a:lstStyle>
            <a:defPPr>
              <a:defRPr lang="en-US"/>
            </a:defPPr>
            <a:lvl1pPr>
              <a:lnSpc>
                <a:spcPts val="1500"/>
              </a:lnSpc>
              <a:defRPr sz="1000" spc="13">
                <a:solidFill>
                  <a:schemeClr val="bg1"/>
                </a:solidFill>
                <a:latin typeface="Roboto Light" panose="02000000000000000000" pitchFamily="2" charset="0"/>
                <a:ea typeface="Roboto Light" panose="02000000000000000000" pitchFamily="2" charset="0"/>
                <a:cs typeface="Lato" panose="020F0502020204030203" pitchFamily="34" charset="0"/>
              </a:defRPr>
            </a:lvl1pPr>
          </a:lstStyle>
          <a:p>
            <a:r>
              <a:rPr lang="en-AU" dirty="0">
                <a:solidFill>
                  <a:schemeClr val="tx1"/>
                </a:solidFill>
              </a:rPr>
              <a:t>Rob is an outcome-focussed, driven Data Architect, he has successfully delivered technology driven results within tier-1 organisations across a variety of sectors. Rob’s breadth of experience spans 30+ years in development, delivery management, architecture, information management and advisory roles.</a:t>
            </a:r>
          </a:p>
          <a:p>
            <a:pPr>
              <a:lnSpc>
                <a:spcPct val="100000"/>
              </a:lnSpc>
            </a:pPr>
            <a:endParaRPr lang="en-AU" sz="700" dirty="0">
              <a:solidFill>
                <a:schemeClr val="tx1"/>
              </a:solidFill>
            </a:endParaRPr>
          </a:p>
          <a:p>
            <a:r>
              <a:rPr lang="en-AU" dirty="0">
                <a:solidFill>
                  <a:schemeClr val="tx1"/>
                </a:solidFill>
              </a:rPr>
              <a:t>Robs key strengths include developing and integrating software solutions within complex data ecosystems, enabling enterprise data driven digital architecture roadmaps through effective communication and partnering with stakeholders.</a:t>
            </a:r>
            <a:endParaRPr lang="en-AU" sz="800" dirty="0">
              <a:solidFill>
                <a:schemeClr val="tx1"/>
              </a:solidFill>
            </a:endParaRPr>
          </a:p>
          <a:p>
            <a:r>
              <a:rPr lang="en-AU" dirty="0">
                <a:solidFill>
                  <a:schemeClr val="tx1"/>
                </a:solidFill>
              </a:rPr>
              <a:t>With a keen aptitude for adapting to and understanding new technology and business domains combined with a pragmatic and collaborative, Rob optimises business value and leverages both new and existing solution options. </a:t>
            </a:r>
          </a:p>
        </p:txBody>
      </p:sp>
      <p:sp>
        <p:nvSpPr>
          <p:cNvPr id="12" name="TextBox 11">
            <a:extLst>
              <a:ext uri="{FF2B5EF4-FFF2-40B4-BE49-F238E27FC236}">
                <a16:creationId xmlns:a16="http://schemas.microsoft.com/office/drawing/2014/main" id="{00BFB9EC-C6FC-9CD6-25D9-30AE5857C83C}"/>
              </a:ext>
            </a:extLst>
          </p:cNvPr>
          <p:cNvSpPr txBox="1"/>
          <p:nvPr/>
        </p:nvSpPr>
        <p:spPr>
          <a:xfrm>
            <a:off x="3494418" y="1321297"/>
            <a:ext cx="4472295" cy="1631216"/>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Developed innovative cloud-based information, governance and security architecture along with delivery plan for replacement, presented to exec highlighting project rationale</a:t>
            </a:r>
          </a:p>
          <a:p>
            <a:r>
              <a:rPr lang="en-AU" dirty="0"/>
              <a:t>Analysed the existing 30-year-old legacy data system to reverse-engineer requirements in absence of documentation</a:t>
            </a:r>
          </a:p>
          <a:p>
            <a:r>
              <a:rPr lang="en-AU" dirty="0"/>
              <a:t>Leading the team delivering project, mentoring existing and new team members including upskilling in agile and cloud data platform approaches</a:t>
            </a:r>
          </a:p>
          <a:p>
            <a:r>
              <a:rPr lang="en-AU" dirty="0"/>
              <a:t>Successfully deployed to production where the solution provides real-time data securely to internal and external stakeholders</a:t>
            </a:r>
          </a:p>
          <a:p>
            <a:endParaRPr lang="en-AU" dirty="0"/>
          </a:p>
        </p:txBody>
      </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e52cd9e7-35e5-4bd3-9cab-ca6a63c31e52">
      <UserInfo>
        <DisplayName>Darcy Roach</DisplayName>
        <AccountId>14</AccountId>
        <AccountType/>
      </UserInfo>
      <UserInfo>
        <DisplayName>Joel Collins</DisplayName>
        <AccountId>13</AccountId>
        <AccountType/>
      </UserInfo>
    </SharedWithUser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36342BA-B801-4BF7-9391-F7E98E62908B}">
  <ds:schemaRefs>
    <ds:schemaRef ds:uri="daf93972-1964-4522-aa34-640805a01c3a"/>
    <ds:schemaRef ds:uri="e52cd9e7-35e5-4bd3-9cab-ca6a63c31e5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25D78DE8-CA0B-4723-AF37-2B344746F8D2}">
  <ds:schemaRefs>
    <ds:schemaRef ds:uri="http://schemas.microsoft.com/office/2006/documentManagement/types"/>
    <ds:schemaRef ds:uri="http://purl.org/dc/elements/1.1/"/>
    <ds:schemaRef ds:uri="http://purl.org/dc/terms/"/>
    <ds:schemaRef ds:uri="http://schemas.microsoft.com/office/infopath/2007/PartnerControls"/>
    <ds:schemaRef ds:uri="http://purl.org/dc/dcmitype/"/>
    <ds:schemaRef ds:uri="e52cd9e7-35e5-4bd3-9cab-ca6a63c31e52"/>
    <ds:schemaRef ds:uri="http://schemas.openxmlformats.org/package/2006/metadata/core-properties"/>
    <ds:schemaRef ds:uri="daf93972-1964-4522-aa34-640805a01c3a"/>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BBC6410C-B420-4127-9D32-DC600766FC3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520</Words>
  <Application>Microsoft Office PowerPoint</Application>
  <PresentationFormat>Custom</PresentationFormat>
  <Paragraphs>62</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Joel Collins</cp:lastModifiedBy>
  <cp:revision>1</cp:revision>
  <dcterms:created xsi:type="dcterms:W3CDTF">2019-12-03T01:50:37Z</dcterms:created>
  <dcterms:modified xsi:type="dcterms:W3CDTF">2024-06-24T06:44:49Z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