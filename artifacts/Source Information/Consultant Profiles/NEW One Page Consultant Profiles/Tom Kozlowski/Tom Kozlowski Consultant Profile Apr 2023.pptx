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584"/>
    <a:srgbClr val="0F2B3F"/>
    <a:srgbClr val="0059FF"/>
    <a:srgbClr val="00AB8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61847-A968-4E96-9B12-8CE8F4D2D113}" v="69" dt="2024-09-02T02:48:31.547"/>
    <p1510:client id="{FC88D5E5-4F63-46C5-84CE-32BC421CFFBD}" v="158" dt="2024-09-02T02:52:42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C352BCAD-A02E-4313-956B-07CD4042B3AC}"/>
    <pc:docChg chg="undo custSel modSld">
      <pc:chgData name="Darcy Roach" userId="ba676ee9-e9b4-49e8-a515-8077106c948d" providerId="ADAL" clId="{C352BCAD-A02E-4313-956B-07CD4042B3AC}" dt="2023-04-04T02:35:03.941" v="1927" actId="20577"/>
      <pc:docMkLst>
        <pc:docMk/>
      </pc:docMkLst>
      <pc:sldChg chg="addSp delSp modSp mod">
        <pc:chgData name="Darcy Roach" userId="ba676ee9-e9b4-49e8-a515-8077106c948d" providerId="ADAL" clId="{C352BCAD-A02E-4313-956B-07CD4042B3AC}" dt="2023-04-04T02:35:03.941" v="1927" actId="20577"/>
        <pc:sldMkLst>
          <pc:docMk/>
          <pc:sldMk cId="2009923557" sldId="270"/>
        </pc:sldMkLst>
        <pc:spChg chg="mod">
          <ac:chgData name="Darcy Roach" userId="ba676ee9-e9b4-49e8-a515-8077106c948d" providerId="ADAL" clId="{C352BCAD-A02E-4313-956B-07CD4042B3AC}" dt="2023-04-04T01:01:38.727" v="910" actId="2057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C352BCAD-A02E-4313-956B-07CD4042B3AC}" dt="2023-04-04T01:32:12.925" v="1460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C352BCAD-A02E-4313-956B-07CD4042B3AC}" dt="2023-04-04T01:00:31.071" v="829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C352BCAD-A02E-4313-956B-07CD4042B3AC}" dt="2023-04-04T01:45:18.350" v="1633" actId="20577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Darcy Roach" userId="ba676ee9-e9b4-49e8-a515-8077106c948d" providerId="ADAL" clId="{C352BCAD-A02E-4313-956B-07CD4042B3AC}" dt="2023-03-30T05:17:38.458" v="14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C352BCAD-A02E-4313-956B-07CD4042B3AC}" dt="2023-04-04T02:35:03.941" v="1927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C352BCAD-A02E-4313-956B-07CD4042B3AC}" dt="2023-04-04T01:45:46.842" v="1643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C352BCAD-A02E-4313-956B-07CD4042B3AC}" dt="2023-04-04T01:34:22.208" v="1577" actId="20577"/>
          <ac:spMkLst>
            <pc:docMk/>
            <pc:sldMk cId="2009923557" sldId="270"/>
            <ac:spMk id="26" creationId="{1A3D666D-00C8-D106-73C3-9FF300F8618C}"/>
          </ac:spMkLst>
        </pc:spChg>
        <pc:spChg chg="mod ord">
          <ac:chgData name="Darcy Roach" userId="ba676ee9-e9b4-49e8-a515-8077106c948d" providerId="ADAL" clId="{C352BCAD-A02E-4313-956B-07CD4042B3AC}" dt="2023-04-04T01:10:02.854" v="1163" actId="164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C352BCAD-A02E-4313-956B-07CD4042B3AC}" dt="2023-04-04T01:10:49.827" v="1166" actId="33524"/>
          <ac:spMkLst>
            <pc:docMk/>
            <pc:sldMk cId="2009923557" sldId="270"/>
            <ac:spMk id="31" creationId="{5D644C1D-FE62-9752-27C7-42A94F729A86}"/>
          </ac:spMkLst>
        </pc:spChg>
        <pc:spChg chg="mod">
          <ac:chgData name="Darcy Roach" userId="ba676ee9-e9b4-49e8-a515-8077106c948d" providerId="ADAL" clId="{C352BCAD-A02E-4313-956B-07CD4042B3AC}" dt="2023-04-04T01:45:20.439" v="1634"/>
          <ac:spMkLst>
            <pc:docMk/>
            <pc:sldMk cId="2009923557" sldId="270"/>
            <ac:spMk id="34" creationId="{D88EDA7A-5B57-2E79-414A-866AA95DD3E3}"/>
          </ac:spMkLst>
        </pc:spChg>
        <pc:spChg chg="mod">
          <ac:chgData name="Darcy Roach" userId="ba676ee9-e9b4-49e8-a515-8077106c948d" providerId="ADAL" clId="{C352BCAD-A02E-4313-956B-07CD4042B3AC}" dt="2023-04-04T01:45:58.514" v="1648" actId="20577"/>
          <ac:spMkLst>
            <pc:docMk/>
            <pc:sldMk cId="2009923557" sldId="270"/>
            <ac:spMk id="35" creationId="{BEBEE42C-2C3F-5B2C-5A79-928BD6620C6A}"/>
          </ac:spMkLst>
        </pc:spChg>
        <pc:spChg chg="mod">
          <ac:chgData name="Darcy Roach" userId="ba676ee9-e9b4-49e8-a515-8077106c948d" providerId="ADAL" clId="{C352BCAD-A02E-4313-956B-07CD4042B3AC}" dt="2023-04-04T00:49:21.961" v="573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C352BCAD-A02E-4313-956B-07CD4042B3AC}" dt="2023-04-04T00:54:37.468" v="662" actId="1076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Darcy Roach" userId="ba676ee9-e9b4-49e8-a515-8077106c948d" providerId="ADAL" clId="{C352BCAD-A02E-4313-956B-07CD4042B3AC}" dt="2023-04-04T00:54:23.047" v="661" actId="20577"/>
          <ac:spMkLst>
            <pc:docMk/>
            <pc:sldMk cId="2009923557" sldId="270"/>
            <ac:spMk id="43" creationId="{2F7F9DCD-ABFD-3411-96C4-EDE25D98CDEB}"/>
          </ac:spMkLst>
        </pc:spChg>
        <pc:grpChg chg="mod">
          <ac:chgData name="Darcy Roach" userId="ba676ee9-e9b4-49e8-a515-8077106c948d" providerId="ADAL" clId="{C352BCAD-A02E-4313-956B-07CD4042B3AC}" dt="2023-04-04T00:54:37.468" v="662" actId="1076"/>
          <ac:grpSpMkLst>
            <pc:docMk/>
            <pc:sldMk cId="2009923557" sldId="270"/>
            <ac:grpSpMk id="5" creationId="{980A06B1-0A2F-7DF6-91DB-0F6DFA896A23}"/>
          </ac:grpSpMkLst>
        </pc:grpChg>
        <pc:grpChg chg="add mod">
          <ac:chgData name="Darcy Roach" userId="ba676ee9-e9b4-49e8-a515-8077106c948d" providerId="ADAL" clId="{C352BCAD-A02E-4313-956B-07CD4042B3AC}" dt="2023-04-04T01:10:13.016" v="1165" actId="1076"/>
          <ac:grpSpMkLst>
            <pc:docMk/>
            <pc:sldMk cId="2009923557" sldId="270"/>
            <ac:grpSpMk id="24" creationId="{44A6634B-45E1-CF8F-A439-5BD66C9A9125}"/>
          </ac:grpSpMkLst>
        </pc:grpChg>
        <pc:grpChg chg="add mod">
          <ac:chgData name="Darcy Roach" userId="ba676ee9-e9b4-49e8-a515-8077106c948d" providerId="ADAL" clId="{C352BCAD-A02E-4313-956B-07CD4042B3AC}" dt="2023-04-04T01:45:20.439" v="1634"/>
          <ac:grpSpMkLst>
            <pc:docMk/>
            <pc:sldMk cId="2009923557" sldId="270"/>
            <ac:grpSpMk id="30" creationId="{0E15D179-54E4-6B00-2306-4800AB36A62F}"/>
          </ac:grpSpMkLst>
        </pc:grpChg>
        <pc:grpChg chg="del mod">
          <ac:chgData name="Darcy Roach" userId="ba676ee9-e9b4-49e8-a515-8077106c948d" providerId="ADAL" clId="{C352BCAD-A02E-4313-956B-07CD4042B3AC}" dt="2023-04-04T01:44:51.962" v="1632" actId="21"/>
          <ac:grpSpMkLst>
            <pc:docMk/>
            <pc:sldMk cId="2009923557" sldId="270"/>
            <ac:grpSpMk id="45" creationId="{7C004A0F-26FD-81BE-0DC7-EDCD01D4194B}"/>
          </ac:grpSpMkLst>
        </pc:grpChg>
        <pc:cxnChg chg="mod">
          <ac:chgData name="Darcy Roach" userId="ba676ee9-e9b4-49e8-a515-8077106c948d" providerId="ADAL" clId="{C352BCAD-A02E-4313-956B-07CD4042B3AC}" dt="2023-04-04T00:57:27.915" v="705" actId="1035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C352BCAD-A02E-4313-956B-07CD4042B3AC}" dt="2023-04-04T01:02:46.095" v="952" actId="1035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C352BCAD-A02E-4313-956B-07CD4042B3AC}" dt="2023-04-04T01:11:55.687" v="1181" actId="14100"/>
          <ac:cxnSpMkLst>
            <pc:docMk/>
            <pc:sldMk cId="2009923557" sldId="270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C352BCAD-A02E-4313-956B-07CD4042B3AC}" dt="2023-04-04T01:45:20.439" v="1634"/>
          <ac:cxnSpMkLst>
            <pc:docMk/>
            <pc:sldMk cId="2009923557" sldId="270"/>
            <ac:cxnSpMk id="32" creationId="{BE5D877F-7644-D271-94D7-8106577E4286}"/>
          </ac:cxnSpMkLst>
        </pc:cxnChg>
        <pc:cxnChg chg="mod">
          <ac:chgData name="Darcy Roach" userId="ba676ee9-e9b4-49e8-a515-8077106c948d" providerId="ADAL" clId="{C352BCAD-A02E-4313-956B-07CD4042B3AC}" dt="2023-04-04T00:54:54.761" v="663" actId="14100"/>
          <ac:cxnSpMkLst>
            <pc:docMk/>
            <pc:sldMk cId="2009923557" sldId="270"/>
            <ac:cxnSpMk id="170" creationId="{0D51728F-48BB-14BB-256E-5F0C0284BCDF}"/>
          </ac:cxnSpMkLst>
        </pc:cxnChg>
      </pc:sldChg>
    </pc:docChg>
  </pc:docChgLst>
  <pc:docChgLst>
    <pc:chgData name="Darcy Roach" userId="ba676ee9-e9b4-49e8-a515-8077106c948d" providerId="ADAL" clId="{F33300BB-C930-49B4-BB50-93E90A5F3F80}"/>
    <pc:docChg chg="undo custSel modSld">
      <pc:chgData name="Darcy Roach" userId="ba676ee9-e9b4-49e8-a515-8077106c948d" providerId="ADAL" clId="{F33300BB-C930-49B4-BB50-93E90A5F3F80}" dt="2024-02-06T23:47:20.957" v="167" actId="20577"/>
      <pc:docMkLst>
        <pc:docMk/>
      </pc:docMkLst>
      <pc:sldChg chg="modSp mod">
        <pc:chgData name="Darcy Roach" userId="ba676ee9-e9b4-49e8-a515-8077106c948d" providerId="ADAL" clId="{F33300BB-C930-49B4-BB50-93E90A5F3F80}" dt="2024-02-06T23:47:20.957" v="167" actId="20577"/>
        <pc:sldMkLst>
          <pc:docMk/>
          <pc:sldMk cId="2009923557" sldId="270"/>
        </pc:sldMkLst>
        <pc:spChg chg="mod">
          <ac:chgData name="Darcy Roach" userId="ba676ee9-e9b4-49e8-a515-8077106c948d" providerId="ADAL" clId="{F33300BB-C930-49B4-BB50-93E90A5F3F80}" dt="2024-02-06T23:47:20.957" v="167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F33300BB-C930-49B4-BB50-93E90A5F3F80}" dt="2024-02-06T23:46:44.147" v="150" actId="14100"/>
          <ac:spMkLst>
            <pc:docMk/>
            <pc:sldMk cId="2009923557" sldId="270"/>
            <ac:spMk id="38" creationId="{AB47A2EE-BF0B-DB05-8B7C-DB6594B2B3D5}"/>
          </ac:spMkLst>
        </pc:spChg>
      </pc:sldChg>
    </pc:docChg>
  </pc:docChgLst>
  <pc:docChgLst>
    <pc:chgData name="Darcy Roach" userId="ba676ee9-e9b4-49e8-a515-8077106c948d" providerId="ADAL" clId="{FC88D5E5-4F63-46C5-84CE-32BC421CFFBD}"/>
    <pc:docChg chg="undo redo custSel modSld">
      <pc:chgData name="Darcy Roach" userId="ba676ee9-e9b4-49e8-a515-8077106c948d" providerId="ADAL" clId="{FC88D5E5-4F63-46C5-84CE-32BC421CFFBD}" dt="2024-09-02T02:52:42.784" v="179" actId="1035"/>
      <pc:docMkLst>
        <pc:docMk/>
      </pc:docMkLst>
      <pc:sldChg chg="addSp modSp mod">
        <pc:chgData name="Darcy Roach" userId="ba676ee9-e9b4-49e8-a515-8077106c948d" providerId="ADAL" clId="{FC88D5E5-4F63-46C5-84CE-32BC421CFFBD}" dt="2024-09-02T02:52:42.784" v="179" actId="1035"/>
        <pc:sldMkLst>
          <pc:docMk/>
          <pc:sldMk cId="2009923557" sldId="270"/>
        </pc:sldMkLst>
        <pc:spChg chg="mod">
          <ac:chgData name="Darcy Roach" userId="ba676ee9-e9b4-49e8-a515-8077106c948d" providerId="ADAL" clId="{FC88D5E5-4F63-46C5-84CE-32BC421CFFBD}" dt="2024-09-02T02:52:40.202" v="177" actId="1035"/>
          <ac:spMkLst>
            <pc:docMk/>
            <pc:sldMk cId="2009923557" sldId="270"/>
            <ac:spMk id="4" creationId="{80F49B2F-21D4-F9EB-049F-717A10CB7D84}"/>
          </ac:spMkLst>
        </pc:spChg>
        <pc:spChg chg="add mod">
          <ac:chgData name="Darcy Roach" userId="ba676ee9-e9b4-49e8-a515-8077106c948d" providerId="ADAL" clId="{FC88D5E5-4F63-46C5-84CE-32BC421CFFBD}" dt="2024-09-02T02:51:43.649" v="120" actId="571"/>
          <ac:spMkLst>
            <pc:docMk/>
            <pc:sldMk cId="2009923557" sldId="270"/>
            <ac:spMk id="9" creationId="{C9C524B8-AC87-C62D-7D44-EF9398A9BD27}"/>
          </ac:spMkLst>
        </pc:spChg>
        <pc:spChg chg="mod">
          <ac:chgData name="Darcy Roach" userId="ba676ee9-e9b4-49e8-a515-8077106c948d" providerId="ADAL" clId="{FC88D5E5-4F63-46C5-84CE-32BC421CFFBD}" dt="2024-09-02T02:52:40.202" v="177" actId="1035"/>
          <ac:spMkLst>
            <pc:docMk/>
            <pc:sldMk cId="2009923557" sldId="270"/>
            <ac:spMk id="14" creationId="{476A2B4B-DF73-B449-C876-B221F898C872}"/>
          </ac:spMkLst>
        </pc:spChg>
        <pc:spChg chg="mod">
          <ac:chgData name="Darcy Roach" userId="ba676ee9-e9b4-49e8-a515-8077106c948d" providerId="ADAL" clId="{FC88D5E5-4F63-46C5-84CE-32BC421CFFBD}" dt="2024-09-02T02:51:43.649" v="120" actId="571"/>
          <ac:spMkLst>
            <pc:docMk/>
            <pc:sldMk cId="2009923557" sldId="270"/>
            <ac:spMk id="16" creationId="{026597EA-A2FC-2928-4DD2-E8F44BB38AAF}"/>
          </ac:spMkLst>
        </pc:spChg>
        <pc:spChg chg="mod">
          <ac:chgData name="Darcy Roach" userId="ba676ee9-e9b4-49e8-a515-8077106c948d" providerId="ADAL" clId="{FC88D5E5-4F63-46C5-84CE-32BC421CFFBD}" dt="2024-08-14T00:56:33.382" v="0" actId="1076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FC88D5E5-4F63-46C5-84CE-32BC421CFFBD}" dt="2024-09-02T02:52:40.202" v="177" actId="1035"/>
          <ac:spMkLst>
            <pc:docMk/>
            <pc:sldMk cId="2009923557" sldId="270"/>
            <ac:spMk id="23" creationId="{5D7A612B-9DC7-1D9B-3085-CDB0F937FDB8}"/>
          </ac:spMkLst>
        </pc:spChg>
        <pc:spChg chg="mod">
          <ac:chgData name="Darcy Roach" userId="ba676ee9-e9b4-49e8-a515-8077106c948d" providerId="ADAL" clId="{FC88D5E5-4F63-46C5-84CE-32BC421CFFBD}" dt="2024-09-02T02:52:40.202" v="177" actId="1035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FC88D5E5-4F63-46C5-84CE-32BC421CFFBD}" dt="2024-09-02T02:49:55.751" v="100" actId="20577"/>
          <ac:spMkLst>
            <pc:docMk/>
            <pc:sldMk cId="2009923557" sldId="270"/>
            <ac:spMk id="34" creationId="{D88EDA7A-5B57-2E79-414A-866AA95DD3E3}"/>
          </ac:spMkLst>
        </pc:spChg>
        <pc:spChg chg="mod">
          <ac:chgData name="Darcy Roach" userId="ba676ee9-e9b4-49e8-a515-8077106c948d" providerId="ADAL" clId="{FC88D5E5-4F63-46C5-84CE-32BC421CFFBD}" dt="2024-09-02T02:49:31.421" v="25" actId="20577"/>
          <ac:spMkLst>
            <pc:docMk/>
            <pc:sldMk cId="2009923557" sldId="270"/>
            <ac:spMk id="35" creationId="{BEBEE42C-2C3F-5B2C-5A79-928BD6620C6A}"/>
          </ac:spMkLst>
        </pc:spChg>
        <pc:spChg chg="mod">
          <ac:chgData name="Darcy Roach" userId="ba676ee9-e9b4-49e8-a515-8077106c948d" providerId="ADAL" clId="{FC88D5E5-4F63-46C5-84CE-32BC421CFFBD}" dt="2024-09-02T02:52:42.784" v="179" actId="1035"/>
          <ac:spMkLst>
            <pc:docMk/>
            <pc:sldMk cId="2009923557" sldId="270"/>
            <ac:spMk id="39" creationId="{3EA81938-6A76-B850-B0E8-A5F905AEBA98}"/>
          </ac:spMkLst>
        </pc:spChg>
        <pc:spChg chg="mod ord">
          <ac:chgData name="Darcy Roach" userId="ba676ee9-e9b4-49e8-a515-8077106c948d" providerId="ADAL" clId="{FC88D5E5-4F63-46C5-84CE-32BC421CFFBD}" dt="2024-09-02T02:51:55.890" v="132" actId="20577"/>
          <ac:spMkLst>
            <pc:docMk/>
            <pc:sldMk cId="2009923557" sldId="270"/>
            <ac:spMk id="43" creationId="{2F7F9DCD-ABFD-3411-96C4-EDE25D98CDEB}"/>
          </ac:spMkLst>
        </pc:spChg>
        <pc:grpChg chg="mod">
          <ac:chgData name="Darcy Roach" userId="ba676ee9-e9b4-49e8-a515-8077106c948d" providerId="ADAL" clId="{FC88D5E5-4F63-46C5-84CE-32BC421CFFBD}" dt="2024-09-02T02:52:42.784" v="179" actId="1035"/>
          <ac:grpSpMkLst>
            <pc:docMk/>
            <pc:sldMk cId="2009923557" sldId="270"/>
            <ac:grpSpMk id="5" creationId="{980A06B1-0A2F-7DF6-91DB-0F6DFA896A23}"/>
          </ac:grpSpMkLst>
        </pc:grpChg>
        <pc:grpChg chg="add mod">
          <ac:chgData name="Darcy Roach" userId="ba676ee9-e9b4-49e8-a515-8077106c948d" providerId="ADAL" clId="{FC88D5E5-4F63-46C5-84CE-32BC421CFFBD}" dt="2024-09-02T02:51:43.649" v="120" actId="571"/>
          <ac:grpSpMkLst>
            <pc:docMk/>
            <pc:sldMk cId="2009923557" sldId="270"/>
            <ac:grpSpMk id="10" creationId="{2F4AA95A-E87D-71AE-897C-8F931E1DA3EE}"/>
          </ac:grpSpMkLst>
        </pc:grpChg>
        <pc:grpChg chg="mod">
          <ac:chgData name="Darcy Roach" userId="ba676ee9-e9b4-49e8-a515-8077106c948d" providerId="ADAL" clId="{FC88D5E5-4F63-46C5-84CE-32BC421CFFBD}" dt="2024-09-02T02:51:16.855" v="117" actId="1076"/>
          <ac:grpSpMkLst>
            <pc:docMk/>
            <pc:sldMk cId="2009923557" sldId="270"/>
            <ac:grpSpMk id="30" creationId="{0E15D179-54E4-6B00-2306-4800AB36A62F}"/>
          </ac:grpSpMkLst>
        </pc:grpChg>
        <pc:cxnChg chg="mod">
          <ac:chgData name="Darcy Roach" userId="ba676ee9-e9b4-49e8-a515-8077106c948d" providerId="ADAL" clId="{FC88D5E5-4F63-46C5-84CE-32BC421CFFBD}" dt="2024-09-02T02:51:43.649" v="120" actId="571"/>
          <ac:cxnSpMkLst>
            <pc:docMk/>
            <pc:sldMk cId="2009923557" sldId="270"/>
            <ac:cxnSpMk id="15" creationId="{1CB30A23-996B-951B-4A77-FA65BDA2EE1A}"/>
          </ac:cxnSpMkLst>
        </pc:cxnChg>
        <pc:cxnChg chg="mod">
          <ac:chgData name="Darcy Roach" userId="ba676ee9-e9b4-49e8-a515-8077106c948d" providerId="ADAL" clId="{FC88D5E5-4F63-46C5-84CE-32BC421CFFBD}" dt="2024-09-02T02:52:40.202" v="177" actId="1035"/>
          <ac:cxnSpMkLst>
            <pc:docMk/>
            <pc:sldMk cId="2009923557" sldId="270"/>
            <ac:cxnSpMk id="27" creationId="{FA56C067-11D9-4FE3-B97E-743BDA13E1DD}"/>
          </ac:cxnSpMkLst>
        </pc:cxnChg>
        <pc:cxnChg chg="mod">
          <ac:chgData name="Darcy Roach" userId="ba676ee9-e9b4-49e8-a515-8077106c948d" providerId="ADAL" clId="{FC88D5E5-4F63-46C5-84CE-32BC421CFFBD}" dt="2024-09-02T02:50:17.162" v="102" actId="14100"/>
          <ac:cxnSpMkLst>
            <pc:docMk/>
            <pc:sldMk cId="2009923557" sldId="270"/>
            <ac:cxnSpMk id="32" creationId="{BE5D877F-7644-D271-94D7-8106577E4286}"/>
          </ac:cxnSpMkLst>
        </pc:cxnChg>
      </pc:sldChg>
    </pc:docChg>
  </pc:docChgLst>
  <pc:docChgLst>
    <pc:chgData name="Paul Lucas" userId="be661782-8896-4357-adc6-793bd86d3a38" providerId="ADAL" clId="{22761847-A968-4E96-9B12-8CE8F4D2D113}"/>
    <pc:docChg chg="modSld">
      <pc:chgData name="Paul Lucas" userId="be661782-8896-4357-adc6-793bd86d3a38" providerId="ADAL" clId="{22761847-A968-4E96-9B12-8CE8F4D2D113}" dt="2024-09-02T02:48:31.547" v="68" actId="20577"/>
      <pc:docMkLst>
        <pc:docMk/>
      </pc:docMkLst>
      <pc:sldChg chg="modSp mod">
        <pc:chgData name="Paul Lucas" userId="be661782-8896-4357-adc6-793bd86d3a38" providerId="ADAL" clId="{22761847-A968-4E96-9B12-8CE8F4D2D113}" dt="2024-09-02T02:48:31.547" v="68" actId="20577"/>
        <pc:sldMkLst>
          <pc:docMk/>
          <pc:sldMk cId="2009923557" sldId="270"/>
        </pc:sldMkLst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7" creationId="{6B2F289A-52B4-2A27-52EA-B05DE2DA93CE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14" creationId="{476A2B4B-DF73-B449-C876-B221F898C872}"/>
          </ac:spMkLst>
        </pc:spChg>
        <pc:spChg chg="mod">
          <ac:chgData name="Paul Lucas" userId="be661782-8896-4357-adc6-793bd86d3a38" providerId="ADAL" clId="{22761847-A968-4E96-9B12-8CE8F4D2D113}" dt="2024-09-02T02:48:31.547" v="68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20" creationId="{716A87E2-F657-C1C6-3715-B7C8A7F1E050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23" creationId="{5D7A612B-9DC7-1D9B-3085-CDB0F937FDB8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Paul Lucas" userId="be661782-8896-4357-adc6-793bd86d3a38" providerId="ADAL" clId="{22761847-A968-4E96-9B12-8CE8F4D2D113}" dt="2024-09-02T02:46:08.388" v="20" actId="20577"/>
          <ac:spMkLst>
            <pc:docMk/>
            <pc:sldMk cId="2009923557" sldId="270"/>
            <ac:spMk id="34" creationId="{D88EDA7A-5B57-2E79-414A-866AA95DD3E3}"/>
          </ac:spMkLst>
        </pc:spChg>
        <pc:spChg chg="mod">
          <ac:chgData name="Paul Lucas" userId="be661782-8896-4357-adc6-793bd86d3a38" providerId="ADAL" clId="{22761847-A968-4E96-9B12-8CE8F4D2D113}" dt="2024-09-02T02:46:28.621" v="35" actId="20577"/>
          <ac:spMkLst>
            <pc:docMk/>
            <pc:sldMk cId="2009923557" sldId="270"/>
            <ac:spMk id="35" creationId="{BEBEE42C-2C3F-5B2C-5A79-928BD6620C6A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43" creationId="{2F7F9DCD-ABFD-3411-96C4-EDE25D98CDEB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169" creationId="{96EB3CB7-14B5-2B9E-400D-049800DFED74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173" creationId="{994303C8-DFEA-5175-3E9D-3727861435B6}"/>
          </ac:spMkLst>
        </pc:spChg>
        <pc:spChg chg="mod">
          <ac:chgData name="Paul Lucas" userId="be661782-8896-4357-adc6-793bd86d3a38" providerId="ADAL" clId="{22761847-A968-4E96-9B12-8CE8F4D2D113}" dt="2024-09-02T02:43:53.899" v="0" actId="790"/>
          <ac:spMkLst>
            <pc:docMk/>
            <pc:sldMk cId="2009923557" sldId="270"/>
            <ac:spMk id="189" creationId="{4A1CC9E5-C555-4A42-BD2F-52D83986D1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2F7F9DCD-ABFD-3411-96C4-EDE25D98CDEB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AU" sz="120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120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120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1200">
                <a:solidFill>
                  <a:srgbClr val="00AB80"/>
                </a:solidFill>
              </a:rPr>
              <a:t>Advertising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1200">
                <a:solidFill>
                  <a:srgbClr val="00AB80"/>
                </a:solidFill>
              </a:rPr>
              <a:t>Information Technology</a:t>
            </a:r>
          </a:p>
          <a:p>
            <a:pPr marL="0" indent="0">
              <a:lnSpc>
                <a:spcPct val="150000"/>
              </a:lnSpc>
              <a:buNone/>
            </a:pPr>
            <a:endParaRPr lang="en-AU" sz="1200">
              <a:solidFill>
                <a:srgbClr val="00AB80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AU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Tom Kozlowski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8" y="1587858"/>
            <a:ext cx="2928001" cy="34079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AU" sz="1000" spc="13">
                <a:latin typeface="Roboto Light"/>
                <a:ea typeface="Roboto Light"/>
                <a:cs typeface="Lato"/>
              </a:rPr>
              <a:t>Tom is a highly skilled Senior Data Engineer, Analyst and development lead with a wealth of experience in the Logistics, Retail, Advertising and Information Technology industries. </a:t>
            </a:r>
          </a:p>
          <a:p>
            <a:endParaRPr lang="en-AU" sz="1000" spc="13">
              <a:latin typeface="Roboto Light"/>
              <a:ea typeface="Roboto Light"/>
              <a:cs typeface="Lato"/>
            </a:endParaRPr>
          </a:p>
          <a:p>
            <a:r>
              <a:rPr lang="en-AU" sz="1000" spc="13">
                <a:latin typeface="Roboto Light"/>
                <a:ea typeface="Roboto Light"/>
                <a:cs typeface="Lato"/>
              </a:rPr>
              <a:t>An expert in enterprise-level software development, data integration and data warehousing, Tom is an effective communicator with his peers, clients and business stakeholders across all levels of organisations’ management and technical staff.</a:t>
            </a:r>
          </a:p>
          <a:p>
            <a:endParaRPr lang="en-AU" sz="1000" spc="13">
              <a:latin typeface="Roboto Light"/>
              <a:ea typeface="Roboto Light"/>
              <a:cs typeface="Lato"/>
            </a:endParaRPr>
          </a:p>
          <a:p>
            <a:r>
              <a:rPr lang="en-AU" sz="1000" spc="13">
                <a:latin typeface="Roboto Light"/>
                <a:ea typeface="Roboto Light"/>
                <a:cs typeface="Lato"/>
              </a:rPr>
              <a:t>Tom has a great passion for development of effective and efficient solutions focusing on quality and continuous improvement. Results oriented, client focused with strong analytical and creative problem-solving skills, Tom consistently demonstrates tremendous understanding of business data management challenges and provides effective IT solutions. </a:t>
            </a:r>
          </a:p>
          <a:p>
            <a:pPr algn="l"/>
            <a:endParaRPr lang="en-AU" sz="1000" spc="13">
              <a:latin typeface="Roboto Light"/>
              <a:ea typeface="Roboto Light"/>
              <a:cs typeface="Lato"/>
            </a:endParaRPr>
          </a:p>
          <a:p>
            <a:pPr algn="l"/>
            <a:endParaRPr lang="en-AU" sz="1000" spc="13">
              <a:latin typeface="Roboto Light"/>
              <a:ea typeface="Roboto Light"/>
              <a:cs typeface="Lato"/>
            </a:endParaRPr>
          </a:p>
          <a:p>
            <a:pPr>
              <a:lnSpc>
                <a:spcPts val="1500"/>
              </a:lnSpc>
            </a:pPr>
            <a:endParaRPr lang="en-AU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AU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AU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82605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AU" sz="1400" spc="13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646450"/>
            <a:ext cx="1510046" cy="24468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Collibra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Redshift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Salesforce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Oracle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Infosphere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ETL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PL/SQL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Netezza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Informatica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Terraform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Unix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Apache</a:t>
            </a:r>
          </a:p>
          <a:p>
            <a:pPr>
              <a:buClr>
                <a:srgbClr val="00AB80"/>
              </a:buClr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415598"/>
            <a:ext cx="0" cy="1727652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999903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AU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61003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AU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AU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15347"/>
            <a:ext cx="1963972" cy="3785652"/>
            <a:chOff x="8106458" y="2681447"/>
            <a:chExt cx="1963972" cy="378565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3785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| Certified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Collibra | Certified Data Steward, Workflow Engineer, Solution Architect &amp; Integration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Databricks</a:t>
              </a:r>
              <a:r>
                <a:rPr lang="en-AU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| Lakehouse Platform Fundamentals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</a:t>
              </a:r>
              <a:endParaRPr lang="en-AU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Graduate Certificate of Chartered Accounting | Deakin University</a:t>
              </a:r>
              <a:endParaRPr lang="en-AU" sz="120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AU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Computing, Information Systems | Monash University</a:t>
              </a:r>
              <a:endParaRPr lang="en-AU" sz="1200">
                <a:solidFill>
                  <a:srgbClr val="00AB80"/>
                </a:solidFill>
                <a:latin typeface="Roboto Light" panose="02000000000000000000" pitchFamily="2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639118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Microsoft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Quality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Governance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DevOps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Solution Architecture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64814"/>
            <a:ext cx="463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Logistics Organisation – TDM Specialist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A6634B-45E1-CF8F-A439-5BD66C9A9125}"/>
              </a:ext>
            </a:extLst>
          </p:cNvPr>
          <p:cNvGrpSpPr/>
          <p:nvPr/>
        </p:nvGrpSpPr>
        <p:grpSpPr>
          <a:xfrm>
            <a:off x="3335751" y="5424689"/>
            <a:ext cx="5474873" cy="2215991"/>
            <a:chOff x="3335751" y="6220368"/>
            <a:chExt cx="5474873" cy="221599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35751" y="6220368"/>
              <a:ext cx="54748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Leading US IT Services &amp; Consultancy – Senior Developer</a:t>
              </a:r>
            </a:p>
            <a:p>
              <a:endPara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3462567" y="6497367"/>
              <a:ext cx="4560861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indent="0">
                <a:buClr>
                  <a:srgbClr val="00AB80"/>
                </a:buClr>
                <a:buFont typeface="Arial" panose="020B0604020202020204" pitchFamily="34" charset="0"/>
                <a:buNone/>
                <a:defRPr sz="10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Designed and implemented data transformation hub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Development of standards for the data transformation hub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Designed and developed data transformation procedures and job control for data delivered via WebSphere MQ Series in varied formats including SAP, IDOC, XML, fixed width and delimited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Supported UAT and implementation planning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Liaise with Business Analyst to collate documentation of the client’s requirements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Prepare technical design documents from functional specifications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Prepare and package product releases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Coordinate a team of 3 developers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AU"/>
                <a:t>Mentoring and coaching of junior team members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6562317"/>
              <a:ext cx="0" cy="1779730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0DE989F-A988-8C86-5720-1FE5B119EB30}"/>
              </a:ext>
            </a:extLst>
          </p:cNvPr>
          <p:cNvSpPr txBox="1"/>
          <p:nvPr/>
        </p:nvSpPr>
        <p:spPr>
          <a:xfrm>
            <a:off x="3463961" y="1341540"/>
            <a:ext cx="4571497" cy="193899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sz="1000">
                <a:solidFill>
                  <a:schemeClr val="bg1"/>
                </a:solidFill>
              </a:rPr>
              <a:t>Designed and lead implementation of cloud-native data masking solution in GCP, that can easily be leveraged from multiple source systems at scale and speed with end-to-end automation</a:t>
            </a:r>
          </a:p>
          <a:p>
            <a:r>
              <a:rPr lang="en-AU" sz="1000">
                <a:solidFill>
                  <a:schemeClr val="bg1"/>
                </a:solidFill>
              </a:rPr>
              <a:t>Migration of data integration &amp; transformation processes from IBM Netezza hosted in local data centre to AWS Redshift cloud solution</a:t>
            </a:r>
          </a:p>
          <a:p>
            <a:r>
              <a:rPr lang="en-AU" sz="1000">
                <a:solidFill>
                  <a:schemeClr val="bg1"/>
                </a:solidFill>
              </a:rPr>
              <a:t>Designed and lead implementation of data transformation hub based on Publisher/Subscriber principle. This hub automated data exchange between disparate systems, whilst providing necessary transformations to allow seamless consumption of data in target systems.</a:t>
            </a:r>
          </a:p>
          <a:p>
            <a:r>
              <a:rPr lang="en-AU" sz="1000">
                <a:solidFill>
                  <a:schemeClr val="bg1"/>
                </a:solidFill>
              </a:rPr>
              <a:t>Implemented process of an enterprise-wide data hub platform which consolidated data from several Cloud applications into a single consistent data integration platform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E15D179-54E4-6B00-2306-4800AB36A62F}"/>
              </a:ext>
            </a:extLst>
          </p:cNvPr>
          <p:cNvGrpSpPr/>
          <p:nvPr/>
        </p:nvGrpSpPr>
        <p:grpSpPr>
          <a:xfrm>
            <a:off x="3335753" y="3382350"/>
            <a:ext cx="5029198" cy="1863247"/>
            <a:chOff x="3335753" y="3451682"/>
            <a:chExt cx="5029198" cy="186324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E5D877F-7644-D271-94D7-8106577E4286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3762057"/>
              <a:ext cx="0" cy="142301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88EDA7A-5B57-2E79-414A-866AA95DD3E3}"/>
                </a:ext>
              </a:extLst>
            </p:cNvPr>
            <p:cNvSpPr txBox="1"/>
            <p:nvPr/>
          </p:nvSpPr>
          <p:spPr>
            <a:xfrm>
              <a:off x="3335753" y="3451682"/>
              <a:ext cx="5029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Government Organisation – Senior Consultant</a:t>
              </a:r>
            </a:p>
            <a:p>
              <a:endParaRPr lang="en-AU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EBEE42C-2C3F-5B2C-5A79-928BD6620C6A}"/>
                </a:ext>
              </a:extLst>
            </p:cNvPr>
            <p:cNvSpPr txBox="1"/>
            <p:nvPr/>
          </p:nvSpPr>
          <p:spPr>
            <a:xfrm>
              <a:off x="3455046" y="3652936"/>
              <a:ext cx="4423172" cy="1661993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AU" sz="200"/>
            </a:p>
            <a:p>
              <a:pPr marL="0" indent="0">
                <a:buNone/>
              </a:pPr>
              <a:r>
                <a:rPr lang="en-US" sz="1000"/>
                <a:t>Strategic Data Management project. Multi-phase program of works encompassing Discovery, Data Governance and Analytics including:</a:t>
              </a:r>
            </a:p>
            <a:p>
              <a:r>
                <a:rPr lang="en-US" sz="1000"/>
                <a:t>Complete Data Discovery Analysis and produce Reports</a:t>
              </a:r>
            </a:p>
            <a:p>
              <a:r>
                <a:rPr lang="en-US" sz="1000"/>
                <a:t>ETL Best Practices Documentation and Sessions</a:t>
              </a:r>
            </a:p>
            <a:p>
              <a:r>
                <a:rPr lang="en-US" sz="1000"/>
                <a:t>Data Governance Standards, Registers and Processes Documented</a:t>
              </a:r>
            </a:p>
            <a:p>
              <a:r>
                <a:rPr lang="en-US" sz="1000"/>
                <a:t>Stakeholder Impact Assessments, Rollout and Communications Plan</a:t>
              </a:r>
            </a:p>
            <a:p>
              <a:r>
                <a:rPr lang="en-US" sz="1000"/>
                <a:t>Updated Roadmap and approval of the Solution Architecture Document</a:t>
              </a:r>
            </a:p>
            <a:p>
              <a:r>
                <a:rPr lang="en-US" sz="1000"/>
                <a:t>Data pipeline Proof of Concept</a:t>
              </a:r>
            </a:p>
            <a:p>
              <a:r>
                <a:rPr lang="en-US" sz="1000"/>
                <a:t>Maturity Assessment</a:t>
              </a:r>
            </a:p>
            <a:p>
              <a:r>
                <a:rPr lang="en-US" sz="1000"/>
                <a:t>Presentation to Executive Directors &amp; CEO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9102D6-B597-46CB-ACFD-1C557F7E3A74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9DDFC6-124A-4859-BB62-4C7039BA48C0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revision>1</cp:revision>
  <dcterms:created xsi:type="dcterms:W3CDTF">2019-12-03T01:50:37Z</dcterms:created>
  <dcterms:modified xsi:type="dcterms:W3CDTF">2024-09-02T02:52:53Z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