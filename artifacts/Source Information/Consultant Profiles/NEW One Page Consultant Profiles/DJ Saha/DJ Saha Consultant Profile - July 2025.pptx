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A93584"/>
    <a:srgbClr val="0059FF"/>
    <a:srgbClr val="ED7D31"/>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896B87-558D-4424-B95B-8AA28F6763B4}" v="484" dt="2025-07-15T05:29:00.414"/>
    <p1510:client id="{FE5CD55E-1DAA-2426-4155-264828B06044}" v="2027" dt="2025-07-15T05:18:33.7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CA896B87-558D-4424-B95B-8AA28F6763B4}"/>
    <pc:docChg chg="undo custSel addSld delSld modSld">
      <pc:chgData name="Darcy Roach" userId="ba676ee9-e9b4-49e8-a515-8077106c948d" providerId="ADAL" clId="{CA896B87-558D-4424-B95B-8AA28F6763B4}" dt="2025-07-15T05:29:00.414" v="771" actId="20577"/>
      <pc:docMkLst>
        <pc:docMk/>
      </pc:docMkLst>
      <pc:sldChg chg="modSp mod">
        <pc:chgData name="Darcy Roach" userId="ba676ee9-e9b4-49e8-a515-8077106c948d" providerId="ADAL" clId="{CA896B87-558D-4424-B95B-8AA28F6763B4}" dt="2025-07-15T05:29:00.414" v="771" actId="20577"/>
        <pc:sldMkLst>
          <pc:docMk/>
          <pc:sldMk cId="2009923557" sldId="270"/>
        </pc:sldMkLst>
        <pc:spChg chg="mod">
          <ac:chgData name="Darcy Roach" userId="ba676ee9-e9b4-49e8-a515-8077106c948d" providerId="ADAL" clId="{CA896B87-558D-4424-B95B-8AA28F6763B4}" dt="2025-07-15T03:32:20.006" v="301" actId="20577"/>
          <ac:spMkLst>
            <pc:docMk/>
            <pc:sldMk cId="2009923557" sldId="270"/>
            <ac:spMk id="2" creationId="{2FA774CA-3857-9308-4D38-9414B0CC2B95}"/>
          </ac:spMkLst>
        </pc:spChg>
        <pc:spChg chg="mod">
          <ac:chgData name="Darcy Roach" userId="ba676ee9-e9b4-49e8-a515-8077106c948d" providerId="ADAL" clId="{CA896B87-558D-4424-B95B-8AA28F6763B4}" dt="2025-07-15T05:29:00.414" v="771" actId="20577"/>
          <ac:spMkLst>
            <pc:docMk/>
            <pc:sldMk cId="2009923557" sldId="270"/>
            <ac:spMk id="12" creationId="{70DE989F-A988-8C86-5720-1FE5B119EB30}"/>
          </ac:spMkLst>
        </pc:spChg>
        <pc:spChg chg="mod">
          <ac:chgData name="Darcy Roach" userId="ba676ee9-e9b4-49e8-a515-8077106c948d" providerId="ADAL" clId="{CA896B87-558D-4424-B95B-8AA28F6763B4}" dt="2025-07-15T05:26:19.990" v="715" actId="1076"/>
          <ac:spMkLst>
            <pc:docMk/>
            <pc:sldMk cId="2009923557" sldId="270"/>
            <ac:spMk id="17" creationId="{1BDE5051-9F34-F139-742D-4450E5D6591E}"/>
          </ac:spMkLst>
        </pc:spChg>
        <pc:spChg chg="mod ord">
          <ac:chgData name="Darcy Roach" userId="ba676ee9-e9b4-49e8-a515-8077106c948d" providerId="ADAL" clId="{CA896B87-558D-4424-B95B-8AA28F6763B4}" dt="2025-07-15T03:47:18.135" v="667" actId="14100"/>
          <ac:spMkLst>
            <pc:docMk/>
            <pc:sldMk cId="2009923557" sldId="270"/>
            <ac:spMk id="31" creationId="{5D644C1D-FE62-9752-27C7-42A94F729A86}"/>
          </ac:spMkLst>
        </pc:spChg>
        <pc:spChg chg="mod">
          <ac:chgData name="Darcy Roach" userId="ba676ee9-e9b4-49e8-a515-8077106c948d" providerId="ADAL" clId="{CA896B87-558D-4424-B95B-8AA28F6763B4}" dt="2025-07-15T05:24:16.121" v="672" actId="108"/>
          <ac:spMkLst>
            <pc:docMk/>
            <pc:sldMk cId="2009923557" sldId="270"/>
            <ac:spMk id="38" creationId="{AB47A2EE-BF0B-DB05-8B7C-DB6594B2B3D5}"/>
          </ac:spMkLst>
        </pc:spChg>
        <pc:spChg chg="mod">
          <ac:chgData name="Darcy Roach" userId="ba676ee9-e9b4-49e8-a515-8077106c948d" providerId="ADAL" clId="{CA896B87-558D-4424-B95B-8AA28F6763B4}" dt="2025-07-15T03:47:58.411" v="671" actId="1076"/>
          <ac:spMkLst>
            <pc:docMk/>
            <pc:sldMk cId="2009923557" sldId="270"/>
            <ac:spMk id="54" creationId="{4F1DF6EC-2D10-1310-483C-35027A70DDA1}"/>
          </ac:spMkLst>
        </pc:spChg>
        <pc:grpChg chg="mod">
          <ac:chgData name="Darcy Roach" userId="ba676ee9-e9b4-49e8-a515-8077106c948d" providerId="ADAL" clId="{CA896B87-558D-4424-B95B-8AA28F6763B4}" dt="2025-07-15T03:47:37.396" v="669" actId="1076"/>
          <ac:grpSpMkLst>
            <pc:docMk/>
            <pc:sldMk cId="2009923557" sldId="270"/>
            <ac:grpSpMk id="8" creationId="{DE3D58D9-6281-AE94-8BBE-46BBE0DC65C7}"/>
          </ac:grpSpMkLst>
        </pc:grpChg>
        <pc:grpChg chg="mod">
          <ac:chgData name="Darcy Roach" userId="ba676ee9-e9b4-49e8-a515-8077106c948d" providerId="ADAL" clId="{CA896B87-558D-4424-B95B-8AA28F6763B4}" dt="2025-07-15T03:47:25.643" v="668" actId="1076"/>
          <ac:grpSpMkLst>
            <pc:docMk/>
            <pc:sldMk cId="2009923557" sldId="270"/>
            <ac:grpSpMk id="30" creationId="{A04F5F41-3A2D-4DD1-FE07-979FAD2578E8}"/>
          </ac:grpSpMkLst>
        </pc:grpChg>
        <pc:grpChg chg="mod">
          <ac:chgData name="Darcy Roach" userId="ba676ee9-e9b4-49e8-a515-8077106c948d" providerId="ADAL" clId="{CA896B87-558D-4424-B95B-8AA28F6763B4}" dt="2025-07-15T03:43:41.302" v="601" actId="1076"/>
          <ac:grpSpMkLst>
            <pc:docMk/>
            <pc:sldMk cId="2009923557" sldId="270"/>
            <ac:grpSpMk id="45" creationId="{7C004A0F-26FD-81BE-0DC7-EDCD01D4194B}"/>
          </ac:grpSpMkLst>
        </pc:grpChg>
        <pc:cxnChg chg="mod">
          <ac:chgData name="Darcy Roach" userId="ba676ee9-e9b4-49e8-a515-8077106c948d" providerId="ADAL" clId="{CA896B87-558D-4424-B95B-8AA28F6763B4}" dt="2025-07-15T03:43:37.411" v="599" actId="14100"/>
          <ac:cxnSpMkLst>
            <pc:docMk/>
            <pc:sldMk cId="2009923557" sldId="270"/>
            <ac:cxnSpMk id="15" creationId="{F87F05F2-DA4C-4F55-A5D0-1887110DF155}"/>
          </ac:cxnSpMkLst>
        </pc:cxnChg>
        <pc:cxnChg chg="mod">
          <ac:chgData name="Darcy Roach" userId="ba676ee9-e9b4-49e8-a515-8077106c948d" providerId="ADAL" clId="{CA896B87-558D-4424-B95B-8AA28F6763B4}" dt="2025-07-15T03:47:46.215" v="670" actId="14100"/>
          <ac:cxnSpMkLst>
            <pc:docMk/>
            <pc:sldMk cId="2009923557" sldId="270"/>
            <ac:cxnSpMk id="56" creationId="{C0271841-9AD2-76A9-36A3-77AD3CD1ED17}"/>
          </ac:cxnSpMkLst>
        </pc:cxnChg>
      </pc:sldChg>
      <pc:sldChg chg="modSp del mod">
        <pc:chgData name="Darcy Roach" userId="ba676ee9-e9b4-49e8-a515-8077106c948d" providerId="ADAL" clId="{CA896B87-558D-4424-B95B-8AA28F6763B4}" dt="2025-07-15T03:30:55.470" v="292" actId="47"/>
        <pc:sldMkLst>
          <pc:docMk/>
          <pc:sldMk cId="769989902" sldId="271"/>
        </pc:sldMkLst>
        <pc:spChg chg="mod">
          <ac:chgData name="Darcy Roach" userId="ba676ee9-e9b4-49e8-a515-8077106c948d" providerId="ADAL" clId="{CA896B87-558D-4424-B95B-8AA28F6763B4}" dt="2025-07-15T03:30:39.856" v="290" actId="21"/>
          <ac:spMkLst>
            <pc:docMk/>
            <pc:sldMk cId="769989902" sldId="271"/>
            <ac:spMk id="4" creationId="{85A3189C-A5BD-4DE2-19D7-903F74B62E87}"/>
          </ac:spMkLst>
        </pc:spChg>
        <pc:spChg chg="mod">
          <ac:chgData name="Darcy Roach" userId="ba676ee9-e9b4-49e8-a515-8077106c948d" providerId="ADAL" clId="{CA896B87-558D-4424-B95B-8AA28F6763B4}" dt="2025-07-15T03:30:48.092" v="291" actId="21"/>
          <ac:spMkLst>
            <pc:docMk/>
            <pc:sldMk cId="769989902" sldId="271"/>
            <ac:spMk id="5" creationId="{5E1D2683-5029-ADC7-4E39-D212CC853A15}"/>
          </ac:spMkLst>
        </pc:spChg>
      </pc:sldChg>
      <pc:sldChg chg="addSp delSp modSp new del mod setBg">
        <pc:chgData name="Darcy Roach" userId="ba676ee9-e9b4-49e8-a515-8077106c948d" providerId="ADAL" clId="{CA896B87-558D-4424-B95B-8AA28F6763B4}" dt="2024-09-12T01:37:34.973" v="289" actId="2696"/>
        <pc:sldMkLst>
          <pc:docMk/>
          <pc:sldMk cId="875248994" sldId="271"/>
        </pc:sldMkLst>
      </pc:sldChg>
    </pc:docChg>
  </pc:docChgLst>
  <pc:docChgLst>
    <pc:chgData name="Darcy Roach" userId="ba676ee9-e9b4-49e8-a515-8077106c948d" providerId="ADAL" clId="{0640C972-23BC-411C-ACB3-E9CFCA8D3F63}"/>
    <pc:docChg chg="undo custSel modSld">
      <pc:chgData name="Darcy Roach" userId="ba676ee9-e9b4-49e8-a515-8077106c948d" providerId="ADAL" clId="{0640C972-23BC-411C-ACB3-E9CFCA8D3F63}" dt="2023-10-18T01:03:36.883" v="24" actId="1076"/>
      <pc:docMkLst>
        <pc:docMk/>
      </pc:docMkLst>
      <pc:sldChg chg="addSp modSp mod">
        <pc:chgData name="Darcy Roach" userId="ba676ee9-e9b4-49e8-a515-8077106c948d" providerId="ADAL" clId="{0640C972-23BC-411C-ACB3-E9CFCA8D3F63}" dt="2023-10-18T01:03:36.883" v="24" actId="1076"/>
        <pc:sldMkLst>
          <pc:docMk/>
          <pc:sldMk cId="2009923557" sldId="270"/>
        </pc:sldMkLst>
      </pc:sldChg>
    </pc:docChg>
  </pc:docChgLst>
  <pc:docChgLst>
    <pc:chgData name="Paul Martinico" userId="S::paul.martinico@intelia.com.au::05e381d2-80b7-43e8-b915-faa146d84a0f" providerId="AD" clId="Web-{88E9E06D-2A99-4432-B350-F087418B6C3B}"/>
    <pc:docChg chg="modSld">
      <pc:chgData name="Paul Martinico" userId="S::paul.martinico@intelia.com.au::05e381d2-80b7-43e8-b915-faa146d84a0f" providerId="AD" clId="Web-{88E9E06D-2A99-4432-B350-F087418B6C3B}" dt="2023-10-18T00:58:41.234" v="29" actId="20577"/>
      <pc:docMkLst>
        <pc:docMk/>
      </pc:docMkLst>
      <pc:sldChg chg="modSp">
        <pc:chgData name="Paul Martinico" userId="S::paul.martinico@intelia.com.au::05e381d2-80b7-43e8-b915-faa146d84a0f" providerId="AD" clId="Web-{88E9E06D-2A99-4432-B350-F087418B6C3B}" dt="2023-10-18T00:58:41.234" v="29" actId="20577"/>
        <pc:sldMkLst>
          <pc:docMk/>
          <pc:sldMk cId="2009923557" sldId="270"/>
        </pc:sldMkLst>
      </pc:sldChg>
    </pc:docChg>
  </pc:docChgLst>
  <pc:docChgLst>
    <pc:chgData name="DJ Saha" userId="S::dj.saha@intelia.com.au::1abc2036-f289-4e9b-8dd0-8ba58d5fb97b" providerId="AD" clId="Web-{FE5CD55E-1DAA-2426-4155-264828B06044}"/>
    <pc:docChg chg="modSld">
      <pc:chgData name="DJ Saha" userId="S::dj.saha@intelia.com.au::1abc2036-f289-4e9b-8dd0-8ba58d5fb97b" providerId="AD" clId="Web-{FE5CD55E-1DAA-2426-4155-264828B06044}" dt="2025-07-15T05:18:33.761" v="1098" actId="1076"/>
      <pc:docMkLst>
        <pc:docMk/>
      </pc:docMkLst>
      <pc:sldChg chg="modSp">
        <pc:chgData name="DJ Saha" userId="S::dj.saha@intelia.com.au::1abc2036-f289-4e9b-8dd0-8ba58d5fb97b" providerId="AD" clId="Web-{FE5CD55E-1DAA-2426-4155-264828B06044}" dt="2025-07-15T05:18:33.761" v="1098" actId="1076"/>
        <pc:sldMkLst>
          <pc:docMk/>
          <pc:sldMk cId="2009923557" sldId="270"/>
        </pc:sldMkLst>
        <pc:spChg chg="mod">
          <ac:chgData name="DJ Saha" userId="S::dj.saha@intelia.com.au::1abc2036-f289-4e9b-8dd0-8ba58d5fb97b" providerId="AD" clId="Web-{FE5CD55E-1DAA-2426-4155-264828B06044}" dt="2025-07-15T04:55:14.672" v="676" actId="20577"/>
          <ac:spMkLst>
            <pc:docMk/>
            <pc:sldMk cId="2009923557" sldId="270"/>
            <ac:spMk id="2" creationId="{2FA774CA-3857-9308-4D38-9414B0CC2B95}"/>
          </ac:spMkLst>
        </pc:spChg>
        <pc:spChg chg="mod">
          <ac:chgData name="DJ Saha" userId="S::dj.saha@intelia.com.au::1abc2036-f289-4e9b-8dd0-8ba58d5fb97b" providerId="AD" clId="Web-{FE5CD55E-1DAA-2426-4155-264828B06044}" dt="2025-07-15T05:17:20.338" v="1094" actId="1076"/>
          <ac:spMkLst>
            <pc:docMk/>
            <pc:sldMk cId="2009923557" sldId="270"/>
            <ac:spMk id="4" creationId="{80F49B2F-21D4-F9EB-049F-717A10CB7D84}"/>
          </ac:spMkLst>
        </pc:spChg>
        <pc:spChg chg="mod">
          <ac:chgData name="DJ Saha" userId="S::dj.saha@intelia.com.au::1abc2036-f289-4e9b-8dd0-8ba58d5fb97b" providerId="AD" clId="Web-{FE5CD55E-1DAA-2426-4155-264828B06044}" dt="2025-07-15T03:16:21.976" v="669" actId="20577"/>
          <ac:spMkLst>
            <pc:docMk/>
            <pc:sldMk cId="2009923557" sldId="270"/>
            <ac:spMk id="6" creationId="{701E125D-B356-8A2A-B86B-AB6567CEABE1}"/>
          </ac:spMkLst>
        </pc:spChg>
        <pc:spChg chg="mod">
          <ac:chgData name="DJ Saha" userId="S::dj.saha@intelia.com.au::1abc2036-f289-4e9b-8dd0-8ba58d5fb97b" providerId="AD" clId="Web-{FE5CD55E-1DAA-2426-4155-264828B06044}" dt="2025-07-15T05:08:31.765" v="997" actId="20577"/>
          <ac:spMkLst>
            <pc:docMk/>
            <pc:sldMk cId="2009923557" sldId="270"/>
            <ac:spMk id="12" creationId="{70DE989F-A988-8C86-5720-1FE5B119EB30}"/>
          </ac:spMkLst>
        </pc:spChg>
        <pc:spChg chg="mod">
          <ac:chgData name="DJ Saha" userId="S::dj.saha@intelia.com.au::1abc2036-f289-4e9b-8dd0-8ba58d5fb97b" providerId="AD" clId="Web-{FE5CD55E-1DAA-2426-4155-264828B06044}" dt="2025-07-15T05:18:33.761" v="1098" actId="1076"/>
          <ac:spMkLst>
            <pc:docMk/>
            <pc:sldMk cId="2009923557" sldId="270"/>
            <ac:spMk id="14" creationId="{476A2B4B-DF73-B449-C876-B221F898C872}"/>
          </ac:spMkLst>
        </pc:spChg>
        <pc:spChg chg="mod">
          <ac:chgData name="DJ Saha" userId="S::dj.saha@intelia.com.au::1abc2036-f289-4e9b-8dd0-8ba58d5fb97b" providerId="AD" clId="Web-{FE5CD55E-1DAA-2426-4155-264828B06044}" dt="2025-07-15T05:18:19.402" v="1096" actId="1076"/>
          <ac:spMkLst>
            <pc:docMk/>
            <pc:sldMk cId="2009923557" sldId="270"/>
            <ac:spMk id="23" creationId="{5D7A612B-9DC7-1D9B-3085-CDB0F937FDB8}"/>
          </ac:spMkLst>
        </pc:spChg>
        <pc:spChg chg="mod">
          <ac:chgData name="DJ Saha" userId="S::dj.saha@intelia.com.au::1abc2036-f289-4e9b-8dd0-8ba58d5fb97b" providerId="AD" clId="Web-{FE5CD55E-1DAA-2426-4155-264828B06044}" dt="2025-07-15T05:17:16.119" v="1093" actId="1076"/>
          <ac:spMkLst>
            <pc:docMk/>
            <pc:sldMk cId="2009923557" sldId="270"/>
            <ac:spMk id="26" creationId="{1A3D666D-00C8-D106-73C3-9FF300F8618C}"/>
          </ac:spMkLst>
        </pc:spChg>
        <pc:spChg chg="mod">
          <ac:chgData name="DJ Saha" userId="S::dj.saha@intelia.com.au::1abc2036-f289-4e9b-8dd0-8ba58d5fb97b" providerId="AD" clId="Web-{FE5CD55E-1DAA-2426-4155-264828B06044}" dt="2025-07-15T04:56:18.752" v="706" actId="20577"/>
          <ac:spMkLst>
            <pc:docMk/>
            <pc:sldMk cId="2009923557" sldId="270"/>
            <ac:spMk id="31" creationId="{5D644C1D-FE62-9752-27C7-42A94F729A86}"/>
          </ac:spMkLst>
        </pc:spChg>
        <pc:spChg chg="mod">
          <ac:chgData name="DJ Saha" userId="S::dj.saha@intelia.com.au::1abc2036-f289-4e9b-8dd0-8ba58d5fb97b" providerId="AD" clId="Web-{FE5CD55E-1DAA-2426-4155-264828B06044}" dt="2025-07-15T03:58:54.633" v="673" actId="20577"/>
          <ac:spMkLst>
            <pc:docMk/>
            <pc:sldMk cId="2009923557" sldId="270"/>
            <ac:spMk id="38" creationId="{AB47A2EE-BF0B-DB05-8B7C-DB6594B2B3D5}"/>
          </ac:spMkLst>
        </pc:spChg>
        <pc:spChg chg="mod">
          <ac:chgData name="DJ Saha" userId="S::dj.saha@intelia.com.au::1abc2036-f289-4e9b-8dd0-8ba58d5fb97b" providerId="AD" clId="Web-{FE5CD55E-1DAA-2426-4155-264828B06044}" dt="2025-07-15T05:08:59.219" v="999" actId="14100"/>
          <ac:spMkLst>
            <pc:docMk/>
            <pc:sldMk cId="2009923557" sldId="270"/>
            <ac:spMk id="54" creationId="{4F1DF6EC-2D10-1310-483C-35027A70DDA1}"/>
          </ac:spMkLst>
        </pc:spChg>
        <pc:grpChg chg="mod">
          <ac:chgData name="DJ Saha" userId="S::dj.saha@intelia.com.au::1abc2036-f289-4e9b-8dd0-8ba58d5fb97b" providerId="AD" clId="Web-{FE5CD55E-1DAA-2426-4155-264828B06044}" dt="2025-07-15T05:04:17.354" v="790" actId="1076"/>
          <ac:grpSpMkLst>
            <pc:docMk/>
            <pc:sldMk cId="2009923557" sldId="270"/>
            <ac:grpSpMk id="8" creationId="{DE3D58D9-6281-AE94-8BBE-46BBE0DC65C7}"/>
          </ac:grpSpMkLst>
        </pc:grpChg>
        <pc:grpChg chg="mod">
          <ac:chgData name="DJ Saha" userId="S::dj.saha@intelia.com.au::1abc2036-f289-4e9b-8dd0-8ba58d5fb97b" providerId="AD" clId="Web-{FE5CD55E-1DAA-2426-4155-264828B06044}" dt="2025-07-15T03:12:01.046" v="647" actId="1076"/>
          <ac:grpSpMkLst>
            <pc:docMk/>
            <pc:sldMk cId="2009923557" sldId="270"/>
            <ac:grpSpMk id="30" creationId="{A04F5F41-3A2D-4DD1-FE07-979FAD2578E8}"/>
          </ac:grpSpMkLst>
        </pc:grpChg>
        <pc:grpChg chg="mod">
          <ac:chgData name="DJ Saha" userId="S::dj.saha@intelia.com.au::1abc2036-f289-4e9b-8dd0-8ba58d5fb97b" providerId="AD" clId="Web-{FE5CD55E-1DAA-2426-4155-264828B06044}" dt="2025-07-15T02:56:18.703" v="475" actId="1076"/>
          <ac:grpSpMkLst>
            <pc:docMk/>
            <pc:sldMk cId="2009923557" sldId="270"/>
            <ac:grpSpMk id="45" creationId="{7C004A0F-26FD-81BE-0DC7-EDCD01D4194B}"/>
          </ac:grpSpMkLst>
        </pc:grpChg>
        <pc:cxnChg chg="mod">
          <ac:chgData name="DJ Saha" userId="S::dj.saha@intelia.com.au::1abc2036-f289-4e9b-8dd0-8ba58d5fb97b" providerId="AD" clId="Web-{FE5CD55E-1DAA-2426-4155-264828B06044}" dt="2025-07-15T05:09:41.595" v="1001" actId="14100"/>
          <ac:cxnSpMkLst>
            <pc:docMk/>
            <pc:sldMk cId="2009923557" sldId="270"/>
            <ac:cxnSpMk id="3" creationId="{67C34E10-2CF8-9BCA-1CC6-D78A3FF9CA80}"/>
          </ac:cxnSpMkLst>
        </pc:cxnChg>
        <pc:cxnChg chg="mod">
          <ac:chgData name="DJ Saha" userId="S::dj.saha@intelia.com.au::1abc2036-f289-4e9b-8dd0-8ba58d5fb97b" providerId="AD" clId="Web-{FE5CD55E-1DAA-2426-4155-264828B06044}" dt="2025-07-15T03:11:51.889" v="646" actId="1076"/>
          <ac:cxnSpMkLst>
            <pc:docMk/>
            <pc:sldMk cId="2009923557" sldId="270"/>
            <ac:cxnSpMk id="15" creationId="{F87F05F2-DA4C-4F55-A5D0-1887110DF155}"/>
          </ac:cxnSpMkLst>
        </pc:cxnChg>
        <pc:cxnChg chg="mod">
          <ac:chgData name="DJ Saha" userId="S::dj.saha@intelia.com.au::1abc2036-f289-4e9b-8dd0-8ba58d5fb97b" providerId="AD" clId="Web-{FE5CD55E-1DAA-2426-4155-264828B06044}" dt="2025-07-15T05:03:53.135" v="787" actId="14100"/>
          <ac:cxnSpMkLst>
            <pc:docMk/>
            <pc:sldMk cId="2009923557" sldId="270"/>
            <ac:cxnSpMk id="56" creationId="{C0271841-9AD2-76A9-36A3-77AD3CD1ED17}"/>
          </ac:cxnSpMkLst>
        </pc:cxnChg>
      </pc:sldChg>
    </pc:docChg>
  </pc:docChgLst>
  <pc:docChgLst>
    <pc:chgData name="Darcy Roach" userId="ba676ee9-e9b4-49e8-a515-8077106c948d" providerId="ADAL" clId="{1FC9D8C7-5098-486E-9DCE-F0E19D533065}"/>
    <pc:docChg chg="modSld">
      <pc:chgData name="Darcy Roach" userId="ba676ee9-e9b4-49e8-a515-8077106c948d" providerId="ADAL" clId="{1FC9D8C7-5098-486E-9DCE-F0E19D533065}" dt="2023-09-25T04:30:29.847" v="32" actId="20577"/>
      <pc:docMkLst>
        <pc:docMk/>
      </pc:docMkLst>
      <pc:sldChg chg="modSp mod">
        <pc:chgData name="Darcy Roach" userId="ba676ee9-e9b4-49e8-a515-8077106c948d" providerId="ADAL" clId="{1FC9D8C7-5098-486E-9DCE-F0E19D533065}" dt="2023-09-25T04:30:29.847" v="32" actId="20577"/>
        <pc:sldMkLst>
          <pc:docMk/>
          <pc:sldMk cId="200992355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198CEFB-2E98-46AE-A91E-7FB7C1AF1DAA}" type="datetimeFigureOut">
              <a:rPr lang="en-AU" smtClean="0"/>
              <a:t>14/07/2025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59A2614-3F04-499D-A579-E1D639714650}" type="slidenum">
              <a:rPr lang="en-AU" smtClean="0"/>
              <a:t>‹#›</a:t>
            </a:fld>
            <a:endParaRPr lang="en-AU"/>
          </a:p>
        </p:txBody>
      </p:sp>
    </p:spTree>
    <p:extLst>
      <p:ext uri="{BB962C8B-B14F-4D97-AF65-F5344CB8AC3E}">
        <p14:creationId xmlns:p14="http://schemas.microsoft.com/office/powerpoint/2010/main" val="285023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rPr>
              <a:t>Higher Education Organisation – Senior Data Engineer</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Liaised with stakeholders for requirements with regards to development/enhancement, defect testing and ticket updates and signoffs.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Contributed with technical expertise in design phase, developing and maintaining broad range of reports in OBIEE/BI Publisher, ETL jobs and mappings.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Undertook BAU activities, monitoring and maintaining scheduled ETL loads.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Managed defects worked through tickets from incident management system.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Worked on enhancements related to legacy and/or complex issues. Carried out thorough root cause analysis and developed fixes.</a:t>
            </a:r>
          </a:p>
          <a:p>
            <a:endParaRPr lang="en-AU"/>
          </a:p>
        </p:txBody>
      </p:sp>
      <p:sp>
        <p:nvSpPr>
          <p:cNvPr id="4" name="Slide Number Placeholder 3"/>
          <p:cNvSpPr>
            <a:spLocks noGrp="1"/>
          </p:cNvSpPr>
          <p:nvPr>
            <p:ph type="sldNum" sz="quarter" idx="5"/>
          </p:nvPr>
        </p:nvSpPr>
        <p:spPr/>
        <p:txBody>
          <a:bodyPr/>
          <a:lstStyle/>
          <a:p>
            <a:fld id="{359A2614-3F04-499D-A579-E1D639714650}" type="slidenum">
              <a:rPr lang="en-AU" smtClean="0"/>
              <a:t>1</a:t>
            </a:fld>
            <a:endParaRPr lang="en-AU"/>
          </a:p>
        </p:txBody>
      </p:sp>
    </p:spTree>
    <p:extLst>
      <p:ext uri="{BB962C8B-B14F-4D97-AF65-F5344CB8AC3E}">
        <p14:creationId xmlns:p14="http://schemas.microsoft.com/office/powerpoint/2010/main" val="3437274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7/14/2025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A04F5F41-3A2D-4DD1-FE07-979FAD2578E8}"/>
              </a:ext>
            </a:extLst>
          </p:cNvPr>
          <p:cNvGrpSpPr/>
          <p:nvPr/>
        </p:nvGrpSpPr>
        <p:grpSpPr>
          <a:xfrm>
            <a:off x="3335752" y="3936561"/>
            <a:ext cx="4782734" cy="1917997"/>
            <a:chOff x="3335752" y="5822449"/>
            <a:chExt cx="4782734" cy="2631433"/>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822449"/>
              <a:ext cx="4782734" cy="46166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Entertainment &amp; Gaming Organisation – Data Engineer</a:t>
              </a: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36577" y="6163121"/>
              <a:ext cx="4520232" cy="2290761"/>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pPr>
                <a:spcBef>
                  <a:spcPts val="300"/>
                </a:spcBef>
              </a:pPr>
              <a:r>
                <a:rPr lang="en-AU">
                  <a:latin typeface="Roboto Light"/>
                  <a:ea typeface="Roboto Light"/>
                  <a:cs typeface="Roboto Light"/>
                </a:rPr>
                <a:t>Built Data Processing pipelines in Azure using - Data Factory, ADLS Gen 2 / Blob Storage, DevOps and Python scripts.</a:t>
              </a:r>
              <a:endParaRPr lang="en-US">
                <a:cs typeface="Roboto Light" panose="02000000000000000000" pitchFamily="2" charset="0"/>
              </a:endParaRPr>
            </a:p>
            <a:p>
              <a:pPr>
                <a:spcBef>
                  <a:spcPts val="300"/>
                </a:spcBef>
              </a:pPr>
              <a:r>
                <a:rPr lang="en-AU">
                  <a:latin typeface="Roboto Light"/>
                  <a:ea typeface="Roboto Light"/>
                  <a:cs typeface="Roboto Light"/>
                </a:rPr>
                <a:t>Delivered Data Quality functionality - extensive use of Regex patterns to find and fix anomalies in the data</a:t>
              </a:r>
              <a:endParaRPr lang="en-US">
                <a:cs typeface="Roboto Light" panose="02000000000000000000" pitchFamily="2" charset="0"/>
              </a:endParaRPr>
            </a:p>
            <a:p>
              <a:r>
                <a:rPr lang="en-AU">
                  <a:latin typeface="Roboto Light"/>
                  <a:ea typeface="Roboto Light"/>
                  <a:cs typeface="Roboto Light"/>
                </a:rPr>
                <a:t>Performed validations and cleansing for data formats, data types, business rules and missing values</a:t>
              </a:r>
            </a:p>
            <a:p>
              <a:r>
                <a:rPr lang="en-AU">
                  <a:latin typeface="Roboto Light"/>
                  <a:ea typeface="Roboto Light"/>
                  <a:cs typeface="Roboto Light"/>
                </a:rPr>
                <a:t>Created scheduled Execution of business functionality-based runs</a:t>
              </a:r>
            </a:p>
            <a:p>
              <a:r>
                <a:rPr lang="en-AU">
                  <a:latin typeface="Roboto Light"/>
                  <a:ea typeface="Roboto Light"/>
                  <a:cs typeface="Roboto Light"/>
                </a:rPr>
                <a:t>Developed Python scripts for File transfer and prepared workbooks</a:t>
              </a:r>
            </a:p>
            <a:p>
              <a:r>
                <a:rPr lang="en-AU">
                  <a:latin typeface="Roboto Light"/>
                  <a:ea typeface="Roboto Light"/>
                  <a:cs typeface="Roboto Light"/>
                </a:rPr>
                <a:t>Worked with Azure DevOps for CI/CD, Collaboration and maintaining Code base implementation and Post Implementation project warranty support</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9955" y="6260062"/>
              <a:ext cx="4635" cy="2053786"/>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DJ</a:t>
            </a:r>
          </a:p>
          <a:p>
            <a:r>
              <a:rPr lang="en-US" sz="2800" b="1">
                <a:solidFill>
                  <a:srgbClr val="00AB80"/>
                </a:solidFill>
                <a:latin typeface="Roboto" panose="02000000000000000000" pitchFamily="2" charset="0"/>
                <a:ea typeface="Roboto" panose="02000000000000000000" pitchFamily="2" charset="0"/>
              </a:rPr>
              <a:t>Saha</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10" y="1665146"/>
            <a:ext cx="2852780" cy="3077766"/>
          </a:xfrm>
          <a:prstGeom prst="rect">
            <a:avLst/>
          </a:prstGeom>
          <a:noFill/>
        </p:spPr>
        <p:txBody>
          <a:bodyPr wrap="square" lIns="0" tIns="0" rIns="0" bIns="0" rtlCol="0" anchor="t">
            <a:spAutoFit/>
          </a:bodyPr>
          <a:lstStyle/>
          <a:p>
            <a:pPr algn="l"/>
            <a:r>
              <a:rPr lang="en-AU" sz="1000" spc="13">
                <a:latin typeface="Roboto Light"/>
                <a:ea typeface="Roboto Light"/>
                <a:cs typeface="Lato"/>
              </a:rPr>
              <a:t>DJ is a data engineering professional with more than over 15 years of experience in data analytics and reporting across multiple business domains including energy, banking and higher education. </a:t>
            </a:r>
          </a:p>
          <a:p>
            <a:pPr algn="l"/>
            <a:endParaRPr lang="en-AU" sz="1000" spc="13">
              <a:latin typeface="Roboto Light"/>
              <a:ea typeface="Roboto Light"/>
              <a:cs typeface="Lato"/>
            </a:endParaRPr>
          </a:p>
          <a:p>
            <a:pPr algn="l"/>
            <a:r>
              <a:rPr lang="en-AU" sz="1000" spc="13">
                <a:latin typeface="Roboto Light"/>
                <a:ea typeface="Roboto Light"/>
                <a:cs typeface="Lato"/>
              </a:rPr>
              <a:t>DJ possesses a broad technical portfolio spanning data integration, data-migration, and warehousing. Database proficiency, data modelling and report design, programming, issue resolution, project coordination and stakeholder management figure prominently among his key strengths. He also possesses a keen interest in innovation and learning new skills.</a:t>
            </a:r>
          </a:p>
          <a:p>
            <a:pPr algn="l"/>
            <a:endParaRPr lang="en-AU" sz="1000" spc="13">
              <a:latin typeface="Roboto Light"/>
              <a:ea typeface="Roboto Light"/>
              <a:cs typeface="Lato"/>
            </a:endParaRPr>
          </a:p>
          <a:p>
            <a:pPr algn="l"/>
            <a:r>
              <a:rPr lang="en-AU" sz="1000" spc="13">
                <a:latin typeface="Roboto Light"/>
                <a:ea typeface="Roboto Light"/>
                <a:cs typeface="Lato"/>
              </a:rPr>
              <a:t>Enthusiastic about his field of work, DJ keeps himself up to date with the latest technologies allowing him to effectively leverage these to delight the customer and assist them in reaching their ambitions and beyond.</a:t>
            </a:r>
          </a:p>
          <a:p>
            <a:pPr algn="l"/>
            <a:endParaRPr lang="en-AU" sz="1000" spc="13">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56153" y="5292185"/>
            <a:ext cx="2995859" cy="24103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37875" y="5633699"/>
            <a:ext cx="1510046" cy="24468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a:latin typeface="Roboto Light"/>
                <a:ea typeface="Roboto Light"/>
                <a:cs typeface="Roboto Light"/>
              </a:rPr>
              <a:t>Python/</a:t>
            </a:r>
            <a:r>
              <a:rPr lang="en-US" sz="900" err="1">
                <a:latin typeface="Roboto Light"/>
                <a:ea typeface="Roboto Light"/>
                <a:cs typeface="Roboto Light"/>
              </a:rPr>
              <a:t>PySpark</a:t>
            </a:r>
            <a:endParaRPr lang="en-US" err="1">
              <a:latin typeface="Roboto Light"/>
              <a:ea typeface="Roboto Light"/>
              <a:cs typeface="Roboto Light"/>
            </a:endParaRPr>
          </a:p>
          <a:p>
            <a:pPr marL="171450" indent="-171450">
              <a:buClr>
                <a:srgbClr val="00AB80"/>
              </a:buClr>
              <a:buFont typeface="Arial" panose="020B0604020202020204" pitchFamily="34" charset="0"/>
              <a:buChar char="•"/>
            </a:pPr>
            <a:r>
              <a:rPr lang="en-US" sz="900">
                <a:latin typeface="Roboto Light"/>
                <a:ea typeface="Roboto Light"/>
                <a:cs typeface="Roboto Light"/>
              </a:rPr>
              <a:t>SQL/PL-SQL</a:t>
            </a:r>
          </a:p>
          <a:p>
            <a:pPr marL="171450" indent="-171450">
              <a:buClr>
                <a:srgbClr val="00AB80"/>
              </a:buClr>
              <a:buFont typeface="Arial" panose="020B0604020202020204" pitchFamily="34" charset="0"/>
              <a:buChar char="•"/>
            </a:pPr>
            <a:r>
              <a:rPr lang="en-US" sz="900">
                <a:latin typeface="Roboto Light"/>
                <a:ea typeface="Roboto Light"/>
                <a:cs typeface="Roboto Light"/>
              </a:rPr>
              <a:t>Azure Data Factory</a:t>
            </a:r>
          </a:p>
          <a:p>
            <a:pPr marL="171450" indent="-171450">
              <a:buClr>
                <a:srgbClr val="00AB80"/>
              </a:buClr>
              <a:buFont typeface="Arial" panose="020B0604020202020204" pitchFamily="34" charset="0"/>
              <a:buChar char="•"/>
            </a:pPr>
            <a:r>
              <a:rPr lang="en-US" sz="900">
                <a:latin typeface="Roboto Light"/>
                <a:ea typeface="Roboto Light"/>
                <a:cs typeface="Roboto Light"/>
              </a:rPr>
              <a:t>Azure Data Lake</a:t>
            </a:r>
          </a:p>
          <a:p>
            <a:pPr marL="171450" indent="-171450">
              <a:buClr>
                <a:srgbClr val="00AB80"/>
              </a:buClr>
              <a:buFont typeface="Arial" panose="020B0604020202020204" pitchFamily="34" charset="0"/>
              <a:buChar char="•"/>
            </a:pPr>
            <a:r>
              <a:rPr lang="en-US" sz="900">
                <a:latin typeface="Roboto Light"/>
                <a:ea typeface="Roboto Light"/>
                <a:cs typeface="Roboto Light"/>
              </a:rPr>
              <a:t>Azure DevOps</a:t>
            </a:r>
          </a:p>
          <a:p>
            <a:pPr marL="171450" indent="-171450">
              <a:buClr>
                <a:srgbClr val="00AB80"/>
              </a:buClr>
              <a:buFont typeface="Arial" panose="020B0604020202020204" pitchFamily="34" charset="0"/>
              <a:buChar char="•"/>
            </a:pPr>
            <a:r>
              <a:rPr lang="en-AU" sz="900">
                <a:latin typeface="Roboto Light"/>
                <a:ea typeface="Roboto Light"/>
                <a:cs typeface="Roboto Light"/>
              </a:rPr>
              <a:t>GITLAB</a:t>
            </a:r>
            <a:endParaRPr lang="en-US" sz="900">
              <a:latin typeface="Roboto Light"/>
              <a:ea typeface="Roboto Light"/>
              <a:cs typeface="Roboto Light"/>
            </a:endParaRPr>
          </a:p>
          <a:p>
            <a:pPr marL="171450" indent="-171450">
              <a:buClr>
                <a:srgbClr val="00AB80"/>
              </a:buClr>
              <a:buFont typeface="Arial" panose="020B0604020202020204" pitchFamily="34" charset="0"/>
              <a:buChar char="•"/>
            </a:pPr>
            <a:r>
              <a:rPr lang="en-US" sz="900">
                <a:latin typeface="Roboto Light"/>
                <a:ea typeface="Roboto Light"/>
                <a:cs typeface="Roboto Light"/>
              </a:rPr>
              <a:t>Java</a:t>
            </a:r>
          </a:p>
          <a:p>
            <a:pPr marL="171450" indent="-171450">
              <a:buClr>
                <a:srgbClr val="00AB80"/>
              </a:buClr>
              <a:buFont typeface="Arial,Sans-Serif" panose="020B0604020202020204" pitchFamily="34" charset="0"/>
              <a:buChar char="•"/>
            </a:pPr>
            <a:r>
              <a:rPr lang="en-US" sz="900">
                <a:latin typeface="Roboto Light"/>
                <a:ea typeface="Roboto Light"/>
                <a:cs typeface="Roboto Light"/>
              </a:rPr>
              <a:t>OBIEE/OAC</a:t>
            </a:r>
          </a:p>
          <a:p>
            <a:pPr marL="171450" indent="-171450">
              <a:buClr>
                <a:srgbClr val="00AB80"/>
              </a:buClr>
              <a:buFont typeface="Arial,Sans-Serif" panose="020B0604020202020204" pitchFamily="34" charset="0"/>
              <a:buChar char="•"/>
            </a:pPr>
            <a:r>
              <a:rPr lang="en-AU" sz="900">
                <a:latin typeface="Roboto Light"/>
                <a:ea typeface="Roboto Light"/>
                <a:cs typeface="Roboto Light"/>
              </a:rPr>
              <a:t>Informatica</a:t>
            </a:r>
            <a:endParaRPr lang="en-US">
              <a:latin typeface="Calibri" panose="020F0502020204030204"/>
              <a:ea typeface="Calibri" panose="020F0502020204030204"/>
              <a:cs typeface="Calibri" panose="020F0502020204030204"/>
            </a:endParaRPr>
          </a:p>
          <a:p>
            <a:pPr marL="171450" indent="-171450">
              <a:buClr>
                <a:srgbClr val="00AB80"/>
              </a:buClr>
              <a:buFont typeface="Arial,Sans-Serif" panose="020B0604020202020204" pitchFamily="34" charset="0"/>
              <a:buChar char="•"/>
            </a:pPr>
            <a:r>
              <a:rPr lang="en-AU" sz="900" err="1">
                <a:latin typeface="Roboto Light"/>
                <a:ea typeface="Roboto Light"/>
                <a:cs typeface="Roboto Light"/>
              </a:rPr>
              <a:t>TalendETL</a:t>
            </a:r>
            <a:endParaRPr lang="en-US" err="1">
              <a:ea typeface="Calibri" panose="020F0502020204030204"/>
              <a:cs typeface="Calibri" panose="020F0502020204030204"/>
            </a:endParaRPr>
          </a:p>
          <a:p>
            <a:pPr marL="171450" indent="-171450">
              <a:buClr>
                <a:srgbClr val="00AB80"/>
              </a:buClr>
              <a:buFont typeface="Arial" panose="020B0604020202020204" pitchFamily="34" charset="0"/>
              <a:buChar char="•"/>
            </a:pPr>
            <a:r>
              <a:rPr lang="en-AU" sz="900">
                <a:latin typeface="Roboto Light"/>
                <a:ea typeface="Roboto Light"/>
                <a:cs typeface="Roboto Light"/>
              </a:rPr>
              <a:t>DB2</a:t>
            </a:r>
            <a:endParaRPr lang="en-AU" sz="90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AU" sz="900">
                <a:latin typeface="Roboto Light"/>
                <a:ea typeface="Roboto Light"/>
                <a:cs typeface="Roboto Light"/>
              </a:rPr>
              <a:t>R</a:t>
            </a:r>
          </a:p>
          <a:p>
            <a:pPr marL="171450" indent="-171450">
              <a:buClr>
                <a:srgbClr val="00AB80"/>
              </a:buClr>
              <a:buFont typeface="Arial" panose="020B0604020202020204" pitchFamily="34" charset="0"/>
              <a:buChar char="•"/>
            </a:pPr>
            <a:r>
              <a:rPr lang="en-AU" sz="900">
                <a:latin typeface="Roboto Light"/>
                <a:ea typeface="Roboto Light"/>
                <a:cs typeface="Roboto Light"/>
              </a:rPr>
              <a:t>Ruby</a:t>
            </a:r>
            <a:endParaRPr lang="en-AU">
              <a:latin typeface="Calibri"/>
              <a:ea typeface="Calibri"/>
              <a:cs typeface="Calibri"/>
            </a:endParaRP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cs typeface="Roboto Light" panose="02000000000000000000" pitchFamily="2" charset="0"/>
              </a:rPr>
              <a:t>JavaScript</a:t>
            </a:r>
            <a:endParaRPr lang="en-AU"/>
          </a:p>
          <a:p>
            <a:pPr marL="171450" indent="-171450">
              <a:buClr>
                <a:srgbClr val="00AB80"/>
              </a:buClr>
              <a:buFont typeface="Arial" panose="020B0604020202020204" pitchFamily="34" charset="0"/>
              <a:buChar char="•"/>
            </a:pPr>
            <a:endParaRPr lang="en-AU" sz="900">
              <a:solidFill>
                <a:srgbClr val="000000"/>
              </a:solidFill>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AU" sz="90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cs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9743" y="2988585"/>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7192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13496" y="3204029"/>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lIns="91440" tIns="45720" rIns="91440" bIns="45720" anchor="t">
              <a:spAutoFit/>
            </a:bodyPr>
            <a:lstStyle/>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a:solidFill>
                    <a:srgbClr val="00AB80"/>
                  </a:solidFill>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GB" sz="1200">
                  <a:solidFill>
                    <a:srgbClr val="00AB80"/>
                  </a:solidFill>
                  <a:latin typeface="Roboto Light" panose="02000000000000000000" pitchFamily="2" charset="0"/>
                </a:rPr>
                <a:t>Databricks Certified Data Engineer Professional</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GB" sz="1200">
                  <a:solidFill>
                    <a:srgbClr val="00AB80"/>
                  </a:solidFill>
                  <a:latin typeface="Roboto Light" panose="02000000000000000000" pitchFamily="2" charset="0"/>
                </a:rPr>
                <a:t>Databricks Certified Data Engineer Associate</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GB" sz="1200">
                  <a:solidFill>
                    <a:srgbClr val="00AB80"/>
                  </a:solidFill>
                  <a:latin typeface="Roboto Light" panose="02000000000000000000" pitchFamily="2" charset="0"/>
                </a:rPr>
                <a:t>Master –Information Technology | </a:t>
              </a:r>
            </a:p>
            <a:p>
              <a:pPr>
                <a:tabLst>
                  <a:tab pos="3819525" algn="l"/>
                  <a:tab pos="3895725" algn="l"/>
                </a:tabLst>
              </a:pPr>
              <a:r>
                <a:rPr lang="en-US" sz="1200">
                  <a:solidFill>
                    <a:srgbClr val="00AB80"/>
                  </a:solidFill>
                  <a:latin typeface="Roboto Light" panose="02000000000000000000" pitchFamily="2" charset="0"/>
                </a:rPr>
                <a:t>University of Melbourne</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GB" sz="1200">
                  <a:solidFill>
                    <a:srgbClr val="00AB80"/>
                  </a:solidFill>
                  <a:latin typeface="Roboto Light" panose="02000000000000000000" pitchFamily="2" charset="0"/>
                </a:rPr>
                <a:t>Bachelor – Engineering, Electrical &amp; Electronics Engineering | Sathyabama </a:t>
              </a:r>
              <a:r>
                <a:rPr lang="en-US" sz="1200">
                  <a:solidFill>
                    <a:srgbClr val="00AB80"/>
                  </a:solidFill>
                  <a:latin typeface="Roboto Light" panose="02000000000000000000" pitchFamily="2" charset="0"/>
                </a:rPr>
                <a:t>University</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51286" y="5633607"/>
            <a:ext cx="1570024"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a:latin typeface="Roboto Light"/>
                <a:ea typeface="Roboto Light"/>
                <a:cs typeface="Roboto Light"/>
              </a:rPr>
              <a:t>Databricks</a:t>
            </a:r>
          </a:p>
          <a:p>
            <a:pPr marL="171450" indent="-171450">
              <a:buClr>
                <a:srgbClr val="00AB80"/>
              </a:buClr>
              <a:buFont typeface="Arial" panose="020B0604020202020204" pitchFamily="34" charset="0"/>
              <a:buChar char="•"/>
            </a:pPr>
            <a:r>
              <a:rPr lang="en-US" sz="900">
                <a:latin typeface="Roboto Light"/>
                <a:ea typeface="Roboto Light"/>
                <a:cs typeface="Roboto Light"/>
              </a:rPr>
              <a:t>Microsoft Azure</a:t>
            </a:r>
            <a:endParaRPr lang="en-AU" sz="900">
              <a:latin typeface="Roboto Light"/>
              <a:ea typeface="Roboto Light"/>
              <a:cs typeface="Roboto Light"/>
            </a:endParaRPr>
          </a:p>
          <a:p>
            <a:pPr marL="171450" indent="-171450">
              <a:buClr>
                <a:srgbClr val="00AB80"/>
              </a:buClr>
              <a:buFont typeface="Arial" panose="020B0604020202020204" pitchFamily="34" charset="0"/>
              <a:buChar char="•"/>
            </a:pPr>
            <a:r>
              <a:rPr lang="en-US" sz="900">
                <a:latin typeface="Roboto Light"/>
                <a:ea typeface="Roboto Light"/>
                <a:cs typeface="Roboto Light"/>
              </a:rPr>
              <a:t>Google Cloud</a:t>
            </a:r>
          </a:p>
          <a:p>
            <a:pPr marL="171450" indent="-171450">
              <a:buClr>
                <a:srgbClr val="00AB80"/>
              </a:buClr>
              <a:buFont typeface="Arial" panose="020B0604020202020204" pitchFamily="34" charset="0"/>
              <a:buChar char="•"/>
            </a:pPr>
            <a:r>
              <a:rPr lang="en-AU" sz="900">
                <a:latin typeface="Roboto Light"/>
                <a:ea typeface="Roboto Light"/>
                <a:cs typeface="Roboto Light"/>
              </a:rPr>
              <a:t>Data Engineering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Solution Architecture</a:t>
            </a:r>
          </a:p>
          <a:p>
            <a:pPr marL="171450" indent="-171450">
              <a:buClr>
                <a:srgbClr val="00AB80"/>
              </a:buClr>
              <a:buFont typeface="Arial" panose="020B0604020202020204" pitchFamily="34" charset="0"/>
              <a:buChar char="•"/>
            </a:pPr>
            <a:r>
              <a:rPr lang="en-AU" sz="900">
                <a:latin typeface="Roboto Light"/>
                <a:ea typeface="Roboto Light"/>
                <a:cs typeface="Roboto Light"/>
              </a:rPr>
              <a:t>Machine Learning</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402" y="5339826"/>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8" name="Group 7">
            <a:extLst>
              <a:ext uri="{FF2B5EF4-FFF2-40B4-BE49-F238E27FC236}">
                <a16:creationId xmlns:a16="http://schemas.microsoft.com/office/drawing/2014/main" id="{DE3D58D9-6281-AE94-8BBE-46BBE0DC65C7}"/>
              </a:ext>
            </a:extLst>
          </p:cNvPr>
          <p:cNvGrpSpPr/>
          <p:nvPr/>
        </p:nvGrpSpPr>
        <p:grpSpPr>
          <a:xfrm>
            <a:off x="3334837" y="5855614"/>
            <a:ext cx="5014312" cy="2000968"/>
            <a:chOff x="3344712" y="1550266"/>
            <a:chExt cx="5014312" cy="1964507"/>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37379" y="1872256"/>
              <a:ext cx="0" cy="1432859"/>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44712" y="1550266"/>
              <a:ext cx="5014312" cy="271951"/>
            </a:xfrm>
            <a:prstGeom prst="rect">
              <a:avLst/>
            </a:prstGeom>
            <a:noFill/>
          </p:spPr>
          <p:txBody>
            <a:bodyPr wrap="square" lIns="91440" tIns="45720" rIns="91440" bIns="45720" rtlCol="0" anchor="t">
              <a:spAutoFit/>
            </a:bodyPr>
            <a:lstStyle/>
            <a:p>
              <a:r>
                <a:rPr lang="en-US" sz="1200" b="1">
                  <a:solidFill>
                    <a:srgbClr val="A93584"/>
                  </a:solidFill>
                  <a:latin typeface="Roboto"/>
                  <a:ea typeface="Roboto"/>
                  <a:cs typeface="Roboto"/>
                </a:rPr>
                <a:t>Financial Services Organization </a:t>
              </a:r>
              <a:r>
                <a:rPr lang="en-AU" sz="1200" b="1">
                  <a:solidFill>
                    <a:srgbClr val="A93584"/>
                  </a:solidFill>
                  <a:latin typeface="Roboto"/>
                  <a:ea typeface="Roboto"/>
                  <a:cs typeface="Roboto"/>
                </a:rPr>
                <a:t>– Lead Developer</a:t>
              </a:r>
              <a:r>
                <a:rPr lang="en-US" sz="1200" b="1">
                  <a:solidFill>
                    <a:srgbClr val="A93584"/>
                  </a:solidFill>
                  <a:latin typeface="Roboto"/>
                  <a:ea typeface="Roboto"/>
                  <a:cs typeface="Roboto"/>
                </a:rPr>
                <a:t> </a:t>
              </a:r>
              <a:endParaRPr lang="en-AU" sz="1200" b="1">
                <a:solidFill>
                  <a:srgbClr val="A93584"/>
                </a:solidFill>
                <a:latin typeface="Roboto"/>
                <a:ea typeface="Roboto"/>
                <a:cs typeface="Roboto"/>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50055" y="1663993"/>
              <a:ext cx="4533549" cy="185078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850">
                <a:solidFill>
                  <a:schemeClr val="bg1"/>
                </a:solidFill>
                <a:cs typeface="Roboto Light"/>
              </a:endParaRPr>
            </a:p>
            <a:p>
              <a:r>
                <a:rPr lang="en-AU" sz="1000">
                  <a:solidFill>
                    <a:schemeClr val="bg1"/>
                  </a:solidFill>
                  <a:latin typeface="Roboto Light"/>
                  <a:ea typeface="Roboto Light"/>
                  <a:cs typeface="Roboto Light"/>
                </a:rPr>
                <a:t>Built data models, ELT/ ETL routines and dashboards using shell and python scripts, SQL, PL/ SQL, INFORMATICA/ </a:t>
              </a:r>
              <a:r>
                <a:rPr lang="en-AU" sz="1000" err="1">
                  <a:solidFill>
                    <a:schemeClr val="bg1"/>
                  </a:solidFill>
                  <a:latin typeface="Roboto Light"/>
                  <a:ea typeface="Roboto Light"/>
                  <a:cs typeface="Roboto Light"/>
                </a:rPr>
                <a:t>TalendETL</a:t>
              </a:r>
              <a:r>
                <a:rPr lang="en-AU" sz="1000">
                  <a:solidFill>
                    <a:schemeClr val="bg1"/>
                  </a:solidFill>
                  <a:latin typeface="Roboto Light"/>
                  <a:ea typeface="Roboto Light"/>
                  <a:cs typeface="Roboto Light"/>
                </a:rPr>
                <a:t> and OBIEE/OAC/DV</a:t>
              </a:r>
              <a:endParaRPr lang="en-US" sz="1000">
                <a:solidFill>
                  <a:schemeClr val="bg1"/>
                </a:solidFill>
                <a:latin typeface="Roboto Light"/>
                <a:ea typeface="Roboto Light"/>
                <a:cs typeface="Roboto Light"/>
              </a:endParaRPr>
            </a:p>
            <a:p>
              <a:r>
                <a:rPr lang="en-AU" sz="1000">
                  <a:solidFill>
                    <a:schemeClr val="bg1"/>
                  </a:solidFill>
                  <a:latin typeface="Roboto Light"/>
                  <a:ea typeface="Roboto Light"/>
                  <a:cs typeface="Roboto Light"/>
                </a:rPr>
                <a:t>Designed and delivered of a suite of BI Publisher reports as part of the implementation of Oracle Financial cloud services</a:t>
              </a:r>
            </a:p>
            <a:p>
              <a:r>
                <a:rPr lang="en-AU" sz="1000">
                  <a:solidFill>
                    <a:schemeClr val="bg1"/>
                  </a:solidFill>
                  <a:latin typeface="Roboto Light"/>
                  <a:ea typeface="Roboto Light"/>
                  <a:cs typeface="Roboto Light"/>
                </a:rPr>
                <a:t>Used smart designs and performance-tuned reports to overcome a unique challenge due to the complex hierarchy design and very large data volume.</a:t>
              </a:r>
            </a:p>
            <a:p>
              <a:r>
                <a:rPr lang="en-AU" sz="1000">
                  <a:solidFill>
                    <a:schemeClr val="bg1"/>
                  </a:solidFill>
                  <a:latin typeface="Roboto Light"/>
                  <a:ea typeface="Roboto Light"/>
                  <a:cs typeface="Roboto Light"/>
                </a:rPr>
                <a:t>Migrated to OACs, with tasks including - </a:t>
              </a:r>
              <a:r>
                <a:rPr lang="en-AU" sz="1000" err="1">
                  <a:solidFill>
                    <a:schemeClr val="bg1"/>
                  </a:solidFill>
                  <a:latin typeface="Roboto Light"/>
                  <a:ea typeface="Roboto Light"/>
                  <a:cs typeface="Roboto Light"/>
                </a:rPr>
                <a:t>cataloging</a:t>
              </a:r>
              <a:r>
                <a:rPr lang="en-AU" sz="1000">
                  <a:solidFill>
                    <a:schemeClr val="bg1"/>
                  </a:solidFill>
                  <a:latin typeface="Roboto Light"/>
                  <a:ea typeface="Roboto Light"/>
                  <a:cs typeface="Roboto Light"/>
                </a:rPr>
                <a:t> object migration, testing reports and fixing defects, creating role-based data filter and masking, and integration with Azure AD</a:t>
              </a:r>
            </a:p>
            <a:p>
              <a:endParaRPr lang="en-AU" sz="800">
                <a:solidFill>
                  <a:schemeClr val="bg1"/>
                </a:solidFill>
                <a:cs typeface="Roboto Light"/>
              </a:endParaRPr>
            </a:p>
          </p:txBody>
        </p:sp>
      </p:grpSp>
      <p:grpSp>
        <p:nvGrpSpPr>
          <p:cNvPr id="45" name="Group 44">
            <a:extLst>
              <a:ext uri="{FF2B5EF4-FFF2-40B4-BE49-F238E27FC236}">
                <a16:creationId xmlns:a16="http://schemas.microsoft.com/office/drawing/2014/main" id="{7C004A0F-26FD-81BE-0DC7-EDCD01D4194B}"/>
              </a:ext>
            </a:extLst>
          </p:cNvPr>
          <p:cNvGrpSpPr/>
          <p:nvPr/>
        </p:nvGrpSpPr>
        <p:grpSpPr>
          <a:xfrm>
            <a:off x="3335752" y="1068346"/>
            <a:ext cx="5029198" cy="2971208"/>
            <a:chOff x="3335753" y="2997642"/>
            <a:chExt cx="5029198" cy="2971208"/>
          </a:xfrm>
        </p:grpSpPr>
        <p:sp>
          <p:nvSpPr>
            <p:cNvPr id="31" name="TextBox 30">
              <a:extLst>
                <a:ext uri="{FF2B5EF4-FFF2-40B4-BE49-F238E27FC236}">
                  <a16:creationId xmlns:a16="http://schemas.microsoft.com/office/drawing/2014/main" id="{5D644C1D-FE62-9752-27C7-42A94F729A86}"/>
                </a:ext>
              </a:extLst>
            </p:cNvPr>
            <p:cNvSpPr txBox="1"/>
            <p:nvPr/>
          </p:nvSpPr>
          <p:spPr>
            <a:xfrm>
              <a:off x="3436506" y="3106528"/>
              <a:ext cx="4545540" cy="2862322"/>
            </a:xfrm>
            <a:prstGeom prst="rect">
              <a:avLst/>
            </a:prstGeom>
            <a:noFill/>
            <a:ln>
              <a:noFill/>
            </a:ln>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1000">
                <a:cs typeface="Roboto Light"/>
              </a:endParaRPr>
            </a:p>
            <a:p>
              <a:r>
                <a:rPr lang="en-AU" sz="1000">
                  <a:latin typeface="Roboto Light"/>
                  <a:ea typeface="Roboto"/>
                  <a:cs typeface="Roboto"/>
                </a:rPr>
                <a:t>Lead a team of engineers, to migrate data from a legacy data warehouse to a new EDP built on Databricks (Azure ecosystem)</a:t>
              </a:r>
            </a:p>
            <a:p>
              <a:r>
                <a:rPr lang="en-AU" sz="1000">
                  <a:latin typeface="Roboto Light"/>
                  <a:ea typeface="Roboto"/>
                  <a:cs typeface="Roboto"/>
                </a:rPr>
                <a:t>Built ingestion patterns for migration using </a:t>
              </a:r>
              <a:r>
                <a:rPr lang="en-AU" sz="1000" err="1">
                  <a:latin typeface="Roboto Light"/>
                  <a:ea typeface="Roboto"/>
                  <a:cs typeface="Roboto"/>
                </a:rPr>
                <a:t>PySpark</a:t>
              </a:r>
              <a:r>
                <a:rPr lang="en-AU" sz="1000">
                  <a:latin typeface="Roboto Light"/>
                  <a:ea typeface="Roboto"/>
                  <a:cs typeface="Roboto"/>
                </a:rPr>
                <a:t> (Databricks) based on requirements and standards</a:t>
              </a:r>
              <a:endParaRPr lang="en-AU">
                <a:cs typeface="Roboto Light" panose="02000000000000000000" pitchFamily="2" charset="0"/>
              </a:endParaRPr>
            </a:p>
            <a:p>
              <a:r>
                <a:rPr lang="en-AU" sz="1000">
                  <a:latin typeface="Roboto Light"/>
                  <a:ea typeface="Roboto"/>
                  <a:cs typeface="Roboto"/>
                </a:rPr>
                <a:t>Performed quality checks, data validations for business data</a:t>
              </a:r>
              <a:endParaRPr lang="en-AU">
                <a:cs typeface="Roboto Light" panose="02000000000000000000" pitchFamily="2" charset="0"/>
              </a:endParaRPr>
            </a:p>
            <a:p>
              <a:r>
                <a:rPr lang="en-AU" sz="1000">
                  <a:latin typeface="Roboto Light"/>
                  <a:ea typeface="Roboto"/>
                  <a:cs typeface="Roboto"/>
                </a:rPr>
                <a:t>Built the technical metadata columns - ensuring accuracy and conformity with standards</a:t>
              </a:r>
              <a:endParaRPr lang="en-AU">
                <a:cs typeface="Roboto Light" panose="02000000000000000000" pitchFamily="2" charset="0"/>
              </a:endParaRPr>
            </a:p>
            <a:p>
              <a:r>
                <a:rPr lang="en-AU" sz="1000">
                  <a:latin typeface="Roboto Light"/>
                  <a:ea typeface="Roboto"/>
                  <a:cs typeface="Roboto"/>
                </a:rPr>
                <a:t>Produced summary results, that captured variety of details to aide with manual checks, validations and eventual signoffs</a:t>
              </a:r>
              <a:endParaRPr lang="en-AU">
                <a:cs typeface="Roboto Light" panose="02000000000000000000" pitchFamily="2" charset="0"/>
              </a:endParaRPr>
            </a:p>
            <a:p>
              <a:r>
                <a:rPr lang="en-AU" sz="1000">
                  <a:latin typeface="Roboto Light"/>
                  <a:ea typeface="Roboto"/>
                  <a:cs typeface="Roboto"/>
                </a:rPr>
                <a:t>Migrated data over 450 TB (1500+ tables) to new EDP and organised per the agreed architecture</a:t>
              </a:r>
              <a:endParaRPr lang="en-AU">
                <a:cs typeface="Roboto Light" panose="02000000000000000000" pitchFamily="2" charset="0"/>
              </a:endParaRPr>
            </a:p>
            <a:p>
              <a:r>
                <a:rPr lang="en-AU" sz="1000">
                  <a:latin typeface="Roboto Light"/>
                  <a:ea typeface="Roboto"/>
                  <a:cs typeface="Roboto"/>
                </a:rPr>
                <a:t>Oversaw all aspects of Implementation; created go-live plans, documented requirements, processes, and solutions, etc</a:t>
              </a:r>
              <a:endParaRPr lang="en-AU">
                <a:cs typeface="Roboto Light" panose="02000000000000000000" pitchFamily="2" charset="0"/>
              </a:endParaRPr>
            </a:p>
            <a:p>
              <a:r>
                <a:rPr lang="en-AU" sz="1000">
                  <a:latin typeface="Roboto Light"/>
                  <a:ea typeface="Roboto"/>
                  <a:cs typeface="Roboto"/>
                </a:rPr>
                <a:t>Built tactical solutions to assist the reporting project team to ensure the client had necessary data available to extract based on interactive filters, while the project continued to progress to final reporting solution</a:t>
              </a:r>
              <a:endParaRPr lang="en-AU">
                <a:cs typeface="Roboto Light" panose="02000000000000000000" pitchFamily="2" charset="0"/>
              </a:endParaRPr>
            </a:p>
            <a:p>
              <a:endParaRPr lang="en-AU" sz="1000">
                <a:cs typeface="Roboto Light"/>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32779" y="3312266"/>
              <a:ext cx="12846" cy="250323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61665"/>
            </a:xfrm>
            <a:prstGeom prst="rect">
              <a:avLst/>
            </a:prstGeom>
            <a:noFill/>
          </p:spPr>
          <p:txBody>
            <a:bodyPr wrap="square" lIns="91440" tIns="45720" rIns="91440" bIns="45720" rtlCol="0" anchor="t">
              <a:spAutoFit/>
            </a:bodyPr>
            <a:lstStyle/>
            <a:p>
              <a:r>
                <a:rPr lang="en-AU" sz="1200" b="1">
                  <a:solidFill>
                    <a:srgbClr val="0059FF"/>
                  </a:solidFill>
                  <a:latin typeface="Roboto"/>
                  <a:ea typeface="Roboto"/>
                  <a:cs typeface="Roboto"/>
                </a:rPr>
                <a:t>Major Energy Organisation – Senior Data Engineer</a:t>
              </a:r>
            </a:p>
            <a:p>
              <a:endParaRPr lang="en-AU" sz="1200" b="1">
                <a:solidFill>
                  <a:srgbClr val="0059FF"/>
                </a:solidFill>
                <a:latin typeface="Roboto" panose="02000000000000000000" pitchFamily="2" charset="0"/>
                <a:ea typeface="Roboto" panose="02000000000000000000" pitchFamily="2" charset="0"/>
                <a:cs typeface="Roboto" panose="02000000000000000000" pitchFamily="2" charset="0"/>
              </a:endParaRP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Construction</a:t>
            </a:r>
          </a:p>
          <a:p>
            <a:pPr marL="0" indent="0">
              <a:lnSpc>
                <a:spcPct val="150000"/>
              </a:lnSpc>
              <a:buNone/>
            </a:pPr>
            <a:r>
              <a:rPr lang="en-GB" sz="1200">
                <a:solidFill>
                  <a:srgbClr val="00AB80"/>
                </a:solidFill>
              </a:rPr>
              <a:t>Energy</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Entertainment &amp; Gaming</a:t>
            </a:r>
          </a:p>
          <a:p>
            <a:pPr marL="0" indent="0">
              <a:lnSpc>
                <a:spcPct val="150000"/>
              </a:lnSpc>
              <a:buNone/>
            </a:pPr>
            <a:r>
              <a:rPr lang="en-GB" sz="1200">
                <a:solidFill>
                  <a:srgbClr val="00AB80"/>
                </a:solidFill>
              </a:rPr>
              <a:t>Education</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Props1.xml><?xml version="1.0" encoding="utf-8"?>
<ds:datastoreItem xmlns:ds="http://schemas.openxmlformats.org/officeDocument/2006/customXml" ds:itemID="{8E3C178A-0D52-4698-811A-6187C64FC68C}">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79DDFC6-124A-4859-BB62-4C7039BA48C0}">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2025-07-15T05:29:02Z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