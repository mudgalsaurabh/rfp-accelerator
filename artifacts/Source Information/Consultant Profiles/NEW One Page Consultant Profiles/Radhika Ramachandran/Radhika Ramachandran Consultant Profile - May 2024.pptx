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9FF"/>
    <a:srgbClr val="ED7D31"/>
    <a:srgbClr val="A93584"/>
    <a:srgbClr val="0F2B3F"/>
    <a:srgbClr val="00AB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177F6FD-D637-40A7-BF92-BBC53E44C480}" v="8" dt="2024-05-23T05:18:21.8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88"/>
    <p:restoredTop sz="95595"/>
  </p:normalViewPr>
  <p:slideViewPr>
    <p:cSldViewPr snapToGrid="0" snapToObjects="1">
      <p:cViewPr varScale="1">
        <p:scale>
          <a:sx n="98" d="100"/>
          <a:sy n="98" d="100"/>
        </p:scale>
        <p:origin x="2130" y="48"/>
      </p:cViewPr>
      <p:guideLst>
        <p:guide orient="horz" pos="2448"/>
        <p:guide pos="3168"/>
        <p:guide pos="311"/>
        <p:guide pos="5994"/>
        <p:guide orient="horz" pos="148"/>
        <p:guide orient="horz" pos="4748"/>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1177F6FD-D637-40A7-BF92-BBC53E44C480}"/>
    <pc:docChg chg="undo custSel modSld">
      <pc:chgData name="Darcy Roach" userId="ba676ee9-e9b4-49e8-a515-8077106c948d" providerId="ADAL" clId="{1177F6FD-D637-40A7-BF92-BBC53E44C480}" dt="2024-05-23T05:18:37.305" v="1176" actId="1038"/>
      <pc:docMkLst>
        <pc:docMk/>
      </pc:docMkLst>
      <pc:sldChg chg="addSp delSp modSp mod">
        <pc:chgData name="Darcy Roach" userId="ba676ee9-e9b4-49e8-a515-8077106c948d" providerId="ADAL" clId="{1177F6FD-D637-40A7-BF92-BBC53E44C480}" dt="2024-05-23T05:18:37.305" v="1176" actId="1038"/>
        <pc:sldMkLst>
          <pc:docMk/>
          <pc:sldMk cId="2009923557" sldId="270"/>
        </pc:sldMkLst>
        <pc:spChg chg="del mod ord">
          <ac:chgData name="Darcy Roach" userId="ba676ee9-e9b4-49e8-a515-8077106c948d" providerId="ADAL" clId="{1177F6FD-D637-40A7-BF92-BBC53E44C480}" dt="2024-05-23T05:17:54.351" v="1153" actId="21"/>
          <ac:spMkLst>
            <pc:docMk/>
            <pc:sldMk cId="2009923557" sldId="270"/>
            <ac:spMk id="4" creationId="{80F49B2F-21D4-F9EB-049F-717A10CB7D84}"/>
          </ac:spMkLst>
        </pc:spChg>
        <pc:spChg chg="mod">
          <ac:chgData name="Darcy Roach" userId="ba676ee9-e9b4-49e8-a515-8077106c948d" providerId="ADAL" clId="{1177F6FD-D637-40A7-BF92-BBC53E44C480}" dt="2024-05-23T03:55:16.813" v="275" actId="20577"/>
          <ac:spMkLst>
            <pc:docMk/>
            <pc:sldMk cId="2009923557" sldId="270"/>
            <ac:spMk id="6" creationId="{701E125D-B356-8A2A-B86B-AB6567CEABE1}"/>
          </ac:spMkLst>
        </pc:spChg>
        <pc:spChg chg="mod">
          <ac:chgData name="Darcy Roach" userId="ba676ee9-e9b4-49e8-a515-8077106c948d" providerId="ADAL" clId="{1177F6FD-D637-40A7-BF92-BBC53E44C480}" dt="2024-05-23T04:20:20.246" v="471" actId="20577"/>
          <ac:spMkLst>
            <pc:docMk/>
            <pc:sldMk cId="2009923557" sldId="270"/>
            <ac:spMk id="8" creationId="{59FEB941-5146-6B10-4E4D-8A4ADE918AEF}"/>
          </ac:spMkLst>
        </pc:spChg>
        <pc:spChg chg="mod">
          <ac:chgData name="Darcy Roach" userId="ba676ee9-e9b4-49e8-a515-8077106c948d" providerId="ADAL" clId="{1177F6FD-D637-40A7-BF92-BBC53E44C480}" dt="2024-05-23T01:39:57.197" v="34" actId="20577"/>
          <ac:spMkLst>
            <pc:docMk/>
            <pc:sldMk cId="2009923557" sldId="270"/>
            <ac:spMk id="13" creationId="{FD2720C9-A79F-BD7F-E179-674AD67D7892}"/>
          </ac:spMkLst>
        </pc:spChg>
        <pc:spChg chg="mod">
          <ac:chgData name="Darcy Roach" userId="ba676ee9-e9b4-49e8-a515-8077106c948d" providerId="ADAL" clId="{1177F6FD-D637-40A7-BF92-BBC53E44C480}" dt="2024-05-23T05:13:24" v="988" actId="1076"/>
          <ac:spMkLst>
            <pc:docMk/>
            <pc:sldMk cId="2009923557" sldId="270"/>
            <ac:spMk id="14" creationId="{476A2B4B-DF73-B449-C876-B221F898C872}"/>
          </ac:spMkLst>
        </pc:spChg>
        <pc:spChg chg="add del mod">
          <ac:chgData name="Darcy Roach" userId="ba676ee9-e9b4-49e8-a515-8077106c948d" providerId="ADAL" clId="{1177F6FD-D637-40A7-BF92-BBC53E44C480}" dt="2024-05-23T01:47:00.335" v="101" actId="21"/>
          <ac:spMkLst>
            <pc:docMk/>
            <pc:sldMk cId="2009923557" sldId="270"/>
            <ac:spMk id="16" creationId="{B9775FC7-7124-8CCA-9B1C-7CCD7D3DF384}"/>
          </ac:spMkLst>
        </pc:spChg>
        <pc:spChg chg="mod">
          <ac:chgData name="Darcy Roach" userId="ba676ee9-e9b4-49e8-a515-8077106c948d" providerId="ADAL" clId="{1177F6FD-D637-40A7-BF92-BBC53E44C480}" dt="2024-05-23T05:13:08.496" v="986" actId="20577"/>
          <ac:spMkLst>
            <pc:docMk/>
            <pc:sldMk cId="2009923557" sldId="270"/>
            <ac:spMk id="17" creationId="{1BDE5051-9F34-F139-742D-4450E5D6591E}"/>
          </ac:spMkLst>
        </pc:spChg>
        <pc:spChg chg="mod">
          <ac:chgData name="Darcy Roach" userId="ba676ee9-e9b4-49e8-a515-8077106c948d" providerId="ADAL" clId="{1177F6FD-D637-40A7-BF92-BBC53E44C480}" dt="2024-05-23T05:13:24" v="988" actId="1076"/>
          <ac:spMkLst>
            <pc:docMk/>
            <pc:sldMk cId="2009923557" sldId="270"/>
            <ac:spMk id="23" creationId="{5D7A612B-9DC7-1D9B-3085-CDB0F937FDB8}"/>
          </ac:spMkLst>
        </pc:spChg>
        <pc:spChg chg="add del mod">
          <ac:chgData name="Darcy Roach" userId="ba676ee9-e9b4-49e8-a515-8077106c948d" providerId="ADAL" clId="{1177F6FD-D637-40A7-BF92-BBC53E44C480}" dt="2024-05-23T02:04:18.140" v="241" actId="21"/>
          <ac:spMkLst>
            <pc:docMk/>
            <pc:sldMk cId="2009923557" sldId="270"/>
            <ac:spMk id="24" creationId="{B9775FC7-7124-8CCA-9B1C-7CCD7D3DF384}"/>
          </ac:spMkLst>
        </pc:spChg>
        <pc:spChg chg="mod">
          <ac:chgData name="Darcy Roach" userId="ba676ee9-e9b4-49e8-a515-8077106c948d" providerId="ADAL" clId="{1177F6FD-D637-40A7-BF92-BBC53E44C480}" dt="2024-05-23T05:18:07.096" v="1167" actId="1038"/>
          <ac:spMkLst>
            <pc:docMk/>
            <pc:sldMk cId="2009923557" sldId="270"/>
            <ac:spMk id="26" creationId="{1A3D666D-00C8-D106-73C3-9FF300F8618C}"/>
          </ac:spMkLst>
        </pc:spChg>
        <pc:spChg chg="add mod">
          <ac:chgData name="Darcy Roach" userId="ba676ee9-e9b4-49e8-a515-8077106c948d" providerId="ADAL" clId="{1177F6FD-D637-40A7-BF92-BBC53E44C480}" dt="2024-05-23T02:04:25.163" v="243"/>
          <ac:spMkLst>
            <pc:docMk/>
            <pc:sldMk cId="2009923557" sldId="270"/>
            <ac:spMk id="29" creationId="{B9775FC7-7124-8CCA-9B1C-7CCD7D3DF384}"/>
          </ac:spMkLst>
        </pc:spChg>
        <pc:spChg chg="mod">
          <ac:chgData name="Darcy Roach" userId="ba676ee9-e9b4-49e8-a515-8077106c948d" providerId="ADAL" clId="{1177F6FD-D637-40A7-BF92-BBC53E44C480}" dt="2024-05-23T04:28:12.393" v="475"/>
          <ac:spMkLst>
            <pc:docMk/>
            <pc:sldMk cId="2009923557" sldId="270"/>
            <ac:spMk id="36" creationId="{2FA774CA-3857-9308-4D38-9414B0CC2B95}"/>
          </ac:spMkLst>
        </pc:spChg>
        <pc:spChg chg="mod">
          <ac:chgData name="Darcy Roach" userId="ba676ee9-e9b4-49e8-a515-8077106c948d" providerId="ADAL" clId="{1177F6FD-D637-40A7-BF92-BBC53E44C480}" dt="2024-05-23T02:03:59.296" v="240" actId="20577"/>
          <ac:spMkLst>
            <pc:docMk/>
            <pc:sldMk cId="2009923557" sldId="270"/>
            <ac:spMk id="38" creationId="{AB47A2EE-BF0B-DB05-8B7C-DB6594B2B3D5}"/>
          </ac:spMkLst>
        </pc:spChg>
        <pc:spChg chg="mod">
          <ac:chgData name="Darcy Roach" userId="ba676ee9-e9b4-49e8-a515-8077106c948d" providerId="ADAL" clId="{1177F6FD-D637-40A7-BF92-BBC53E44C480}" dt="2024-05-23T04:24:49.246" v="473" actId="1076"/>
          <ac:spMkLst>
            <pc:docMk/>
            <pc:sldMk cId="2009923557" sldId="270"/>
            <ac:spMk id="39" creationId="{3EA81938-6A76-B850-B0E8-A5F905AEBA98}"/>
          </ac:spMkLst>
        </pc:spChg>
        <pc:spChg chg="mod">
          <ac:chgData name="Darcy Roach" userId="ba676ee9-e9b4-49e8-a515-8077106c948d" providerId="ADAL" clId="{1177F6FD-D637-40A7-BF92-BBC53E44C480}" dt="2024-05-23T04:28:12.393" v="475"/>
          <ac:spMkLst>
            <pc:docMk/>
            <pc:sldMk cId="2009923557" sldId="270"/>
            <ac:spMk id="41" creationId="{06312B81-BCF1-2796-C112-3DBE0E02F483}"/>
          </ac:spMkLst>
        </pc:spChg>
        <pc:spChg chg="mod">
          <ac:chgData name="Darcy Roach" userId="ba676ee9-e9b4-49e8-a515-8077106c948d" providerId="ADAL" clId="{1177F6FD-D637-40A7-BF92-BBC53E44C480}" dt="2024-05-23T04:29:00.450" v="565" actId="14100"/>
          <ac:spMkLst>
            <pc:docMk/>
            <pc:sldMk cId="2009923557" sldId="270"/>
            <ac:spMk id="44" creationId="{6059F888-3BDF-A1C0-65E5-CB6FDD43D97C}"/>
          </ac:spMkLst>
        </pc:spChg>
        <pc:spChg chg="mod">
          <ac:chgData name="Darcy Roach" userId="ba676ee9-e9b4-49e8-a515-8077106c948d" providerId="ADAL" clId="{1177F6FD-D637-40A7-BF92-BBC53E44C480}" dt="2024-05-23T04:39:25.172" v="633" actId="20577"/>
          <ac:spMkLst>
            <pc:docMk/>
            <pc:sldMk cId="2009923557" sldId="270"/>
            <ac:spMk id="46" creationId="{7513C49A-2DF2-8111-FED4-FC07A8EAD258}"/>
          </ac:spMkLst>
        </pc:spChg>
        <pc:spChg chg="mod">
          <ac:chgData name="Darcy Roach" userId="ba676ee9-e9b4-49e8-a515-8077106c948d" providerId="ADAL" clId="{1177F6FD-D637-40A7-BF92-BBC53E44C480}" dt="2024-05-23T04:45:14.491" v="790" actId="1076"/>
          <ac:spMkLst>
            <pc:docMk/>
            <pc:sldMk cId="2009923557" sldId="270"/>
            <ac:spMk id="51" creationId="{2FA774CA-3857-9308-4D38-9414B0CC2B95}"/>
          </ac:spMkLst>
        </pc:spChg>
        <pc:spChg chg="mod">
          <ac:chgData name="Darcy Roach" userId="ba676ee9-e9b4-49e8-a515-8077106c948d" providerId="ADAL" clId="{1177F6FD-D637-40A7-BF92-BBC53E44C480}" dt="2024-05-23T04:45:06.073" v="788" actId="20577"/>
          <ac:spMkLst>
            <pc:docMk/>
            <pc:sldMk cId="2009923557" sldId="270"/>
            <ac:spMk id="53" creationId="{06312B81-BCF1-2796-C112-3DBE0E02F483}"/>
          </ac:spMkLst>
        </pc:spChg>
        <pc:spChg chg="add del mod">
          <ac:chgData name="Darcy Roach" userId="ba676ee9-e9b4-49e8-a515-8077106c948d" providerId="ADAL" clId="{1177F6FD-D637-40A7-BF92-BBC53E44C480}" dt="2024-05-23T05:18:02.552" v="1156" actId="21"/>
          <ac:spMkLst>
            <pc:docMk/>
            <pc:sldMk cId="2009923557" sldId="270"/>
            <ac:spMk id="57" creationId="{80F49B2F-21D4-F9EB-049F-717A10CB7D84}"/>
          </ac:spMkLst>
        </pc:spChg>
        <pc:spChg chg="add del mod">
          <ac:chgData name="Darcy Roach" userId="ba676ee9-e9b4-49e8-a515-8077106c948d" providerId="ADAL" clId="{1177F6FD-D637-40A7-BF92-BBC53E44C480}" dt="2024-05-23T05:18:17.778" v="1169" actId="21"/>
          <ac:spMkLst>
            <pc:docMk/>
            <pc:sldMk cId="2009923557" sldId="270"/>
            <ac:spMk id="58" creationId="{80F49B2F-21D4-F9EB-049F-717A10CB7D84}"/>
          </ac:spMkLst>
        </pc:spChg>
        <pc:spChg chg="add mod">
          <ac:chgData name="Darcy Roach" userId="ba676ee9-e9b4-49e8-a515-8077106c948d" providerId="ADAL" clId="{1177F6FD-D637-40A7-BF92-BBC53E44C480}" dt="2024-05-23T05:18:21.886" v="1174"/>
          <ac:spMkLst>
            <pc:docMk/>
            <pc:sldMk cId="2009923557" sldId="270"/>
            <ac:spMk id="59" creationId="{80F49B2F-21D4-F9EB-049F-717A10CB7D84}"/>
          </ac:spMkLst>
        </pc:spChg>
        <pc:spChg chg="del mod">
          <ac:chgData name="Darcy Roach" userId="ba676ee9-e9b4-49e8-a515-8077106c948d" providerId="ADAL" clId="{1177F6FD-D637-40A7-BF92-BBC53E44C480}" dt="2024-05-23T01:46:33.900" v="91" actId="21"/>
          <ac:spMkLst>
            <pc:docMk/>
            <pc:sldMk cId="2009923557" sldId="270"/>
            <ac:spMk id="175" creationId="{B9775FC7-7124-8CCA-9B1C-7CCD7D3DF384}"/>
          </ac:spMkLst>
        </pc:spChg>
        <pc:grpChg chg="mod">
          <ac:chgData name="Darcy Roach" userId="ba676ee9-e9b4-49e8-a515-8077106c948d" providerId="ADAL" clId="{1177F6FD-D637-40A7-BF92-BBC53E44C480}" dt="2024-05-23T04:24:49.246" v="473" actId="1076"/>
          <ac:grpSpMkLst>
            <pc:docMk/>
            <pc:sldMk cId="2009923557" sldId="270"/>
            <ac:grpSpMk id="5" creationId="{980A06B1-0A2F-7DF6-91DB-0F6DFA896A23}"/>
          </ac:grpSpMkLst>
        </pc:grpChg>
        <pc:grpChg chg="del">
          <ac:chgData name="Darcy Roach" userId="ba676ee9-e9b4-49e8-a515-8077106c948d" providerId="ADAL" clId="{1177F6FD-D637-40A7-BF92-BBC53E44C480}" dt="2024-05-23T04:00:58.559" v="401" actId="21"/>
          <ac:grpSpMkLst>
            <pc:docMk/>
            <pc:sldMk cId="2009923557" sldId="270"/>
            <ac:grpSpMk id="9" creationId="{E7DD910D-15D0-5CBC-B70B-D2480ECA3DCA}"/>
          </ac:grpSpMkLst>
        </pc:grpChg>
        <pc:grpChg chg="del">
          <ac:chgData name="Darcy Roach" userId="ba676ee9-e9b4-49e8-a515-8077106c948d" providerId="ADAL" clId="{1177F6FD-D637-40A7-BF92-BBC53E44C480}" dt="2024-05-23T04:00:58.559" v="401" actId="21"/>
          <ac:grpSpMkLst>
            <pc:docMk/>
            <pc:sldMk cId="2009923557" sldId="270"/>
            <ac:grpSpMk id="12" creationId="{C465E181-1D5D-D878-8A71-F5848AAF858F}"/>
          </ac:grpSpMkLst>
        </pc:grpChg>
        <pc:grpChg chg="mod">
          <ac:chgData name="Darcy Roach" userId="ba676ee9-e9b4-49e8-a515-8077106c948d" providerId="ADAL" clId="{1177F6FD-D637-40A7-BF92-BBC53E44C480}" dt="2024-05-23T04:45:29" v="792" actId="1076"/>
          <ac:grpSpMkLst>
            <pc:docMk/>
            <pc:sldMk cId="2009923557" sldId="270"/>
            <ac:grpSpMk id="34" creationId="{0BBEF8AB-50F3-A0AA-9946-9CFF5A8CFABB}"/>
          </ac:grpSpMkLst>
        </pc:grpChg>
        <pc:grpChg chg="add del mod">
          <ac:chgData name="Darcy Roach" userId="ba676ee9-e9b4-49e8-a515-8077106c948d" providerId="ADAL" clId="{1177F6FD-D637-40A7-BF92-BBC53E44C480}" dt="2024-05-23T04:34:04.973" v="588" actId="21"/>
          <ac:grpSpMkLst>
            <pc:docMk/>
            <pc:sldMk cId="2009923557" sldId="270"/>
            <ac:grpSpMk id="35" creationId="{C465E181-1D5D-D878-8A71-F5848AAF858F}"/>
          </ac:grpSpMkLst>
        </pc:grpChg>
        <pc:grpChg chg="mod">
          <ac:chgData name="Darcy Roach" userId="ba676ee9-e9b4-49e8-a515-8077106c948d" providerId="ADAL" clId="{1177F6FD-D637-40A7-BF92-BBC53E44C480}" dt="2024-05-23T04:28:12.393" v="475"/>
          <ac:grpSpMkLst>
            <pc:docMk/>
            <pc:sldMk cId="2009923557" sldId="270"/>
            <ac:grpSpMk id="37" creationId="{E52FDF9F-B084-9074-7DB9-539AD5456487}"/>
          </ac:grpSpMkLst>
        </pc:grpChg>
        <pc:grpChg chg="add mod">
          <ac:chgData name="Darcy Roach" userId="ba676ee9-e9b4-49e8-a515-8077106c948d" providerId="ADAL" clId="{1177F6FD-D637-40A7-BF92-BBC53E44C480}" dt="2024-05-23T04:45:44.901" v="793" actId="1076"/>
          <ac:grpSpMkLst>
            <pc:docMk/>
            <pc:sldMk cId="2009923557" sldId="270"/>
            <ac:grpSpMk id="43" creationId="{E7DD910D-15D0-5CBC-B70B-D2480ECA3DCA}"/>
          </ac:grpSpMkLst>
        </pc:grpChg>
        <pc:grpChg chg="mod">
          <ac:chgData name="Darcy Roach" userId="ba676ee9-e9b4-49e8-a515-8077106c948d" providerId="ADAL" clId="{1177F6FD-D637-40A7-BF92-BBC53E44C480}" dt="2024-05-23T04:28:12.393" v="475"/>
          <ac:grpSpMkLst>
            <pc:docMk/>
            <pc:sldMk cId="2009923557" sldId="270"/>
            <ac:grpSpMk id="45" creationId="{E0B3FDFC-4A78-346F-E1D4-E183BEB90A60}"/>
          </ac:grpSpMkLst>
        </pc:grpChg>
        <pc:grpChg chg="add mod">
          <ac:chgData name="Darcy Roach" userId="ba676ee9-e9b4-49e8-a515-8077106c948d" providerId="ADAL" clId="{1177F6FD-D637-40A7-BF92-BBC53E44C480}" dt="2024-05-23T04:45:21.502" v="791" actId="1076"/>
          <ac:grpSpMkLst>
            <pc:docMk/>
            <pc:sldMk cId="2009923557" sldId="270"/>
            <ac:grpSpMk id="50" creationId="{C465E181-1D5D-D878-8A71-F5848AAF858F}"/>
          </ac:grpSpMkLst>
        </pc:grpChg>
        <pc:grpChg chg="mod">
          <ac:chgData name="Darcy Roach" userId="ba676ee9-e9b4-49e8-a515-8077106c948d" providerId="ADAL" clId="{1177F6FD-D637-40A7-BF92-BBC53E44C480}" dt="2024-05-23T04:39:31.945" v="634"/>
          <ac:grpSpMkLst>
            <pc:docMk/>
            <pc:sldMk cId="2009923557" sldId="270"/>
            <ac:grpSpMk id="52" creationId="{E52FDF9F-B084-9074-7DB9-539AD5456487}"/>
          </ac:grpSpMkLst>
        </pc:grpChg>
        <pc:cxnChg chg="mod">
          <ac:chgData name="Darcy Roach" userId="ba676ee9-e9b4-49e8-a515-8077106c948d" providerId="ADAL" clId="{1177F6FD-D637-40A7-BF92-BBC53E44C480}" dt="2024-05-23T04:25:17.446" v="474" actId="14100"/>
          <ac:cxnSpMkLst>
            <pc:docMk/>
            <pc:sldMk cId="2009923557" sldId="270"/>
            <ac:cxnSpMk id="3" creationId="{67C34E10-2CF8-9BCA-1CC6-D78A3FF9CA80}"/>
          </ac:cxnSpMkLst>
        </pc:cxnChg>
        <pc:cxnChg chg="mod">
          <ac:chgData name="Darcy Roach" userId="ba676ee9-e9b4-49e8-a515-8077106c948d" providerId="ADAL" clId="{1177F6FD-D637-40A7-BF92-BBC53E44C480}" dt="2024-05-23T05:18:20.653" v="1173" actId="1037"/>
          <ac:cxnSpMkLst>
            <pc:docMk/>
            <pc:sldMk cId="2009923557" sldId="270"/>
            <ac:cxnSpMk id="27" creationId="{FA56C067-11D9-4FE3-B97E-743BDA13E1DD}"/>
          </ac:cxnSpMkLst>
        </pc:cxnChg>
        <pc:cxnChg chg="mod">
          <ac:chgData name="Darcy Roach" userId="ba676ee9-e9b4-49e8-a515-8077106c948d" providerId="ADAL" clId="{1177F6FD-D637-40A7-BF92-BBC53E44C480}" dt="2024-05-23T04:28:12.393" v="475"/>
          <ac:cxnSpMkLst>
            <pc:docMk/>
            <pc:sldMk cId="2009923557" sldId="270"/>
            <ac:cxnSpMk id="42" creationId="{F87F05F2-DA4C-4F55-A5D0-1887110DF155}"/>
          </ac:cxnSpMkLst>
        </pc:cxnChg>
        <pc:cxnChg chg="mod">
          <ac:chgData name="Darcy Roach" userId="ba676ee9-e9b4-49e8-a515-8077106c948d" providerId="ADAL" clId="{1177F6FD-D637-40A7-BF92-BBC53E44C480}" dt="2024-05-23T04:39:18.126" v="626" actId="14100"/>
          <ac:cxnSpMkLst>
            <pc:docMk/>
            <pc:sldMk cId="2009923557" sldId="270"/>
            <ac:cxnSpMk id="47" creationId="{B0913DE4-461D-CE43-AABC-C4B3D7D22F45}"/>
          </ac:cxnSpMkLst>
        </pc:cxnChg>
        <pc:cxnChg chg="mod">
          <ac:chgData name="Darcy Roach" userId="ba676ee9-e9b4-49e8-a515-8077106c948d" providerId="ADAL" clId="{1177F6FD-D637-40A7-BF92-BBC53E44C480}" dt="2024-05-23T05:02:52.538" v="931" actId="14100"/>
          <ac:cxnSpMkLst>
            <pc:docMk/>
            <pc:sldMk cId="2009923557" sldId="270"/>
            <ac:cxnSpMk id="54" creationId="{F87F05F2-DA4C-4F55-A5D0-1887110DF155}"/>
          </ac:cxnSpMkLst>
        </pc:cxnChg>
        <pc:cxnChg chg="mod">
          <ac:chgData name="Darcy Roach" userId="ba676ee9-e9b4-49e8-a515-8077106c948d" providerId="ADAL" clId="{1177F6FD-D637-40A7-BF92-BBC53E44C480}" dt="2024-05-23T05:18:37.305" v="1176" actId="1038"/>
          <ac:cxnSpMkLst>
            <pc:docMk/>
            <pc:sldMk cId="2009923557" sldId="270"/>
            <ac:cxnSpMk id="170" creationId="{0D51728F-48BB-14BB-256E-5F0C0284BCDF}"/>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endParaRPr lang="en-US" dirty="0"/>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5/23/2024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5/23/2024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endParaRPr lang="en-US" dirty="0"/>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5/23/2024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49057BF-143F-654A-BE61-7BF52D905453}" type="datetimeFigureOut">
              <a:rPr lang="en-US" smtClean="0"/>
              <a:t>5/23/2024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49057BF-143F-654A-BE61-7BF52D905453}" type="datetimeFigureOut">
              <a:rPr lang="en-US" smtClean="0"/>
              <a:t>5/23/2024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49057BF-143F-654A-BE61-7BF52D905453}" type="datetimeFigureOut">
              <a:rPr lang="en-US" smtClean="0"/>
              <a:t>5/23/2024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5/23/2024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5/23/2024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endParaRPr lang="en-US" dirty="0"/>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endParaRPr lang="en-US" dirty="0"/>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5/23/2024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5/23/2024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9057BF-143F-654A-BE61-7BF52D905453}" type="datetimeFigureOut">
              <a:rPr lang="en-US" smtClean="0"/>
              <a:t>5/23/2024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dirty="0"/>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5/23/2024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dirty="0">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760388"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Radhika Ramachandran</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25585" y="1578840"/>
            <a:ext cx="2898615" cy="3446456"/>
          </a:xfrm>
          <a:prstGeom prst="rect">
            <a:avLst/>
          </a:prstGeom>
          <a:noFill/>
        </p:spPr>
        <p:txBody>
          <a:bodyPr wrap="square" lIns="0" tIns="0" rIns="0" bIns="0" rtlCol="0" anchor="t">
            <a:spAutoFit/>
          </a:bodyPr>
          <a:lstStyle/>
          <a:p>
            <a:pPr>
              <a:lnSpc>
                <a:spcPts val="1500"/>
              </a:lnSpc>
            </a:pPr>
            <a:r>
              <a:rPr lang="en-AU" sz="1000" spc="13" dirty="0">
                <a:latin typeface="Roboto Light" panose="02000000000000000000" pitchFamily="2" charset="0"/>
                <a:ea typeface="Roboto Light" panose="02000000000000000000" pitchFamily="2" charset="0"/>
                <a:cs typeface="Lato" panose="020F0502020204030203" pitchFamily="34" charset="0"/>
              </a:rPr>
              <a:t>Radhika is a Data Engineer with vast experience and expertise in the Energy, Education, Banking, Health Insurance and Retail industries. Radhika has proven experience in Azure Cloud, Big Data Solutions, Data Warehousing, Business Intelligence (ETL, Reporting) and Analytics.</a:t>
            </a:r>
          </a:p>
          <a:p>
            <a:pPr>
              <a:lnSpc>
                <a:spcPts val="1500"/>
              </a:lnSpc>
            </a:pPr>
            <a:endParaRPr lang="en-AU" sz="1000" spc="13" dirty="0">
              <a:latin typeface="Roboto Light" panose="02000000000000000000" pitchFamily="2" charset="0"/>
              <a:ea typeface="Roboto Light" panose="02000000000000000000" pitchFamily="2" charset="0"/>
              <a:cs typeface="Lato" panose="020F0502020204030203" pitchFamily="34" charset="0"/>
            </a:endParaRPr>
          </a:p>
          <a:p>
            <a:pPr>
              <a:lnSpc>
                <a:spcPts val="1500"/>
              </a:lnSpc>
            </a:pPr>
            <a:r>
              <a:rPr lang="en-AU" sz="1000" spc="13" dirty="0">
                <a:latin typeface="Roboto Light" panose="02000000000000000000" pitchFamily="2" charset="0"/>
                <a:ea typeface="Roboto Light" panose="02000000000000000000" pitchFamily="2" charset="0"/>
                <a:cs typeface="Lato" panose="020F0502020204030203" pitchFamily="34" charset="0"/>
              </a:rPr>
              <a:t>Radhika is highly skilled in using visualisation tools like Power BI. She has extensive experience in developing, testing, and deploying code to high standards across various programming environments. Additionally, she is proficient in database design and development.</a:t>
            </a:r>
          </a:p>
          <a:p>
            <a:pPr>
              <a:lnSpc>
                <a:spcPts val="1500"/>
              </a:lnSpc>
            </a:pPr>
            <a:endParaRPr lang="en-AU" sz="1000" spc="13" dirty="0">
              <a:latin typeface="Roboto Light" panose="02000000000000000000" pitchFamily="2" charset="0"/>
              <a:ea typeface="Roboto Light" panose="02000000000000000000" pitchFamily="2" charset="0"/>
              <a:cs typeface="Lato" panose="020F0502020204030203" pitchFamily="34" charset="0"/>
            </a:endParaRPr>
          </a:p>
          <a:p>
            <a:pPr>
              <a:lnSpc>
                <a:spcPts val="1500"/>
              </a:lnSpc>
            </a:pPr>
            <a:r>
              <a:rPr lang="en-AU" sz="1000" spc="13" dirty="0">
                <a:latin typeface="Roboto Light" panose="02000000000000000000" pitchFamily="2" charset="0"/>
                <a:ea typeface="Roboto Light" panose="02000000000000000000" pitchFamily="2" charset="0"/>
                <a:cs typeface="Lato" panose="020F0502020204030203" pitchFamily="34" charset="0"/>
              </a:rPr>
              <a:t>Radhika also possess excellent communication skills with excellent work ethics, is a proactive team player with a desire to #delightthecustomer.</a:t>
            </a:r>
          </a:p>
          <a:p>
            <a:pPr>
              <a:lnSpc>
                <a:spcPts val="1500"/>
              </a:lnSpc>
            </a:pPr>
            <a:endParaRPr lang="en-AU" sz="1000" spc="13" dirty="0">
              <a:latin typeface="Roboto Light" panose="02000000000000000000" pitchFamily="2" charset="0"/>
              <a:ea typeface="Roboto Light" panose="02000000000000000000" pitchFamily="2" charset="0"/>
              <a:cs typeface="Lato" panose="020F0502020204030203" pitchFamily="34"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dirty="0">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40984" y="1000480"/>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823682" y="5747849"/>
            <a:ext cx="1510046" cy="23083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Azure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Databricks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Teradata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Oracle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 Server</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MS Access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Power BI</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MicroStrategy</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Tableau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Talend </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.Net</a:t>
            </a: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Informatica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LINUX / UNIX</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880064"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495649"/>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54917" y="957777"/>
            <a:ext cx="0" cy="6019966"/>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dirty="0">
                <a:solidFill>
                  <a:schemeClr val="bg1"/>
                </a:solidFill>
                <a:latin typeface="Roboto" panose="02000000000000000000" pitchFamily="2" charset="0"/>
                <a:ea typeface="Roboto" panose="02000000000000000000" pitchFamily="2" charset="0"/>
              </a:rPr>
              <a:t>Industry</a:t>
            </a:r>
          </a:p>
          <a:p>
            <a:r>
              <a:rPr lang="en-US" sz="1400" b="1" spc="388" dirty="0">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711093"/>
            <a:ext cx="1963972" cy="2392963"/>
            <a:chOff x="8106458" y="2681447"/>
            <a:chExt cx="1963972" cy="2392963"/>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63972" cy="2392963"/>
            </a:xfrm>
            <a:prstGeom prst="rect">
              <a:avLst/>
            </a:prstGeom>
            <a:noFill/>
          </p:spPr>
          <p:txBody>
            <a:bodyPr wrap="square">
              <a:spAutoFit/>
            </a:bodyPr>
            <a:lstStyle/>
            <a:p>
              <a:pPr>
                <a:tabLst>
                  <a:tab pos="3819525" algn="l"/>
                  <a:tab pos="3895725" algn="l"/>
                </a:tabLst>
              </a:pPr>
              <a:endParaRPr lang="en-GB" sz="115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150" dirty="0">
                  <a:solidFill>
                    <a:srgbClr val="00AB80"/>
                  </a:solidFill>
                  <a:effectLst/>
                  <a:latin typeface="Roboto Light" panose="02000000000000000000" pitchFamily="2" charset="0"/>
                  <a:ea typeface="Calibri" panose="020F0502020204030204" pitchFamily="34" charset="0"/>
                </a:rPr>
                <a:t>M</a:t>
              </a:r>
              <a:r>
                <a:rPr lang="en-GB" sz="1150" dirty="0">
                  <a:solidFill>
                    <a:srgbClr val="00AB80"/>
                  </a:solidFill>
                  <a:latin typeface="Roboto Light" panose="02000000000000000000" pitchFamily="2" charset="0"/>
                  <a:ea typeface="Calibri" panose="020F0502020204030204" pitchFamily="34" charset="0"/>
                </a:rPr>
                <a:t>icrosoft</a:t>
              </a:r>
              <a:r>
                <a:rPr lang="en-GB" sz="1150" dirty="0">
                  <a:solidFill>
                    <a:srgbClr val="00AB80"/>
                  </a:solidFill>
                  <a:effectLst/>
                  <a:latin typeface="Roboto Light" panose="02000000000000000000" pitchFamily="2" charset="0"/>
                  <a:ea typeface="Calibri" panose="020F0502020204030204" pitchFamily="34" charset="0"/>
                </a:rPr>
                <a:t> Certified | Azure Data Engineer</a:t>
              </a:r>
            </a:p>
            <a:p>
              <a:pPr>
                <a:tabLst>
                  <a:tab pos="3819525" algn="l"/>
                  <a:tab pos="3895725" algn="l"/>
                </a:tabLst>
              </a:pPr>
              <a:endParaRPr lang="en-GB" sz="115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150" dirty="0">
                  <a:solidFill>
                    <a:srgbClr val="00AB80"/>
                  </a:solidFill>
                  <a:latin typeface="Roboto Light" panose="02000000000000000000" pitchFamily="2" charset="0"/>
                  <a:ea typeface="Calibri" panose="020F0502020204030204" pitchFamily="34" charset="0"/>
                </a:rPr>
                <a:t>Masters Degree |</a:t>
              </a:r>
              <a:r>
                <a:rPr lang="en-AU" sz="1150" dirty="0">
                  <a:solidFill>
                    <a:srgbClr val="00AB80"/>
                  </a:solidFill>
                  <a:latin typeface="Roboto Light" panose="02000000000000000000" pitchFamily="2" charset="0"/>
                  <a:ea typeface="Calibri" panose="020F0502020204030204" pitchFamily="34" charset="0"/>
                </a:rPr>
                <a:t> Computer Applications, Indira Gandhi University</a:t>
              </a:r>
            </a:p>
            <a:p>
              <a:pPr>
                <a:tabLst>
                  <a:tab pos="3819525" algn="l"/>
                  <a:tab pos="3895725" algn="l"/>
                </a:tabLst>
              </a:pPr>
              <a:endParaRPr lang="en-AU" sz="115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AU" sz="1150" dirty="0">
                  <a:solidFill>
                    <a:srgbClr val="00AB80"/>
                  </a:solidFill>
                  <a:latin typeface="Roboto Light" panose="02000000000000000000" pitchFamily="2" charset="0"/>
                  <a:ea typeface="Calibri" panose="020F0502020204030204" pitchFamily="34" charset="0"/>
                </a:rPr>
                <a:t>Bachelors Degree | Science, Computer Maintenance, Bangalore University </a:t>
              </a:r>
            </a:p>
            <a:p>
              <a:pPr>
                <a:tabLst>
                  <a:tab pos="3819525" algn="l"/>
                  <a:tab pos="3895725" algn="l"/>
                </a:tabLst>
              </a:pPr>
              <a:endParaRPr lang="en-AU" sz="115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endParaRPr lang="en-AU" sz="1150" dirty="0">
                <a:solidFill>
                  <a:srgbClr val="00AB80"/>
                </a:solidFill>
                <a:latin typeface="Roboto Light" panose="02000000000000000000" pitchFamily="2" charset="0"/>
                <a:ea typeface="Calibri" panose="020F0502020204030204" pitchFamily="34" charset="0"/>
              </a:endParaRPr>
            </a:p>
          </p:txBody>
        </p:sp>
      </p:gr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dirty="0">
                <a:solidFill>
                  <a:srgbClr val="00AB80"/>
                </a:solidFill>
                <a:latin typeface="Roboto" panose="02000000000000000000" pitchFamily="2" charset="0"/>
                <a:ea typeface="Roboto" panose="02000000000000000000" pitchFamily="2" charset="0"/>
              </a:rPr>
              <a:t>Key Skills &amp; Technologies</a:t>
            </a:r>
          </a:p>
        </p:txBody>
      </p:sp>
      <p:grpSp>
        <p:nvGrpSpPr>
          <p:cNvPr id="34" name="Group 33">
            <a:extLst>
              <a:ext uri="{FF2B5EF4-FFF2-40B4-BE49-F238E27FC236}">
                <a16:creationId xmlns:a16="http://schemas.microsoft.com/office/drawing/2014/main" id="{0BBEF8AB-50F3-A0AA-9946-9CFF5A8CFABB}"/>
              </a:ext>
            </a:extLst>
          </p:cNvPr>
          <p:cNvGrpSpPr/>
          <p:nvPr/>
        </p:nvGrpSpPr>
        <p:grpSpPr>
          <a:xfrm>
            <a:off x="3359463" y="1093023"/>
            <a:ext cx="4618775" cy="2322796"/>
            <a:chOff x="3321267" y="1094557"/>
            <a:chExt cx="4618775" cy="2322796"/>
          </a:xfrm>
        </p:grpSpPr>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405555"/>
              <a:ext cx="0" cy="1775990"/>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01E125D-B356-8A2A-B86B-AB6567CEABE1}"/>
                </a:ext>
              </a:extLst>
            </p:cNvPr>
            <p:cNvSpPr txBox="1"/>
            <p:nvPr/>
          </p:nvSpPr>
          <p:spPr>
            <a:xfrm>
              <a:off x="3321267" y="1094557"/>
              <a:ext cx="4581050" cy="461665"/>
            </a:xfrm>
            <a:prstGeom prst="rect">
              <a:avLst/>
            </a:prstGeom>
            <a:noFill/>
          </p:spPr>
          <p:txBody>
            <a:bodyPr wrap="square" rtlCol="0">
              <a:spAutoFit/>
            </a:bodyPr>
            <a:lstStyle/>
            <a:p>
              <a:r>
                <a:rPr lang="en-US" sz="1200" b="1" dirty="0">
                  <a:solidFill>
                    <a:srgbClr val="0059FF"/>
                  </a:solidFill>
                  <a:latin typeface="Roboto" panose="02000000000000000000" pitchFamily="2" charset="0"/>
                  <a:ea typeface="Roboto" panose="02000000000000000000" pitchFamily="2" charset="0"/>
                </a:rPr>
                <a:t>Major Australian Energy Operator – Data Engineer </a:t>
              </a:r>
            </a:p>
            <a:p>
              <a:endParaRPr lang="en-AU" sz="1200" b="1" dirty="0">
                <a:solidFill>
                  <a:srgbClr val="0059FF"/>
                </a:solidFill>
                <a:latin typeface="Roboto" panose="02000000000000000000" pitchFamily="2" charset="0"/>
                <a:ea typeface="Roboto" panose="02000000000000000000" pitchFamily="2" charset="0"/>
              </a:endParaRPr>
            </a:p>
          </p:txBody>
        </p:sp>
        <p:sp>
          <p:nvSpPr>
            <p:cNvPr id="8" name="TextBox 7">
              <a:extLst>
                <a:ext uri="{FF2B5EF4-FFF2-40B4-BE49-F238E27FC236}">
                  <a16:creationId xmlns:a16="http://schemas.microsoft.com/office/drawing/2014/main" id="{59FEB941-5146-6B10-4E4D-8A4ADE918AEF}"/>
                </a:ext>
              </a:extLst>
            </p:cNvPr>
            <p:cNvSpPr txBox="1"/>
            <p:nvPr/>
          </p:nvSpPr>
          <p:spPr>
            <a:xfrm>
              <a:off x="3463961" y="1324472"/>
              <a:ext cx="4476081" cy="2092881"/>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lvl="0">
                <a:buSzPts val="1000"/>
                <a:tabLst>
                  <a:tab pos="457200" algn="l"/>
                </a:tabLst>
              </a:pPr>
              <a:r>
                <a:rPr lang="en-AU" sz="1000" dirty="0">
                  <a:solidFill>
                    <a:schemeClr val="bg1"/>
                  </a:solidFill>
                </a:rPr>
                <a:t>Developed a Proof of Concept on Databricks delta live tables/pipelines in EDP and produced the findings with respect to the project requirements</a:t>
              </a:r>
            </a:p>
            <a:p>
              <a:pPr lvl="0">
                <a:buSzPts val="1000"/>
                <a:tabLst>
                  <a:tab pos="457200" algn="l"/>
                </a:tabLst>
              </a:pPr>
              <a:r>
                <a:rPr lang="en-AU" sz="1000" dirty="0">
                  <a:solidFill>
                    <a:schemeClr val="bg1"/>
                  </a:solidFill>
                </a:rPr>
                <a:t>Worked with client manager, solution architect, Data Engineers and Databricks consultants regarding areas for improvement &amp; enhancement</a:t>
              </a:r>
            </a:p>
            <a:p>
              <a:pPr lvl="0">
                <a:buSzPts val="1000"/>
                <a:tabLst>
                  <a:tab pos="457200" algn="l"/>
                </a:tabLst>
              </a:pPr>
              <a:r>
                <a:rPr lang="en-AU" sz="1000" dirty="0">
                  <a:solidFill>
                    <a:schemeClr val="bg1"/>
                  </a:solidFill>
                </a:rPr>
                <a:t>Unit tested </a:t>
              </a:r>
              <a:r>
                <a:rPr lang="en-AU" sz="1000" dirty="0" err="1">
                  <a:solidFill>
                    <a:schemeClr val="bg1"/>
                  </a:solidFill>
                </a:rPr>
                <a:t>.Net</a:t>
              </a:r>
              <a:r>
                <a:rPr lang="en-AU" sz="1000" dirty="0">
                  <a:solidFill>
                    <a:schemeClr val="bg1"/>
                  </a:solidFill>
                </a:rPr>
                <a:t> based parquet files and raised Jira defects or issues</a:t>
              </a:r>
            </a:p>
            <a:p>
              <a:pPr lvl="0">
                <a:buSzPts val="1000"/>
                <a:tabLst>
                  <a:tab pos="457200" algn="l"/>
                </a:tabLst>
              </a:pPr>
              <a:r>
                <a:rPr lang="en-AU" sz="1000" dirty="0">
                  <a:solidFill>
                    <a:schemeClr val="bg1"/>
                  </a:solidFill>
                </a:rPr>
                <a:t>Followed a metadata driven framework (DLT-Meta) in Databricks to set up the table metadata for ingestion of data into tables </a:t>
              </a:r>
            </a:p>
            <a:p>
              <a:pPr lvl="0">
                <a:buSzPts val="1000"/>
                <a:tabLst>
                  <a:tab pos="457200" algn="l"/>
                </a:tabLst>
              </a:pPr>
              <a:r>
                <a:rPr lang="en-AU" sz="1000" dirty="0">
                  <a:solidFill>
                    <a:schemeClr val="bg1"/>
                  </a:solidFill>
                </a:rPr>
                <a:t>Worked towards new ways of deploying objects to higher environments (using Databricks Asset bundles as opposed to the original Azure DevOps CI/CD pipelines)</a:t>
              </a:r>
            </a:p>
            <a:p>
              <a:pPr lvl="0">
                <a:buSzPts val="1000"/>
                <a:tabLst>
                  <a:tab pos="457200" algn="l"/>
                </a:tabLst>
              </a:pPr>
              <a:r>
                <a:rPr lang="en-AU" sz="1000" dirty="0">
                  <a:solidFill>
                    <a:schemeClr val="bg1"/>
                  </a:solidFill>
                </a:rPr>
                <a:t>Decommissioned existing objects for Data dashboard project which was based on ADF, SQL based Metadata &amp; Databricks delta tables.</a:t>
              </a:r>
            </a:p>
            <a:p>
              <a:pPr lvl="0">
                <a:buSzPts val="1000"/>
                <a:tabLst>
                  <a:tab pos="457200" algn="l"/>
                </a:tabLst>
              </a:pPr>
              <a:endParaRPr lang="en-AU" sz="1000" dirty="0">
                <a:solidFill>
                  <a:schemeClr val="bg1"/>
                </a:solidFill>
              </a:endParaRPr>
            </a:p>
          </p:txBody>
        </p:sp>
      </p:grpSp>
      <p:sp>
        <p:nvSpPr>
          <p:cNvPr id="29" name="TextBox 28">
            <a:extLst>
              <a:ext uri="{FF2B5EF4-FFF2-40B4-BE49-F238E27FC236}">
                <a16:creationId xmlns:a16="http://schemas.microsoft.com/office/drawing/2014/main" id="{B9775FC7-7124-8CCA-9B1C-7CCD7D3DF384}"/>
              </a:ext>
            </a:extLst>
          </p:cNvPr>
          <p:cNvSpPr txBox="1"/>
          <p:nvPr/>
        </p:nvSpPr>
        <p:spPr>
          <a:xfrm>
            <a:off x="8118489" y="1456630"/>
            <a:ext cx="1951941" cy="2254463"/>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200000"/>
              </a:lnSpc>
              <a:buNone/>
            </a:pPr>
            <a:r>
              <a:rPr lang="en-GB" sz="1200" dirty="0">
                <a:solidFill>
                  <a:srgbClr val="00AB80"/>
                </a:solidFill>
              </a:rPr>
              <a:t>E</a:t>
            </a:r>
            <a:r>
              <a:rPr lang="en-AU" sz="1200" dirty="0" err="1">
                <a:solidFill>
                  <a:srgbClr val="00AB80"/>
                </a:solidFill>
              </a:rPr>
              <a:t>nergy</a:t>
            </a:r>
            <a:endParaRPr lang="en-AU" sz="1200" dirty="0">
              <a:solidFill>
                <a:srgbClr val="00AB80"/>
              </a:solidFill>
            </a:endParaRPr>
          </a:p>
          <a:p>
            <a:pPr marL="0" indent="0">
              <a:lnSpc>
                <a:spcPct val="200000"/>
              </a:lnSpc>
              <a:buNone/>
            </a:pPr>
            <a:r>
              <a:rPr lang="en-AU" sz="1200" dirty="0">
                <a:solidFill>
                  <a:srgbClr val="00AB80"/>
                </a:solidFill>
              </a:rPr>
              <a:t>Education</a:t>
            </a:r>
          </a:p>
          <a:p>
            <a:pPr marL="0" indent="0">
              <a:lnSpc>
                <a:spcPct val="200000"/>
              </a:lnSpc>
              <a:buNone/>
            </a:pPr>
            <a:r>
              <a:rPr lang="en-AU" sz="1200" dirty="0">
                <a:solidFill>
                  <a:srgbClr val="00AB80"/>
                </a:solidFill>
              </a:rPr>
              <a:t>Banking</a:t>
            </a:r>
          </a:p>
          <a:p>
            <a:pPr marL="0" indent="0">
              <a:lnSpc>
                <a:spcPct val="200000"/>
              </a:lnSpc>
              <a:buNone/>
            </a:pPr>
            <a:r>
              <a:rPr lang="en-AU" sz="1200" dirty="0">
                <a:solidFill>
                  <a:srgbClr val="00AB80"/>
                </a:solidFill>
              </a:rPr>
              <a:t>Health Insurance </a:t>
            </a:r>
          </a:p>
          <a:p>
            <a:pPr marL="0" indent="0">
              <a:lnSpc>
                <a:spcPct val="200000"/>
              </a:lnSpc>
              <a:buNone/>
            </a:pPr>
            <a:r>
              <a:rPr lang="en-AU" sz="1200" dirty="0">
                <a:solidFill>
                  <a:srgbClr val="00AB80"/>
                </a:solidFill>
              </a:rPr>
              <a:t>Retail</a:t>
            </a:r>
            <a:endParaRPr lang="en-GB" sz="1200" dirty="0">
              <a:solidFill>
                <a:srgbClr val="00AB80"/>
              </a:solidFill>
            </a:endParaRPr>
          </a:p>
          <a:p>
            <a:pPr marL="0" indent="0">
              <a:lnSpc>
                <a:spcPct val="200000"/>
              </a:lnSpc>
              <a:buNone/>
            </a:pPr>
            <a:endParaRPr lang="en-GB" sz="1200" dirty="0">
              <a:solidFill>
                <a:srgbClr val="00AB80"/>
              </a:solidFill>
            </a:endParaRPr>
          </a:p>
        </p:txBody>
      </p:sp>
      <p:grpSp>
        <p:nvGrpSpPr>
          <p:cNvPr id="43" name="Group 42">
            <a:extLst>
              <a:ext uri="{FF2B5EF4-FFF2-40B4-BE49-F238E27FC236}">
                <a16:creationId xmlns:a16="http://schemas.microsoft.com/office/drawing/2014/main" id="{E7DD910D-15D0-5CBC-B70B-D2480ECA3DCA}"/>
              </a:ext>
            </a:extLst>
          </p:cNvPr>
          <p:cNvGrpSpPr/>
          <p:nvPr/>
        </p:nvGrpSpPr>
        <p:grpSpPr>
          <a:xfrm>
            <a:off x="3359463" y="3325263"/>
            <a:ext cx="4683934" cy="2191142"/>
            <a:chOff x="3303046" y="6194352"/>
            <a:chExt cx="4709988" cy="2326496"/>
          </a:xfrm>
        </p:grpSpPr>
        <p:sp>
          <p:nvSpPr>
            <p:cNvPr id="44" name="TextBox 43">
              <a:extLst>
                <a:ext uri="{FF2B5EF4-FFF2-40B4-BE49-F238E27FC236}">
                  <a16:creationId xmlns:a16="http://schemas.microsoft.com/office/drawing/2014/main" id="{6059F888-3BDF-A1C0-65E5-CB6FDD43D97C}"/>
                </a:ext>
              </a:extLst>
            </p:cNvPr>
            <p:cNvSpPr txBox="1"/>
            <p:nvPr/>
          </p:nvSpPr>
          <p:spPr>
            <a:xfrm>
              <a:off x="3303046" y="6194352"/>
              <a:ext cx="4606532" cy="490184"/>
            </a:xfrm>
            <a:prstGeom prst="rect">
              <a:avLst/>
            </a:prstGeom>
            <a:noFill/>
          </p:spPr>
          <p:txBody>
            <a:bodyPr wrap="square" rtlCol="0">
              <a:spAutoFit/>
            </a:bodyPr>
            <a:lstStyle/>
            <a:p>
              <a:r>
                <a:rPr lang="en-US" sz="1200" b="1" dirty="0">
                  <a:solidFill>
                    <a:srgbClr val="ED7D31"/>
                  </a:solidFill>
                  <a:latin typeface="Roboto" panose="02000000000000000000" pitchFamily="2" charset="0"/>
                  <a:ea typeface="Roboto" panose="02000000000000000000" pitchFamily="2" charset="0"/>
                </a:rPr>
                <a:t>Australian Health Insurance </a:t>
              </a:r>
              <a:r>
                <a:rPr lang="en-US" sz="1200" b="1" dirty="0" err="1">
                  <a:solidFill>
                    <a:srgbClr val="ED7D31"/>
                  </a:solidFill>
                  <a:latin typeface="Roboto" panose="02000000000000000000" pitchFamily="2" charset="0"/>
                  <a:ea typeface="Roboto" panose="02000000000000000000" pitchFamily="2" charset="0"/>
                </a:rPr>
                <a:t>Organisation</a:t>
              </a:r>
              <a:r>
                <a:rPr lang="en-US" sz="1200" b="1" dirty="0">
                  <a:solidFill>
                    <a:srgbClr val="ED7D31"/>
                  </a:solidFill>
                  <a:latin typeface="Roboto" panose="02000000000000000000" pitchFamily="2" charset="0"/>
                  <a:ea typeface="Roboto" panose="02000000000000000000" pitchFamily="2" charset="0"/>
                </a:rPr>
                <a:t> – Azure Data Engineer</a:t>
              </a:r>
            </a:p>
            <a:p>
              <a:endParaRPr lang="en-AU" sz="1200" b="1" dirty="0">
                <a:solidFill>
                  <a:srgbClr val="ED7D31"/>
                </a:solidFill>
                <a:latin typeface="Roboto" panose="02000000000000000000" pitchFamily="2" charset="0"/>
                <a:ea typeface="Roboto" panose="02000000000000000000" pitchFamily="2" charset="0"/>
              </a:endParaRPr>
            </a:p>
          </p:txBody>
        </p:sp>
        <p:grpSp>
          <p:nvGrpSpPr>
            <p:cNvPr id="45" name="Group 44">
              <a:extLst>
                <a:ext uri="{FF2B5EF4-FFF2-40B4-BE49-F238E27FC236}">
                  <a16:creationId xmlns:a16="http://schemas.microsoft.com/office/drawing/2014/main" id="{E0B3FDFC-4A78-346F-E1D4-E183BEB90A60}"/>
                </a:ext>
              </a:extLst>
            </p:cNvPr>
            <p:cNvGrpSpPr/>
            <p:nvPr/>
          </p:nvGrpSpPr>
          <p:grpSpPr>
            <a:xfrm>
              <a:off x="3428144" y="6462078"/>
              <a:ext cx="4584890" cy="2058770"/>
              <a:chOff x="5023753" y="4515236"/>
              <a:chExt cx="4757437" cy="2058770"/>
            </a:xfrm>
          </p:grpSpPr>
          <p:sp>
            <p:nvSpPr>
              <p:cNvPr id="46" name="TextBox 45">
                <a:extLst>
                  <a:ext uri="{FF2B5EF4-FFF2-40B4-BE49-F238E27FC236}">
                    <a16:creationId xmlns:a16="http://schemas.microsoft.com/office/drawing/2014/main" id="{7513C49A-2DF2-8111-FED4-FC07A8EAD258}"/>
                  </a:ext>
                </a:extLst>
              </p:cNvPr>
              <p:cNvSpPr txBox="1"/>
              <p:nvPr/>
            </p:nvSpPr>
            <p:spPr>
              <a:xfrm>
                <a:off x="5059474" y="4515236"/>
                <a:ext cx="4721716" cy="205877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dirty="0"/>
                  <a:t>Analysed, designed and built Modern data solutions using Azure PaaS service to support visualisation of data, and understand current production state of application and determine the impact of new implementation on existing business processes</a:t>
                </a:r>
              </a:p>
              <a:p>
                <a:r>
                  <a:rPr lang="en-AU" sz="1000" dirty="0"/>
                  <a:t>Extract Transform and Loaded data from Source Systems to Azure Data Storage services using a combination of Azure Data Factory, Talend Data Fabric, Spark SQL and Azure Data Lake. </a:t>
                </a:r>
              </a:p>
              <a:p>
                <a:r>
                  <a:rPr lang="en-AU" sz="1000" dirty="0"/>
                  <a:t>Participated in estimation of effort for delivery of stories.</a:t>
                </a:r>
              </a:p>
              <a:p>
                <a:r>
                  <a:rPr lang="en-AU" sz="1000" dirty="0"/>
                  <a:t>Created Pipelines in ADF to Extract, Transform and load data from different sources like Azure SQL, Blob storage, Azure SQL Data warehouse.</a:t>
                </a:r>
              </a:p>
              <a:p>
                <a:r>
                  <a:rPr lang="en-AU" sz="1000" dirty="0"/>
                  <a:t>Supported Data Operations Team with diagnosing support related issues &amp; fixed the issue in Dev/Test for it to be promoted to production</a:t>
                </a:r>
              </a:p>
            </p:txBody>
          </p:sp>
          <p:cxnSp>
            <p:nvCxnSpPr>
              <p:cNvPr id="47" name="Straight Connector 46">
                <a:extLst>
                  <a:ext uri="{FF2B5EF4-FFF2-40B4-BE49-F238E27FC236}">
                    <a16:creationId xmlns:a16="http://schemas.microsoft.com/office/drawing/2014/main" id="{B0913DE4-461D-CE43-AABC-C4B3D7D22F45}"/>
                  </a:ext>
                </a:extLst>
              </p:cNvPr>
              <p:cNvCxnSpPr>
                <a:cxnSpLocks/>
              </p:cNvCxnSpPr>
              <p:nvPr/>
            </p:nvCxnSpPr>
            <p:spPr>
              <a:xfrm>
                <a:off x="5023753" y="4579160"/>
                <a:ext cx="0" cy="1856569"/>
              </a:xfrm>
              <a:prstGeom prst="line">
                <a:avLst/>
              </a:prstGeom>
              <a:ln w="19050">
                <a:solidFill>
                  <a:srgbClr val="ED7D31"/>
                </a:solidFill>
              </a:ln>
            </p:spPr>
            <p:style>
              <a:lnRef idx="1">
                <a:schemeClr val="accent1"/>
              </a:lnRef>
              <a:fillRef idx="0">
                <a:schemeClr val="accent1"/>
              </a:fillRef>
              <a:effectRef idx="0">
                <a:schemeClr val="accent1"/>
              </a:effectRef>
              <a:fontRef idx="minor">
                <a:schemeClr val="tx1"/>
              </a:fontRef>
            </p:style>
          </p:cxnSp>
        </p:grpSp>
      </p:grpSp>
      <p:grpSp>
        <p:nvGrpSpPr>
          <p:cNvPr id="50" name="Group 49">
            <a:extLst>
              <a:ext uri="{FF2B5EF4-FFF2-40B4-BE49-F238E27FC236}">
                <a16:creationId xmlns:a16="http://schemas.microsoft.com/office/drawing/2014/main" id="{C465E181-1D5D-D878-8A71-F5848AAF858F}"/>
              </a:ext>
            </a:extLst>
          </p:cNvPr>
          <p:cNvGrpSpPr/>
          <p:nvPr/>
        </p:nvGrpSpPr>
        <p:grpSpPr>
          <a:xfrm>
            <a:off x="3361806" y="5543191"/>
            <a:ext cx="4673655" cy="2196941"/>
            <a:chOff x="3335753" y="5068700"/>
            <a:chExt cx="4673655" cy="2196941"/>
          </a:xfrm>
        </p:grpSpPr>
        <p:sp>
          <p:nvSpPr>
            <p:cNvPr id="51" name="TextBox 50">
              <a:extLst>
                <a:ext uri="{FF2B5EF4-FFF2-40B4-BE49-F238E27FC236}">
                  <a16:creationId xmlns:a16="http://schemas.microsoft.com/office/drawing/2014/main" id="{2FA774CA-3857-9308-4D38-9414B0CC2B95}"/>
                </a:ext>
              </a:extLst>
            </p:cNvPr>
            <p:cNvSpPr txBox="1"/>
            <p:nvPr/>
          </p:nvSpPr>
          <p:spPr>
            <a:xfrm>
              <a:off x="3335753" y="5068700"/>
              <a:ext cx="4651228" cy="461665"/>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Tertiary </a:t>
              </a:r>
              <a:r>
                <a:rPr lang="en-AU" sz="1200" b="1" dirty="0" err="1">
                  <a:solidFill>
                    <a:srgbClr val="A93584"/>
                  </a:solidFill>
                  <a:latin typeface="Roboto" panose="02000000000000000000" pitchFamily="2" charset="0"/>
                  <a:ea typeface="Roboto" panose="02000000000000000000" pitchFamily="2" charset="0"/>
                </a:rPr>
                <a:t>Eduacation</a:t>
              </a:r>
              <a:r>
                <a:rPr lang="en-AU" sz="1200" b="1" dirty="0">
                  <a:solidFill>
                    <a:srgbClr val="A93584"/>
                  </a:solidFill>
                  <a:latin typeface="Roboto" panose="02000000000000000000" pitchFamily="2" charset="0"/>
                  <a:ea typeface="Roboto" panose="02000000000000000000" pitchFamily="2" charset="0"/>
                </a:rPr>
                <a:t> Organisation – Data Engineer</a:t>
              </a:r>
            </a:p>
            <a:p>
              <a:endParaRPr lang="en-AU" sz="1200" b="1" dirty="0">
                <a:solidFill>
                  <a:srgbClr val="A93584"/>
                </a:solidFill>
                <a:latin typeface="Roboto" panose="02000000000000000000" pitchFamily="2" charset="0"/>
                <a:ea typeface="Roboto" panose="02000000000000000000" pitchFamily="2" charset="0"/>
              </a:endParaRPr>
            </a:p>
          </p:txBody>
        </p:sp>
        <p:grpSp>
          <p:nvGrpSpPr>
            <p:cNvPr id="52" name="Group 51">
              <a:extLst>
                <a:ext uri="{FF2B5EF4-FFF2-40B4-BE49-F238E27FC236}">
                  <a16:creationId xmlns:a16="http://schemas.microsoft.com/office/drawing/2014/main" id="{E52FDF9F-B084-9074-7DB9-539AD5456487}"/>
                </a:ext>
              </a:extLst>
            </p:cNvPr>
            <p:cNvGrpSpPr/>
            <p:nvPr/>
          </p:nvGrpSpPr>
          <p:grpSpPr>
            <a:xfrm>
              <a:off x="3428144" y="5326649"/>
              <a:ext cx="4581264" cy="1938992"/>
              <a:chOff x="5030740" y="2225627"/>
              <a:chExt cx="4893498" cy="1938992"/>
            </a:xfrm>
          </p:grpSpPr>
          <p:sp>
            <p:nvSpPr>
              <p:cNvPr id="53" name="TextBox 52">
                <a:extLst>
                  <a:ext uri="{FF2B5EF4-FFF2-40B4-BE49-F238E27FC236}">
                    <a16:creationId xmlns:a16="http://schemas.microsoft.com/office/drawing/2014/main" id="{06312B81-BCF1-2796-C112-3DBE0E02F483}"/>
                  </a:ext>
                </a:extLst>
              </p:cNvPr>
              <p:cNvSpPr txBox="1"/>
              <p:nvPr/>
            </p:nvSpPr>
            <p:spPr>
              <a:xfrm>
                <a:off x="5059474" y="2225627"/>
                <a:ext cx="4864764" cy="193899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a:buSzPts val="1000"/>
                  <a:tabLst>
                    <a:tab pos="457200" algn="l"/>
                  </a:tabLst>
                </a:pPr>
                <a:r>
                  <a:rPr lang="en-AU" sz="1000" dirty="0"/>
                  <a:t>Built, maintained and optimised ETLs to populate Oracle Data Warehouse and propagation layers with reference to student and external organisations </a:t>
                </a:r>
              </a:p>
              <a:p>
                <a:pPr>
                  <a:buSzPts val="1000"/>
                  <a:tabLst>
                    <a:tab pos="457200" algn="l"/>
                  </a:tabLst>
                </a:pPr>
                <a:r>
                  <a:rPr lang="en-AU" sz="1000" dirty="0"/>
                  <a:t>Used Insight Engine ETL tool for generation of packages and performed all necessary data transformations to populate data into a warehouse structure optimised for reporting</a:t>
                </a:r>
              </a:p>
              <a:p>
                <a:pPr>
                  <a:buSzPts val="1000"/>
                  <a:tabLst>
                    <a:tab pos="457200" algn="l"/>
                  </a:tabLst>
                </a:pPr>
                <a:r>
                  <a:rPr lang="en-AU" sz="1000" dirty="0"/>
                  <a:t>Provided guidelines and best practices in ETL development</a:t>
                </a:r>
              </a:p>
              <a:p>
                <a:pPr>
                  <a:buSzPts val="1000"/>
                  <a:tabLst>
                    <a:tab pos="457200" algn="l"/>
                  </a:tabLst>
                </a:pPr>
                <a:r>
                  <a:rPr lang="en-AU" sz="1000" dirty="0"/>
                  <a:t>Performed and automated unit and regression tests using </a:t>
                </a:r>
                <a:r>
                  <a:rPr lang="en-AU" sz="1000" dirty="0" err="1"/>
                  <a:t>DbFit</a:t>
                </a:r>
                <a:r>
                  <a:rPr lang="en-AU" sz="1000" dirty="0"/>
                  <a:t> framework</a:t>
                </a:r>
              </a:p>
              <a:p>
                <a:pPr>
                  <a:buSzPts val="1000"/>
                  <a:tabLst>
                    <a:tab pos="457200" algn="l"/>
                  </a:tabLst>
                </a:pPr>
                <a:r>
                  <a:rPr lang="en-AU" sz="1000" dirty="0"/>
                  <a:t>Used Linux in conjunction with GitLab for code maintenance/version control and migration of code between various environments (DEV/TEST/UAT)</a:t>
                </a:r>
              </a:p>
              <a:p>
                <a:pPr>
                  <a:buSzPts val="1000"/>
                  <a:tabLst>
                    <a:tab pos="457200" algn="l"/>
                  </a:tabLst>
                </a:pPr>
                <a:r>
                  <a:rPr lang="en-AU" sz="1000" dirty="0"/>
                  <a:t>Participated in Agile standup meetings, proactively shared knowledge with other team members, updated and documented procedures and solutions</a:t>
                </a:r>
              </a:p>
              <a:p>
                <a:pPr>
                  <a:buSzPts val="1000"/>
                  <a:tabLst>
                    <a:tab pos="457200" algn="l"/>
                  </a:tabLst>
                </a:pPr>
                <a:endParaRPr lang="en-AU" sz="1000" dirty="0"/>
              </a:p>
            </p:txBody>
          </p:sp>
          <p:cxnSp>
            <p:nvCxnSpPr>
              <p:cNvPr id="54" name="Straight Connector 53">
                <a:extLst>
                  <a:ext uri="{FF2B5EF4-FFF2-40B4-BE49-F238E27FC236}">
                    <a16:creationId xmlns:a16="http://schemas.microsoft.com/office/drawing/2014/main" id="{F87F05F2-DA4C-4F55-A5D0-1887110DF155}"/>
                  </a:ext>
                </a:extLst>
              </p:cNvPr>
              <p:cNvCxnSpPr>
                <a:cxnSpLocks/>
              </p:cNvCxnSpPr>
              <p:nvPr/>
            </p:nvCxnSpPr>
            <p:spPr>
              <a:xfrm>
                <a:off x="5030740" y="2294036"/>
                <a:ext cx="0" cy="1676819"/>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grpSp>
      <p:sp>
        <p:nvSpPr>
          <p:cNvPr id="59" name="TextBox 58">
            <a:extLst>
              <a:ext uri="{FF2B5EF4-FFF2-40B4-BE49-F238E27FC236}">
                <a16:creationId xmlns:a16="http://schemas.microsoft.com/office/drawing/2014/main" id="{80F49B2F-21D4-F9EB-049F-717A10CB7D84}"/>
              </a:ext>
            </a:extLst>
          </p:cNvPr>
          <p:cNvSpPr txBox="1"/>
          <p:nvPr/>
        </p:nvSpPr>
        <p:spPr>
          <a:xfrm>
            <a:off x="131065" y="5747849"/>
            <a:ext cx="1658819"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Business Intelligence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ETL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Big Data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Cloud Data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Pipeline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Testing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Database Design</a:t>
            </a:r>
          </a:p>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e52cd9e7-35e5-4bd3-9cab-ca6a63c31e52">
      <UserInfo>
        <DisplayName>Joel Collins</DisplayName>
        <AccountId>13</AccountId>
        <AccountType/>
      </UserInfo>
      <UserInfo>
        <DisplayName>Darcy Roach</DisplayName>
        <AccountId>14</AccountId>
        <AccountType/>
      </UserInfo>
    </SharedWithUsers>
  </documentManagement>
</p:properties>
</file>

<file path=customXml/itemProps1.xml><?xml version="1.0" encoding="utf-8"?>
<ds:datastoreItem xmlns:ds="http://schemas.openxmlformats.org/officeDocument/2006/customXml" ds:itemID="{05604DA7-C5E1-49DD-8C41-CCB449994644}">
  <ds:schemaRefs>
    <ds:schemaRef ds:uri="http://schemas.microsoft.com/sharepoint/v3/contenttype/forms"/>
  </ds:schemaRefs>
</ds:datastoreItem>
</file>

<file path=customXml/itemProps2.xml><?xml version="1.0" encoding="utf-8"?>
<ds:datastoreItem xmlns:ds="http://schemas.openxmlformats.org/officeDocument/2006/customXml" ds:itemID="{218F0E39-3AA7-487B-AA1E-C19F8BCA1F1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af93972-1964-4522-aa34-640805a01c3a"/>
    <ds:schemaRef ds:uri="e52cd9e7-35e5-4bd3-9cab-ca6a63c31e5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DED3751-8046-450E-BBF0-0C652FE3CD2B}">
  <ds:schemaRefs>
    <ds:schemaRef ds:uri="http://schemas.microsoft.com/office/2006/documentManagement/types"/>
    <ds:schemaRef ds:uri="http://purl.org/dc/dcmitype/"/>
    <ds:schemaRef ds:uri="daf93972-1964-4522-aa34-640805a01c3a"/>
    <ds:schemaRef ds:uri="http://schemas.microsoft.com/office/2006/metadata/properties"/>
    <ds:schemaRef ds:uri="http://www.w3.org/XML/1998/namespace"/>
    <ds:schemaRef ds:uri="http://schemas.openxmlformats.org/package/2006/metadata/core-properties"/>
    <ds:schemaRef ds:uri="http://purl.org/dc/elements/1.1/"/>
    <ds:schemaRef ds:uri="http://schemas.microsoft.com/office/infopath/2007/PartnerControls"/>
    <ds:schemaRef ds:uri="e52cd9e7-35e5-4bd3-9cab-ca6a63c31e52"/>
    <ds:schemaRef ds:uri="http://purl.org/dc/terms/"/>
  </ds:schemaRefs>
</ds:datastoreItem>
</file>

<file path=docProps/app.xml><?xml version="1.0" encoding="utf-8"?>
<Properties xmlns="http://schemas.openxmlformats.org/officeDocument/2006/extended-properties" xmlns:vt="http://schemas.openxmlformats.org/officeDocument/2006/docPropsVTypes">
  <Template>Office Theme</Template>
  <TotalTime>22323</TotalTime>
  <Words>592</Words>
  <Application>Microsoft Office PowerPoint</Application>
  <PresentationFormat>Custom</PresentationFormat>
  <Paragraphs>72</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Libre Caslon Text</vt:lpstr>
      <vt:lpstr>Roboto</vt:lpstr>
      <vt:lpstr>Roboto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99</cp:revision>
  <dcterms:created xsi:type="dcterms:W3CDTF">2019-12-03T01:50:37Z</dcterms:created>
  <dcterms:modified xsi:type="dcterms:W3CDTF">2024-05-23T05:18:38Z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