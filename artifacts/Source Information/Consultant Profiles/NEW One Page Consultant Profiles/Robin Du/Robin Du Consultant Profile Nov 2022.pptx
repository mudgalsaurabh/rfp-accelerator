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3584"/>
    <a:srgbClr val="0F2B3F"/>
    <a:srgbClr val="0059FF"/>
    <a:srgbClr val="00AB8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60A01-16C4-A3B1-A629-F43389500694}" v="103" dt="2025-02-26T00:38:40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2"/>
    <p:restoredTop sz="96357" autoAdjust="0"/>
  </p:normalViewPr>
  <p:slideViewPr>
    <p:cSldViewPr snapToGrid="0">
      <p:cViewPr varScale="1">
        <p:scale>
          <a:sx n="101" d="100"/>
          <a:sy n="101" d="100"/>
        </p:scale>
        <p:origin x="1686" y="-18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F2610D1A-6CA6-4BC8-A935-29CAC3A4F448}"/>
    <pc:docChg chg="undo custSel modSld">
      <pc:chgData name="Darcy Roach" userId="ba676ee9-e9b4-49e8-a515-8077106c948d" providerId="ADAL" clId="{F2610D1A-6CA6-4BC8-A935-29CAC3A4F448}" dt="2024-02-06T22:26:17.078" v="82" actId="20577"/>
      <pc:docMkLst>
        <pc:docMk/>
      </pc:docMkLst>
      <pc:sldChg chg="modSp mod">
        <pc:chgData name="Darcy Roach" userId="ba676ee9-e9b4-49e8-a515-8077106c948d" providerId="ADAL" clId="{F2610D1A-6CA6-4BC8-A935-29CAC3A4F448}" dt="2024-02-06T22:26:17.078" v="82" actId="20577"/>
        <pc:sldMkLst>
          <pc:docMk/>
          <pc:sldMk cId="2009923557" sldId="270"/>
        </pc:sldMkLst>
        <pc:spChg chg="mod">
          <ac:chgData name="Darcy Roach" userId="ba676ee9-e9b4-49e8-a515-8077106c948d" providerId="ADAL" clId="{F2610D1A-6CA6-4BC8-A935-29CAC3A4F448}" dt="2024-02-06T22:23:04.433" v="29" actId="1076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F2610D1A-6CA6-4BC8-A935-29CAC3A4F448}" dt="2024-02-06T22:25:46.934" v="78" actId="20577"/>
          <ac:spMkLst>
            <pc:docMk/>
            <pc:sldMk cId="2009923557" sldId="270"/>
            <ac:spMk id="8" creationId="{59FEB941-5146-6B10-4E4D-8A4ADE918AEF}"/>
          </ac:spMkLst>
        </pc:spChg>
        <pc:spChg chg="mod">
          <ac:chgData name="Darcy Roach" userId="ba676ee9-e9b4-49e8-a515-8077106c948d" providerId="ADAL" clId="{F2610D1A-6CA6-4BC8-A935-29CAC3A4F448}" dt="2024-02-06T22:26:17.078" v="82" actId="20577"/>
          <ac:spMkLst>
            <pc:docMk/>
            <pc:sldMk cId="2009923557" sldId="270"/>
            <ac:spMk id="19" creationId="{7513C49A-2DF2-8111-FED4-FC07A8EAD258}"/>
          </ac:spMkLst>
        </pc:spChg>
        <pc:cxnChg chg="mod">
          <ac:chgData name="Darcy Roach" userId="ba676ee9-e9b4-49e8-a515-8077106c948d" providerId="ADAL" clId="{F2610D1A-6CA6-4BC8-A935-29CAC3A4F448}" dt="2024-02-06T22:16:12.292" v="1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F2610D1A-6CA6-4BC8-A935-29CAC3A4F448}" dt="2024-02-06T22:16:20.739" v="2" actId="14100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Joel Collins" userId="S::joel.collins@intelia.com.au::d3ae1526-77cd-4d01-b42b-68ae1cb060b9" providerId="AD" clId="Web-{ECF60A01-16C4-A3B1-A629-F43389500694}"/>
    <pc:docChg chg="modSld">
      <pc:chgData name="Joel Collins" userId="S::joel.collins@intelia.com.au::d3ae1526-77cd-4d01-b42b-68ae1cb060b9" providerId="AD" clId="Web-{ECF60A01-16C4-A3B1-A629-F43389500694}" dt="2025-02-26T00:38:38.513" v="48" actId="20577"/>
      <pc:docMkLst>
        <pc:docMk/>
      </pc:docMkLst>
      <pc:sldChg chg="modSp">
        <pc:chgData name="Joel Collins" userId="S::joel.collins@intelia.com.au::d3ae1526-77cd-4d01-b42b-68ae1cb060b9" providerId="AD" clId="Web-{ECF60A01-16C4-A3B1-A629-F43389500694}" dt="2025-02-26T00:38:38.513" v="48" actId="20577"/>
        <pc:sldMkLst>
          <pc:docMk/>
          <pc:sldMk cId="2009923557" sldId="270"/>
        </pc:sldMkLst>
        <pc:spChg chg="mod">
          <ac:chgData name="Joel Collins" userId="S::joel.collins@intelia.com.au::d3ae1526-77cd-4d01-b42b-68ae1cb060b9" providerId="AD" clId="Web-{ECF60A01-16C4-A3B1-A629-F43389500694}" dt="2025-02-26T00:37:57.589" v="22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Joel Collins" userId="S::joel.collins@intelia.com.au::d3ae1526-77cd-4d01-b42b-68ae1cb060b9" providerId="AD" clId="Web-{ECF60A01-16C4-A3B1-A629-F43389500694}" dt="2025-02-26T00:38:38.513" v="48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Joel Collins" userId="S::joel.collins@intelia.com.au::d3ae1526-77cd-4d01-b42b-68ae1cb060b9" providerId="AD" clId="Web-{ECF60A01-16C4-A3B1-A629-F43389500694}" dt="2025-02-26T00:38:19.590" v="44" actId="20577"/>
          <ac:spMkLst>
            <pc:docMk/>
            <pc:sldMk cId="2009923557" sldId="270"/>
            <ac:spMk id="38" creationId="{AB47A2EE-BF0B-DB05-8B7C-DB6594B2B3D5}"/>
          </ac:spMkLst>
        </pc:spChg>
      </pc:sldChg>
    </pc:docChg>
  </pc:docChgLst>
  <pc:docChgLst>
    <pc:chgData name="Darcy Roach" userId="ba676ee9-e9b4-49e8-a515-8077106c948d" providerId="ADAL" clId="{9D62BDA5-A3EF-4A4A-ACBC-E6D29248C825}"/>
    <pc:docChg chg="undo custSel modSld">
      <pc:chgData name="Darcy Roach" userId="ba676ee9-e9b4-49e8-a515-8077106c948d" providerId="ADAL" clId="{9D62BDA5-A3EF-4A4A-ACBC-E6D29248C825}" dt="2023-01-09T22:47:51.838" v="642" actId="14100"/>
      <pc:docMkLst>
        <pc:docMk/>
      </pc:docMkLst>
      <pc:sldChg chg="addSp delSp modSp mod">
        <pc:chgData name="Darcy Roach" userId="ba676ee9-e9b4-49e8-a515-8077106c948d" providerId="ADAL" clId="{9D62BDA5-A3EF-4A4A-ACBC-E6D29248C825}" dt="2023-01-09T22:47:51.838" v="642" actId="14100"/>
        <pc:sldMkLst>
          <pc:docMk/>
          <pc:sldMk cId="2009923557" sldId="270"/>
        </pc:sldMkLst>
        <pc:spChg chg="mod">
          <ac:chgData name="Darcy Roach" userId="ba676ee9-e9b4-49e8-a515-8077106c948d" providerId="ADAL" clId="{9D62BDA5-A3EF-4A4A-ACBC-E6D29248C825}" dt="2023-01-09T22:47:37.956" v="641" actId="1076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9D62BDA5-A3EF-4A4A-ACBC-E6D29248C825}" dt="2023-01-09T22:47:37.956" v="641" actId="1076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9D62BDA5-A3EF-4A4A-ACBC-E6D29248C825}" dt="2023-01-09T22:47:37.956" v="641" actId="1076"/>
          <ac:spMkLst>
            <pc:docMk/>
            <pc:sldMk cId="2009923557" sldId="270"/>
            <ac:spMk id="8" creationId="{59FEB941-5146-6B10-4E4D-8A4ADE918AEF}"/>
          </ac:spMkLst>
        </pc:spChg>
        <pc:spChg chg="add del mod">
          <ac:chgData name="Darcy Roach" userId="ba676ee9-e9b4-49e8-a515-8077106c948d" providerId="ADAL" clId="{9D62BDA5-A3EF-4A4A-ACBC-E6D29248C825}" dt="2023-01-09T22:40:13.355" v="548" actId="478"/>
          <ac:spMkLst>
            <pc:docMk/>
            <pc:sldMk cId="2009923557" sldId="270"/>
            <ac:spMk id="12" creationId="{80B1ACDE-A4CB-19AE-8210-6CE81C79E271}"/>
          </ac:spMkLst>
        </pc:spChg>
        <pc:spChg chg="del mod">
          <ac:chgData name="Darcy Roach" userId="ba676ee9-e9b4-49e8-a515-8077106c948d" providerId="ADAL" clId="{9D62BDA5-A3EF-4A4A-ACBC-E6D29248C825}" dt="2023-01-09T22:40:15.184" v="549" actId="478"/>
          <ac:spMkLst>
            <pc:docMk/>
            <pc:sldMk cId="2009923557" sldId="270"/>
            <ac:spMk id="16" creationId="{6F50168B-02F5-25E3-4E01-B6E6FB2DABBE}"/>
          </ac:spMkLst>
        </pc:spChg>
        <pc:spChg chg="mod">
          <ac:chgData name="Darcy Roach" userId="ba676ee9-e9b4-49e8-a515-8077106c948d" providerId="ADAL" clId="{9D62BDA5-A3EF-4A4A-ACBC-E6D29248C825}" dt="2023-01-09T22:39:43.713" v="547" actId="20577"/>
          <ac:spMkLst>
            <pc:docMk/>
            <pc:sldMk cId="2009923557" sldId="270"/>
            <ac:spMk id="17" creationId="{1BDE5051-9F34-F139-742D-4450E5D6591E}"/>
          </ac:spMkLst>
        </pc:spChg>
        <pc:spChg chg="del">
          <ac:chgData name="Darcy Roach" userId="ba676ee9-e9b4-49e8-a515-8077106c948d" providerId="ADAL" clId="{9D62BDA5-A3EF-4A4A-ACBC-E6D29248C825}" dt="2023-01-09T22:21:02.118" v="65" actId="21"/>
          <ac:spMkLst>
            <pc:docMk/>
            <pc:sldMk cId="2009923557" sldId="270"/>
            <ac:spMk id="18" creationId="{87D9D73D-9C4A-8F16-BF24-357D6D192851}"/>
          </ac:spMkLst>
        </pc:spChg>
        <pc:spChg chg="mod">
          <ac:chgData name="Darcy Roach" userId="ba676ee9-e9b4-49e8-a515-8077106c948d" providerId="ADAL" clId="{9D62BDA5-A3EF-4A4A-ACBC-E6D29248C825}" dt="2023-01-09T22:47:51.838" v="642" actId="14100"/>
          <ac:spMkLst>
            <pc:docMk/>
            <pc:sldMk cId="2009923557" sldId="270"/>
            <ac:spMk id="19" creationId="{7513C49A-2DF2-8111-FED4-FC07A8EAD258}"/>
          </ac:spMkLst>
        </pc:spChg>
        <pc:spChg chg="add mod">
          <ac:chgData name="Darcy Roach" userId="ba676ee9-e9b4-49e8-a515-8077106c948d" providerId="ADAL" clId="{9D62BDA5-A3EF-4A4A-ACBC-E6D29248C825}" dt="2023-01-09T22:21:12.656" v="67"/>
          <ac:spMkLst>
            <pc:docMk/>
            <pc:sldMk cId="2009923557" sldId="270"/>
            <ac:spMk id="24" creationId="{FCDB6750-668E-B3E9-076C-0C6B9CB18A0B}"/>
          </ac:spMkLst>
        </pc:spChg>
        <pc:spChg chg="mod">
          <ac:chgData name="Darcy Roach" userId="ba676ee9-e9b4-49e8-a515-8077106c948d" providerId="ADAL" clId="{9D62BDA5-A3EF-4A4A-ACBC-E6D29248C825}" dt="2023-01-09T22:47:37.956" v="641" actId="1076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9D62BDA5-A3EF-4A4A-ACBC-E6D29248C825}" dt="2023-01-09T22:20:49.714" v="64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9D62BDA5-A3EF-4A4A-ACBC-E6D29248C825}" dt="2023-01-09T22:21:10.836" v="66" actId="1076"/>
          <ac:spMkLst>
            <pc:docMk/>
            <pc:sldMk cId="2009923557" sldId="270"/>
            <ac:spMk id="39" creationId="{3EA81938-6A76-B850-B0E8-A5F905AEBA98}"/>
          </ac:spMkLst>
        </pc:spChg>
        <pc:grpChg chg="mod">
          <ac:chgData name="Darcy Roach" userId="ba676ee9-e9b4-49e8-a515-8077106c948d" providerId="ADAL" clId="{9D62BDA5-A3EF-4A4A-ACBC-E6D29248C825}" dt="2023-01-09T22:21:10.836" v="66" actId="1076"/>
          <ac:grpSpMkLst>
            <pc:docMk/>
            <pc:sldMk cId="2009923557" sldId="270"/>
            <ac:grpSpMk id="5" creationId="{980A06B1-0A2F-7DF6-91DB-0F6DFA896A23}"/>
          </ac:grpSpMkLst>
        </pc:grpChg>
        <pc:grpChg chg="mod">
          <ac:chgData name="Darcy Roach" userId="ba676ee9-e9b4-49e8-a515-8077106c948d" providerId="ADAL" clId="{9D62BDA5-A3EF-4A4A-ACBC-E6D29248C825}" dt="2023-01-09T22:47:37.956" v="641" actId="1076"/>
          <ac:grpSpMkLst>
            <pc:docMk/>
            <pc:sldMk cId="2009923557" sldId="270"/>
            <ac:grpSpMk id="30" creationId="{ACD2680A-F15D-AD24-5156-206DB58C5B8F}"/>
          </ac:grpSpMkLst>
        </pc:grpChg>
        <pc:cxnChg chg="mod">
          <ac:chgData name="Darcy Roach" userId="ba676ee9-e9b4-49e8-a515-8077106c948d" providerId="ADAL" clId="{9D62BDA5-A3EF-4A4A-ACBC-E6D29248C825}" dt="2023-01-09T22:47:37.956" v="641" actId="1076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9D62BDA5-A3EF-4A4A-ACBC-E6D29248C825}" dt="2023-01-09T22:47:37.956" v="641" actId="1076"/>
          <ac:cxnSpMkLst>
            <pc:docMk/>
            <pc:sldMk cId="2009923557" sldId="270"/>
            <ac:cxnSpMk id="21" creationId="{B0913DE4-461D-CE43-AABC-C4B3D7D22F45}"/>
          </ac:cxnSpMkLst>
        </pc:cxnChg>
      </pc:sldChg>
    </pc:docChg>
  </pc:docChgLst>
  <pc:docChgLst>
    <pc:chgData name="Darcy Roach" userId="ba676ee9-e9b4-49e8-a515-8077106c948d" providerId="ADAL" clId="{5D7F50CE-D223-472F-B357-A6C8BC8802C3}"/>
    <pc:docChg chg="undo custSel modSld">
      <pc:chgData name="Darcy Roach" userId="ba676ee9-e9b4-49e8-a515-8077106c948d" providerId="ADAL" clId="{5D7F50CE-D223-472F-B357-A6C8BC8802C3}" dt="2022-12-06T04:30:33.557" v="1053" actId="478"/>
      <pc:docMkLst>
        <pc:docMk/>
      </pc:docMkLst>
      <pc:sldChg chg="addSp delSp modSp mod">
        <pc:chgData name="Darcy Roach" userId="ba676ee9-e9b4-49e8-a515-8077106c948d" providerId="ADAL" clId="{5D7F50CE-D223-472F-B357-A6C8BC8802C3}" dt="2022-12-06T04:30:33.557" v="1053" actId="478"/>
        <pc:sldMkLst>
          <pc:docMk/>
          <pc:sldMk cId="2009923557" sldId="270"/>
        </pc:sldMkLst>
        <pc:spChg chg="mod">
          <ac:chgData name="Darcy Roach" userId="ba676ee9-e9b4-49e8-a515-8077106c948d" providerId="ADAL" clId="{5D7F50CE-D223-472F-B357-A6C8BC8802C3}" dt="2022-12-06T02:36:55.159" v="934" actId="20577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5D7F50CE-D223-472F-B357-A6C8BC8802C3}" dt="2022-12-06T00:07:31.060" v="225" actId="20577"/>
          <ac:spMkLst>
            <pc:docMk/>
            <pc:sldMk cId="2009923557" sldId="270"/>
            <ac:spMk id="4" creationId="{80F49B2F-21D4-F9EB-049F-717A10CB7D84}"/>
          </ac:spMkLst>
        </pc:spChg>
        <pc:spChg chg="mod">
          <ac:chgData name="Darcy Roach" userId="ba676ee9-e9b4-49e8-a515-8077106c948d" providerId="ADAL" clId="{5D7F50CE-D223-472F-B357-A6C8BC8802C3}" dt="2022-12-06T02:16:05.170" v="770" actId="20577"/>
          <ac:spMkLst>
            <pc:docMk/>
            <pc:sldMk cId="2009923557" sldId="270"/>
            <ac:spMk id="6" creationId="{701E125D-B356-8A2A-B86B-AB6567CEABE1}"/>
          </ac:spMkLst>
        </pc:spChg>
        <pc:spChg chg="mod">
          <ac:chgData name="Darcy Roach" userId="ba676ee9-e9b4-49e8-a515-8077106c948d" providerId="ADAL" clId="{5D7F50CE-D223-472F-B357-A6C8BC8802C3}" dt="2022-12-06T02:18:23.353" v="815" actId="20577"/>
          <ac:spMkLst>
            <pc:docMk/>
            <pc:sldMk cId="2009923557" sldId="270"/>
            <ac:spMk id="8" creationId="{59FEB941-5146-6B10-4E4D-8A4ADE918AEF}"/>
          </ac:spMkLst>
        </pc:spChg>
        <pc:spChg chg="add del mod">
          <ac:chgData name="Darcy Roach" userId="ba676ee9-e9b4-49e8-a515-8077106c948d" providerId="ADAL" clId="{5D7F50CE-D223-472F-B357-A6C8BC8802C3}" dt="2022-12-06T00:38:17.481" v="695" actId="21"/>
          <ac:spMkLst>
            <pc:docMk/>
            <pc:sldMk cId="2009923557" sldId="270"/>
            <ac:spMk id="9" creationId="{9A9C1BCC-EA59-2697-978C-9E088C0957A8}"/>
          </ac:spMkLst>
        </pc:spChg>
        <pc:spChg chg="add del mod">
          <ac:chgData name="Darcy Roach" userId="ba676ee9-e9b4-49e8-a515-8077106c948d" providerId="ADAL" clId="{5D7F50CE-D223-472F-B357-A6C8BC8802C3}" dt="2022-12-06T00:23:17.009" v="455" actId="21"/>
          <ac:spMkLst>
            <pc:docMk/>
            <pc:sldMk cId="2009923557" sldId="270"/>
            <ac:spMk id="9" creationId="{AA47002B-7F6C-A1B1-09E7-2B591A493CD5}"/>
          </ac:spMkLst>
        </pc:spChg>
        <pc:spChg chg="mod">
          <ac:chgData name="Darcy Roach" userId="ba676ee9-e9b4-49e8-a515-8077106c948d" providerId="ADAL" clId="{5D7F50CE-D223-472F-B357-A6C8BC8802C3}" dt="2022-12-06T02:41:03.269" v="1031" actId="20577"/>
          <ac:spMkLst>
            <pc:docMk/>
            <pc:sldMk cId="2009923557" sldId="270"/>
            <ac:spMk id="10" creationId="{06312B81-BCF1-2796-C112-3DBE0E02F483}"/>
          </ac:spMkLst>
        </pc:spChg>
        <pc:spChg chg="add del mod">
          <ac:chgData name="Darcy Roach" userId="ba676ee9-e9b4-49e8-a515-8077106c948d" providerId="ADAL" clId="{5D7F50CE-D223-472F-B357-A6C8BC8802C3}" dt="2022-12-06T00:38:02.125" v="692" actId="21"/>
          <ac:spMkLst>
            <pc:docMk/>
            <pc:sldMk cId="2009923557" sldId="270"/>
            <ac:spMk id="12" creationId="{A7E13838-9926-3D44-6276-10A8C4F206EF}"/>
          </ac:spMkLst>
        </pc:spChg>
        <pc:spChg chg="mod">
          <ac:chgData name="Darcy Roach" userId="ba676ee9-e9b4-49e8-a515-8077106c948d" providerId="ADAL" clId="{5D7F50CE-D223-472F-B357-A6C8BC8802C3}" dt="2022-12-05T23:13:32.423" v="19" actId="20577"/>
          <ac:spMkLst>
            <pc:docMk/>
            <pc:sldMk cId="2009923557" sldId="270"/>
            <ac:spMk id="13" creationId="{FD2720C9-A79F-BD7F-E179-674AD67D7892}"/>
          </ac:spMkLst>
        </pc:spChg>
        <pc:spChg chg="mod">
          <ac:chgData name="Darcy Roach" userId="ba676ee9-e9b4-49e8-a515-8077106c948d" providerId="ADAL" clId="{5D7F50CE-D223-472F-B357-A6C8BC8802C3}" dt="2022-12-05T23:40:01.551" v="59" actId="20577"/>
          <ac:spMkLst>
            <pc:docMk/>
            <pc:sldMk cId="2009923557" sldId="270"/>
            <ac:spMk id="17" creationId="{1BDE5051-9F34-F139-742D-4450E5D6591E}"/>
          </ac:spMkLst>
        </pc:spChg>
        <pc:spChg chg="add mod">
          <ac:chgData name="Darcy Roach" userId="ba676ee9-e9b4-49e8-a515-8077106c948d" providerId="ADAL" clId="{5D7F50CE-D223-472F-B357-A6C8BC8802C3}" dt="2022-12-06T00:38:50.113" v="699" actId="20577"/>
          <ac:spMkLst>
            <pc:docMk/>
            <pc:sldMk cId="2009923557" sldId="270"/>
            <ac:spMk id="18" creationId="{87D9D73D-9C4A-8F16-BF24-357D6D192851}"/>
          </ac:spMkLst>
        </pc:spChg>
        <pc:spChg chg="mod">
          <ac:chgData name="Darcy Roach" userId="ba676ee9-e9b4-49e8-a515-8077106c948d" providerId="ADAL" clId="{5D7F50CE-D223-472F-B357-A6C8BC8802C3}" dt="2022-12-06T02:13:49.594" v="708" actId="20577"/>
          <ac:spMkLst>
            <pc:docMk/>
            <pc:sldMk cId="2009923557" sldId="270"/>
            <ac:spMk id="22" creationId="{9D4E289E-1D52-CBDD-E381-40963429D7F1}"/>
          </ac:spMkLst>
        </pc:spChg>
        <pc:spChg chg="del mod">
          <ac:chgData name="Darcy Roach" userId="ba676ee9-e9b4-49e8-a515-8077106c948d" providerId="ADAL" clId="{5D7F50CE-D223-472F-B357-A6C8BC8802C3}" dt="2022-12-06T00:22:47.165" v="442" actId="21"/>
          <ac:spMkLst>
            <pc:docMk/>
            <pc:sldMk cId="2009923557" sldId="270"/>
            <ac:spMk id="24" creationId="{6D5DFA85-D4E3-9A31-114D-6046DC0103BB}"/>
          </ac:spMkLst>
        </pc:spChg>
        <pc:spChg chg="mod">
          <ac:chgData name="Darcy Roach" userId="ba676ee9-e9b4-49e8-a515-8077106c948d" providerId="ADAL" clId="{5D7F50CE-D223-472F-B357-A6C8BC8802C3}" dt="2022-12-06T00:17:26.948" v="318" actId="20577"/>
          <ac:spMkLst>
            <pc:docMk/>
            <pc:sldMk cId="2009923557" sldId="270"/>
            <ac:spMk id="26" creationId="{1A3D666D-00C8-D106-73C3-9FF300F8618C}"/>
          </ac:spMkLst>
        </pc:spChg>
        <pc:spChg chg="mod">
          <ac:chgData name="Darcy Roach" userId="ba676ee9-e9b4-49e8-a515-8077106c948d" providerId="ADAL" clId="{5D7F50CE-D223-472F-B357-A6C8BC8802C3}" dt="2022-12-06T00:35:07.393" v="691" actId="20577"/>
          <ac:spMkLst>
            <pc:docMk/>
            <pc:sldMk cId="2009923557" sldId="270"/>
            <ac:spMk id="38" creationId="{AB47A2EE-BF0B-DB05-8B7C-DB6594B2B3D5}"/>
          </ac:spMkLst>
        </pc:spChg>
        <pc:spChg chg="mod">
          <ac:chgData name="Darcy Roach" userId="ba676ee9-e9b4-49e8-a515-8077106c948d" providerId="ADAL" clId="{5D7F50CE-D223-472F-B357-A6C8BC8802C3}" dt="2022-12-06T00:38:59.876" v="700" actId="1076"/>
          <ac:spMkLst>
            <pc:docMk/>
            <pc:sldMk cId="2009923557" sldId="270"/>
            <ac:spMk id="39" creationId="{3EA81938-6A76-B850-B0E8-A5F905AEBA98}"/>
          </ac:spMkLst>
        </pc:spChg>
        <pc:grpChg chg="mod">
          <ac:chgData name="Darcy Roach" userId="ba676ee9-e9b4-49e8-a515-8077106c948d" providerId="ADAL" clId="{5D7F50CE-D223-472F-B357-A6C8BC8802C3}" dt="2022-12-06T00:38:59.876" v="700" actId="1076"/>
          <ac:grpSpMkLst>
            <pc:docMk/>
            <pc:sldMk cId="2009923557" sldId="270"/>
            <ac:grpSpMk id="5" creationId="{980A06B1-0A2F-7DF6-91DB-0F6DFA896A23}"/>
          </ac:grpSpMkLst>
        </pc:grpChg>
        <pc:grpChg chg="add mod">
          <ac:chgData name="Darcy Roach" userId="ba676ee9-e9b4-49e8-a515-8077106c948d" providerId="ADAL" clId="{5D7F50CE-D223-472F-B357-A6C8BC8802C3}" dt="2022-12-06T02:31:34.042" v="821" actId="1076"/>
          <ac:grpSpMkLst>
            <pc:docMk/>
            <pc:sldMk cId="2009923557" sldId="270"/>
            <ac:grpSpMk id="30" creationId="{ACD2680A-F15D-AD24-5156-206DB58C5B8F}"/>
          </ac:grpSpMkLst>
        </pc:grpChg>
        <pc:picChg chg="add del mod">
          <ac:chgData name="Darcy Roach" userId="ba676ee9-e9b4-49e8-a515-8077106c948d" providerId="ADAL" clId="{5D7F50CE-D223-472F-B357-A6C8BC8802C3}" dt="2022-12-06T04:30:33.557" v="1053" actId="478"/>
          <ac:picMkLst>
            <pc:docMk/>
            <pc:sldMk cId="2009923557" sldId="270"/>
            <ac:picMk id="1026" creationId="{FC2317DE-3A21-5DA0-2ABE-9EDFB1D6B46D}"/>
          </ac:picMkLst>
        </pc:picChg>
        <pc:cxnChg chg="mod">
          <ac:chgData name="Darcy Roach" userId="ba676ee9-e9b4-49e8-a515-8077106c948d" providerId="ADAL" clId="{5D7F50CE-D223-472F-B357-A6C8BC8802C3}" dt="2022-12-06T02:31:18.478" v="819" actId="14100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5D7F50CE-D223-472F-B357-A6C8BC8802C3}" dt="2022-12-06T02:41:45.562" v="1032" actId="14100"/>
          <ac:cxnSpMkLst>
            <pc:docMk/>
            <pc:sldMk cId="2009923557" sldId="270"/>
            <ac:cxnSpMk id="15" creationId="{F87F05F2-DA4C-4F55-A5D0-1887110DF155}"/>
          </ac:cxnSpMkLst>
        </pc:cxnChg>
        <pc:cxnChg chg="mod">
          <ac:chgData name="Darcy Roach" userId="ba676ee9-e9b4-49e8-a515-8077106c948d" providerId="ADAL" clId="{5D7F50CE-D223-472F-B357-A6C8BC8802C3}" dt="2022-12-06T00:39:07.006" v="701" actId="14100"/>
          <ac:cxnSpMkLst>
            <pc:docMk/>
            <pc:sldMk cId="2009923557" sldId="270"/>
            <ac:cxnSpMk id="170" creationId="{0D51728F-48BB-14BB-256E-5F0C0284BCD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25629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Robin 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250509" y="1587858"/>
            <a:ext cx="2868270" cy="40620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Robin is a highly skilled Senior Data Consultant with over 12 years of experience and a unique hybrid skillset in data science, geo-analytics and</a:t>
            </a: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consulting.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Robin is a certified Google Cloud Professional Data Engineer with experience across a broad range of industries including Accounting, Telecommunications, Retail, Logistics, Utilities, Financial Services &amp; Geo-Analytics. He has expertise in Data Migration, (ETL/ELT) technologies, Python &amp; SQL,  Data Visualisation, Machine Learning &amp; Geographic Info Systems in both On-Prem &amp; Cloud environments.</a:t>
            </a:r>
          </a:p>
          <a:p>
            <a:pPr algn="l"/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 algn="l"/>
            <a:r>
              <a:rPr lang="en-AU" sz="1000" spc="13" dirty="0">
                <a:latin typeface="Roboto Light"/>
                <a:ea typeface="Roboto Light"/>
                <a:cs typeface="Lato"/>
              </a:rPr>
              <a:t>A self-driven starter with excellent team spirit Robin is the ultimate team player. </a:t>
            </a:r>
            <a:r>
              <a:rPr lang="en-US" sz="1000" spc="13" dirty="0">
                <a:latin typeface="Roboto Light"/>
                <a:ea typeface="Roboto Light"/>
                <a:cs typeface="Lato"/>
              </a:rPr>
              <a:t>Robin is a clear and innovative thinker with strong analytical and problem-solving skills coupled with well-developed and commendable work ethic. </a:t>
            </a:r>
            <a:r>
              <a:rPr lang="en-AU" sz="1000" spc="13" dirty="0">
                <a:latin typeface="Roboto Light"/>
                <a:ea typeface="Roboto Light"/>
                <a:cs typeface="Lato"/>
              </a:rPr>
              <a:t>He exhibits excellent interpersonal skills and ability to resolve complex software problems and leads teams across project life cycles to delight the customer.</a:t>
            </a:r>
          </a:p>
          <a:p>
            <a:pPr>
              <a:lnSpc>
                <a:spcPts val="1500"/>
              </a:lnSpc>
            </a:pPr>
            <a:endParaRPr lang="en-AU" sz="1000" spc="13" dirty="0">
              <a:latin typeface="Roboto Light"/>
              <a:ea typeface="Roboto Light"/>
              <a:cs typeface="Lato"/>
            </a:endParaRP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52027" y="1239722"/>
            <a:ext cx="5029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5050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11842"/>
            <a:ext cx="1510046" cy="216982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Automate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QGIS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TIBCO Spotfire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Unix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TensorFlow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/>
                <a:ea typeface="Roboto Light"/>
                <a:cs typeface="Roboto Light"/>
              </a:rPr>
              <a:t>Sap BW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  <a:cs typeface="Roboto Light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453698"/>
            <a:ext cx="0" cy="132760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CD2680A-F15D-AD24-5156-206DB58C5B8F}"/>
              </a:ext>
            </a:extLst>
          </p:cNvPr>
          <p:cNvGrpSpPr/>
          <p:nvPr/>
        </p:nvGrpSpPr>
        <p:grpSpPr>
          <a:xfrm>
            <a:off x="3428144" y="3312426"/>
            <a:ext cx="4450074" cy="1354217"/>
            <a:chOff x="3428144" y="3407535"/>
            <a:chExt cx="4450074" cy="13542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3455046" y="3407535"/>
              <a:ext cx="4423172" cy="1354217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endParaRPr lang="en-US" sz="200" dirty="0"/>
            </a:p>
            <a:p>
              <a:r>
                <a:rPr lang="en-AU" sz="1000" dirty="0"/>
                <a:t>Delivered a strategic marketing and sale support project which estimated to increase revenue by $2 million  and reduced costs by $500 thousand per annum.</a:t>
              </a:r>
            </a:p>
            <a:p>
              <a:r>
                <a:rPr lang="en-AU" sz="1000" dirty="0"/>
                <a:t>Implemented comprehensive geo-spatial analytical e.g. geoprocessing, routing and process automation that significantly reduces weeks of manual work to mere minutes.</a:t>
              </a:r>
            </a:p>
            <a:p>
              <a:r>
                <a:rPr lang="en-AU" sz="1000" dirty="0"/>
                <a:t>Provided strategic decision-making support through comprehensive data modelling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3428144" y="3516901"/>
              <a:ext cx="0" cy="1244851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463217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7"/>
            <a:ext cx="0" cy="5875745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678661"/>
            <a:ext cx="1951941" cy="3600986"/>
            <a:chOff x="8106458" y="2681447"/>
            <a:chExt cx="1951941" cy="3600986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60098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| Professional Data Engineer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/>
                  <a:ea typeface="Calibri"/>
                  <a:cs typeface="Roboto Light"/>
                </a:rPr>
                <a:t>Google Cloud Certified – AI/ML engineer</a:t>
              </a: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  <a:cs typeface="Roboto Light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IBM – Data Science Professional</a:t>
              </a: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Master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Business Administration, Finance &amp; Marketing, </a:t>
              </a: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National University of Singapore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Science, Physics, Inner Mongolia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University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047246"/>
            <a:ext cx="5029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Tier 1 Telecommunications Provider – Senior Data Consultant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0" y="5711842"/>
            <a:ext cx="1641957" cy="230832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Wrangling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Statistics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Machine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Deep Learning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Program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Intelligence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Strategic Planning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7" y="1064814"/>
            <a:ext cx="463116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Big 4 Accounting Firm </a:t>
            </a:r>
            <a:r>
              <a:rPr lang="en-AU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– Lead Data Engineer</a:t>
            </a:r>
            <a:endParaRPr lang="en-US" sz="1200" b="1" dirty="0">
              <a:solidFill>
                <a:srgbClr val="0059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EB941-5146-6B10-4E4D-8A4ADE918AEF}"/>
              </a:ext>
            </a:extLst>
          </p:cNvPr>
          <p:cNvSpPr txBox="1"/>
          <p:nvPr/>
        </p:nvSpPr>
        <p:spPr>
          <a:xfrm>
            <a:off x="3463962" y="1341540"/>
            <a:ext cx="4390738" cy="1508105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US" sz="200" dirty="0">
              <a:solidFill>
                <a:schemeClr val="bg1"/>
              </a:solidFill>
            </a:endParaRPr>
          </a:p>
          <a:p>
            <a:r>
              <a:rPr lang="en-AU" sz="1000" dirty="0">
                <a:solidFill>
                  <a:schemeClr val="bg1"/>
                </a:solidFill>
              </a:rPr>
              <a:t>Led the firm-wide Global Embedding Data Analytics Initiative’s roll-out in Oceania market which improved practitioner’s analytical capabilities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Provided transaction support to clients pre/during and post-completion e.g. strategic portfolio assessment, operational due diligence, synergy identification, assessment and realization, transaction PMO, and post-merger integration through fact-based / data-driven analytics</a:t>
            </a:r>
          </a:p>
          <a:p>
            <a:r>
              <a:rPr lang="en-AU" sz="1000" dirty="0">
                <a:solidFill>
                  <a:schemeClr val="bg1"/>
                </a:solidFill>
              </a:rPr>
              <a:t>Initiated data-driven pipeline improvement that led to the efficiency of marketing review meetings.</a:t>
            </a:r>
          </a:p>
          <a:p>
            <a:r>
              <a:rPr lang="en-AU" sz="1000" dirty="0">
                <a:solidFill>
                  <a:schemeClr val="bg1"/>
                </a:solidFill>
              </a:rPr>
              <a:t>Actively monitored engagement opportunities to stay ahead of the curve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462568" y="5117264"/>
            <a:ext cx="4415650" cy="132343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indent="0">
              <a:buClr>
                <a:srgbClr val="00AB80"/>
              </a:buClr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For a leading renewable energy company in China, delivered a post-merger integration project (PMI) including synergy identification &amp; realisation, target operation model designing.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The quick-win initiative in first twelve months has helped the client to achieve c.20 million RMB cost saving an additional 5 million RMB revenue synergy through cross-selling. The project was awarded “Best Team of the Year” an extra 20 million RMB consulting fees was brought to the team due to the successful delivery of the project.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28144" y="5182214"/>
            <a:ext cx="0" cy="1170961"/>
          </a:xfrm>
          <a:prstGeom prst="line">
            <a:avLst/>
          </a:prstGeom>
          <a:ln w="19050">
            <a:solidFill>
              <a:srgbClr val="A935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4840265"/>
            <a:ext cx="478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Chinese Utilities Organisation – Data Consultant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B6750-668E-B3E9-076C-0C6B9CB18A0B}"/>
              </a:ext>
            </a:extLst>
          </p:cNvPr>
          <p:cNvSpPr txBox="1"/>
          <p:nvPr/>
        </p:nvSpPr>
        <p:spPr>
          <a:xfrm>
            <a:off x="8118489" y="1456630"/>
            <a:ext cx="1951941" cy="227754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Big 4 Accounting Firm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Utilities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Geo Analytics 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200" dirty="0">
              <a:solidFill>
                <a:srgbClr val="00AB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9DDFC6-124A-4859-BB62-4C7039BA48C0}">
  <ds:schemaRefs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e52cd9e7-35e5-4bd3-9cab-ca6a63c31e52"/>
    <ds:schemaRef ds:uri="daf93972-1964-4522-aa34-640805a01c3a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258DB8F-67D8-47DA-B55E-6C31624EF9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AAB431-6FA9-4678-BFEA-63CD1CAD6F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848</TotalTime>
  <Words>512</Words>
  <Application>Microsoft Office PowerPoint</Application>
  <PresentationFormat>Custom</PresentationFormat>
  <Paragraphs>74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13</cp:revision>
  <dcterms:created xsi:type="dcterms:W3CDTF">2019-12-03T01:50:37Z</dcterms:created>
  <dcterms:modified xsi:type="dcterms:W3CDTF">2025-02-26T00:38:40Z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