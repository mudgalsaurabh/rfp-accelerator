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AB80"/>
    <a:srgbClr val="A93584"/>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5B1DE2-8C85-E398-D102-2195F0CF70F7}" v="163" dt="2025-02-04T01:31:10.827"/>
    <p1510:client id="{4C7F6C98-1E1D-BAC0-E97E-14E887F20C50}" v="2994" dt="2025-02-04T00:47:04.781"/>
    <p1510:client id="{AC51F4C5-312A-417D-BE18-B61FA9239EAA}" v="223" dt="2025-02-04T00:52:10.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osh Raslask" userId="S::janosh.raslask@intelia.com.au::6c5bebf3-c154-41f0-a03c-d54f1fb667cb" providerId="AD" clId="Web-{345B1DE2-8C85-E398-D102-2195F0CF70F7}"/>
    <pc:docChg chg="modSld">
      <pc:chgData name="Janosh Raslask" userId="S::janosh.raslask@intelia.com.au::6c5bebf3-c154-41f0-a03c-d54f1fb667cb" providerId="AD" clId="Web-{345B1DE2-8C85-E398-D102-2195F0CF70F7}" dt="2025-02-04T01:31:10.811" v="81" actId="20577"/>
      <pc:docMkLst>
        <pc:docMk/>
      </pc:docMkLst>
      <pc:sldChg chg="modSp">
        <pc:chgData name="Janosh Raslask" userId="S::janosh.raslask@intelia.com.au::6c5bebf3-c154-41f0-a03c-d54f1fb667cb" providerId="AD" clId="Web-{345B1DE2-8C85-E398-D102-2195F0CF70F7}" dt="2025-02-04T01:31:10.811" v="81" actId="20577"/>
        <pc:sldMkLst>
          <pc:docMk/>
          <pc:sldMk cId="2009923557" sldId="270"/>
        </pc:sldMkLst>
        <pc:spChg chg="mod">
          <ac:chgData name="Janosh Raslask" userId="S::janosh.raslask@intelia.com.au::6c5bebf3-c154-41f0-a03c-d54f1fb667cb" providerId="AD" clId="Web-{345B1DE2-8C85-E398-D102-2195F0CF70F7}" dt="2025-02-04T01:31:10.811" v="81" actId="20577"/>
          <ac:spMkLst>
            <pc:docMk/>
            <pc:sldMk cId="2009923557" sldId="270"/>
            <ac:spMk id="17" creationId="{1BDE5051-9F34-F139-742D-4450E5D6591E}"/>
          </ac:spMkLst>
        </pc:spChg>
        <pc:spChg chg="mod">
          <ac:chgData name="Janosh Raslask" userId="S::janosh.raslask@intelia.com.au::6c5bebf3-c154-41f0-a03c-d54f1fb667cb" providerId="AD" clId="Web-{345B1DE2-8C85-E398-D102-2195F0CF70F7}" dt="2025-02-04T00:52:28.996" v="7" actId="20577"/>
          <ac:spMkLst>
            <pc:docMk/>
            <pc:sldMk cId="2009923557" sldId="270"/>
            <ac:spMk id="22" creationId="{9D4E289E-1D52-CBDD-E381-40963429D7F1}"/>
          </ac:spMkLst>
        </pc:spChg>
      </pc:sldChg>
    </pc:docChg>
  </pc:docChgLst>
  <pc:docChgLst>
    <pc:chgData name="Nathan Duong" userId="S::nathan.duong@intelia.com.au::2b4ea252-38ac-4ae0-8d5f-ed944b4e2f06" providerId="AD" clId="Web-{4C7F6C98-1E1D-BAC0-E97E-14E887F20C50}"/>
    <pc:docChg chg="modSld">
      <pc:chgData name="Nathan Duong" userId="S::nathan.duong@intelia.com.au::2b4ea252-38ac-4ae0-8d5f-ed944b4e2f06" providerId="AD" clId="Web-{4C7F6C98-1E1D-BAC0-E97E-14E887F20C50}" dt="2025-02-04T00:47:03.015" v="1488" actId="20577"/>
      <pc:docMkLst>
        <pc:docMk/>
      </pc:docMkLst>
      <pc:sldChg chg="modSp">
        <pc:chgData name="Nathan Duong" userId="S::nathan.duong@intelia.com.au::2b4ea252-38ac-4ae0-8d5f-ed944b4e2f06" providerId="AD" clId="Web-{4C7F6C98-1E1D-BAC0-E97E-14E887F20C50}" dt="2025-02-04T00:47:03.015" v="1488" actId="20577"/>
        <pc:sldMkLst>
          <pc:docMk/>
          <pc:sldMk cId="1982751794" sldId="271"/>
        </pc:sldMkLst>
        <pc:spChg chg="mod">
          <ac:chgData name="Nathan Duong" userId="S::nathan.duong@intelia.com.au::2b4ea252-38ac-4ae0-8d5f-ed944b4e2f06" providerId="AD" clId="Web-{4C7F6C98-1E1D-BAC0-E97E-14E887F20C50}" dt="2025-02-04T00:38:33.208" v="1239" actId="20577"/>
          <ac:spMkLst>
            <pc:docMk/>
            <pc:sldMk cId="1982751794" sldId="271"/>
            <ac:spMk id="4" creationId="{167DAD71-D356-29D4-5AD4-19B781A16EBC}"/>
          </ac:spMkLst>
        </pc:spChg>
        <pc:spChg chg="mod">
          <ac:chgData name="Nathan Duong" userId="S::nathan.duong@intelia.com.au::2b4ea252-38ac-4ae0-8d5f-ed944b4e2f06" providerId="AD" clId="Web-{4C7F6C98-1E1D-BAC0-E97E-14E887F20C50}" dt="2025-02-04T00:18:34.881" v="867" actId="20577"/>
          <ac:spMkLst>
            <pc:docMk/>
            <pc:sldMk cId="1982751794" sldId="271"/>
            <ac:spMk id="5" creationId="{469252CA-7DC4-90E3-BF2F-C95E6590E7DC}"/>
          </ac:spMkLst>
        </pc:spChg>
        <pc:spChg chg="mod">
          <ac:chgData name="Nathan Duong" userId="S::nathan.duong@intelia.com.au::2b4ea252-38ac-4ae0-8d5f-ed944b4e2f06" providerId="AD" clId="Web-{4C7F6C98-1E1D-BAC0-E97E-14E887F20C50}" dt="2025-02-04T00:47:03.015" v="1488" actId="20577"/>
          <ac:spMkLst>
            <pc:docMk/>
            <pc:sldMk cId="1982751794" sldId="271"/>
            <ac:spMk id="8" creationId="{30DE385A-BDE9-01F4-7B7B-379E892557EB}"/>
          </ac:spMkLst>
        </pc:spChg>
      </pc:sldChg>
    </pc:docChg>
  </pc:docChgLst>
  <pc:docChgLst>
    <pc:chgData name="Darcy Roach" userId="ba676ee9-e9b4-49e8-a515-8077106c948d" providerId="ADAL" clId="{AC51F4C5-312A-417D-BE18-B61FA9239EAA}"/>
    <pc:docChg chg="undo custSel addSld delSld modSld">
      <pc:chgData name="Darcy Roach" userId="ba676ee9-e9b4-49e8-a515-8077106c948d" providerId="ADAL" clId="{AC51F4C5-312A-417D-BE18-B61FA9239EAA}" dt="2025-02-04T00:52:10.877" v="438" actId="20577"/>
      <pc:docMkLst>
        <pc:docMk/>
      </pc:docMkLst>
      <pc:sldChg chg="addSp delSp modSp mod">
        <pc:chgData name="Darcy Roach" userId="ba676ee9-e9b4-49e8-a515-8077106c948d" providerId="ADAL" clId="{AC51F4C5-312A-417D-BE18-B61FA9239EAA}" dt="2025-02-04T00:52:10.877" v="438" actId="20577"/>
        <pc:sldMkLst>
          <pc:docMk/>
          <pc:sldMk cId="2009923557" sldId="270"/>
        </pc:sldMkLst>
        <pc:spChg chg="mod">
          <ac:chgData name="Darcy Roach" userId="ba676ee9-e9b4-49e8-a515-8077106c948d" providerId="ADAL" clId="{AC51F4C5-312A-417D-BE18-B61FA9239EAA}" dt="2025-02-04T00:44:24.970" v="362" actId="20577"/>
          <ac:spMkLst>
            <pc:docMk/>
            <pc:sldMk cId="2009923557" sldId="270"/>
            <ac:spMk id="2" creationId="{2FA774CA-3857-9308-4D38-9414B0CC2B95}"/>
          </ac:spMkLst>
        </pc:spChg>
        <pc:spChg chg="mod">
          <ac:chgData name="Darcy Roach" userId="ba676ee9-e9b4-49e8-a515-8077106c948d" providerId="ADAL" clId="{AC51F4C5-312A-417D-BE18-B61FA9239EAA}" dt="2025-02-04T00:02:04.418" v="295" actId="1076"/>
          <ac:spMkLst>
            <pc:docMk/>
            <pc:sldMk cId="2009923557" sldId="270"/>
            <ac:spMk id="4" creationId="{80F49B2F-21D4-F9EB-049F-717A10CB7D84}"/>
          </ac:spMkLst>
        </pc:spChg>
        <pc:spChg chg="mod">
          <ac:chgData name="Darcy Roach" userId="ba676ee9-e9b4-49e8-a515-8077106c948d" providerId="ADAL" clId="{AC51F4C5-312A-417D-BE18-B61FA9239EAA}" dt="2025-02-04T00:51:36.033" v="429" actId="1076"/>
          <ac:spMkLst>
            <pc:docMk/>
            <pc:sldMk cId="2009923557" sldId="270"/>
            <ac:spMk id="6" creationId="{701E125D-B356-8A2A-B86B-AB6567CEABE1}"/>
          </ac:spMkLst>
        </pc:spChg>
        <pc:spChg chg="mod">
          <ac:chgData name="Darcy Roach" userId="ba676ee9-e9b4-49e8-a515-8077106c948d" providerId="ADAL" clId="{AC51F4C5-312A-417D-BE18-B61FA9239EAA}" dt="2025-02-04T00:47:21.596" v="397" actId="14100"/>
          <ac:spMkLst>
            <pc:docMk/>
            <pc:sldMk cId="2009923557" sldId="270"/>
            <ac:spMk id="12" creationId="{70DE989F-A988-8C86-5720-1FE5B119EB30}"/>
          </ac:spMkLst>
        </pc:spChg>
        <pc:spChg chg="mod">
          <ac:chgData name="Darcy Roach" userId="ba676ee9-e9b4-49e8-a515-8077106c948d" providerId="ADAL" clId="{AC51F4C5-312A-417D-BE18-B61FA9239EAA}" dt="2025-02-04T00:49:13.124" v="427" actId="20577"/>
          <ac:spMkLst>
            <pc:docMk/>
            <pc:sldMk cId="2009923557" sldId="270"/>
            <ac:spMk id="17" creationId="{1BDE5051-9F34-F139-742D-4450E5D6591E}"/>
          </ac:spMkLst>
        </pc:spChg>
        <pc:spChg chg="add mod">
          <ac:chgData name="Darcy Roach" userId="ba676ee9-e9b4-49e8-a515-8077106c948d" providerId="ADAL" clId="{AC51F4C5-312A-417D-BE18-B61FA9239EAA}" dt="2025-02-04T00:47:03.310" v="393" actId="14100"/>
          <ac:spMkLst>
            <pc:docMk/>
            <pc:sldMk cId="2009923557" sldId="270"/>
            <ac:spMk id="18" creationId="{03DB2B90-3DBF-049E-D7E8-29240E501088}"/>
          </ac:spMkLst>
        </pc:spChg>
        <pc:spChg chg="mod">
          <ac:chgData name="Darcy Roach" userId="ba676ee9-e9b4-49e8-a515-8077106c948d" providerId="ADAL" clId="{AC51F4C5-312A-417D-BE18-B61FA9239EAA}" dt="2025-02-04T00:52:10.877" v="438" actId="20577"/>
          <ac:spMkLst>
            <pc:docMk/>
            <pc:sldMk cId="2009923557" sldId="270"/>
            <ac:spMk id="22" creationId="{9D4E289E-1D52-CBDD-E381-40963429D7F1}"/>
          </ac:spMkLst>
        </pc:spChg>
        <pc:spChg chg="mod">
          <ac:chgData name="Darcy Roach" userId="ba676ee9-e9b4-49e8-a515-8077106c948d" providerId="ADAL" clId="{AC51F4C5-312A-417D-BE18-B61FA9239EAA}" dt="2025-02-04T00:01:25.257" v="278" actId="20577"/>
          <ac:spMkLst>
            <pc:docMk/>
            <pc:sldMk cId="2009923557" sldId="270"/>
            <ac:spMk id="26" creationId="{1A3D666D-00C8-D106-73C3-9FF300F8618C}"/>
          </ac:spMkLst>
        </pc:spChg>
        <pc:spChg chg="mod">
          <ac:chgData name="Darcy Roach" userId="ba676ee9-e9b4-49e8-a515-8077106c948d" providerId="ADAL" clId="{AC51F4C5-312A-417D-BE18-B61FA9239EAA}" dt="2025-02-04T00:41:49.350" v="314" actId="21"/>
          <ac:spMkLst>
            <pc:docMk/>
            <pc:sldMk cId="2009923557" sldId="270"/>
            <ac:spMk id="31" creationId="{5D644C1D-FE62-9752-27C7-42A94F729A86}"/>
          </ac:spMkLst>
        </pc:spChg>
        <pc:spChg chg="mod">
          <ac:chgData name="Darcy Roach" userId="ba676ee9-e9b4-49e8-a515-8077106c948d" providerId="ADAL" clId="{AC51F4C5-312A-417D-BE18-B61FA9239EAA}" dt="2025-02-03T23:37:33.551" v="228" actId="20577"/>
          <ac:spMkLst>
            <pc:docMk/>
            <pc:sldMk cId="2009923557" sldId="270"/>
            <ac:spMk id="38" creationId="{AB47A2EE-BF0B-DB05-8B7C-DB6594B2B3D5}"/>
          </ac:spMkLst>
        </pc:spChg>
        <pc:spChg chg="mod">
          <ac:chgData name="Darcy Roach" userId="ba676ee9-e9b4-49e8-a515-8077106c948d" providerId="ADAL" clId="{AC51F4C5-312A-417D-BE18-B61FA9239EAA}" dt="2025-02-03T23:59:30.742" v="256" actId="1076"/>
          <ac:spMkLst>
            <pc:docMk/>
            <pc:sldMk cId="2009923557" sldId="270"/>
            <ac:spMk id="39" creationId="{3EA81938-6A76-B850-B0E8-A5F905AEBA98}"/>
          </ac:spMkLst>
        </pc:spChg>
        <pc:spChg chg="mod">
          <ac:chgData name="Darcy Roach" userId="ba676ee9-e9b4-49e8-a515-8077106c948d" providerId="ADAL" clId="{AC51F4C5-312A-417D-BE18-B61FA9239EAA}" dt="2025-02-04T00:48:44.818" v="408" actId="20577"/>
          <ac:spMkLst>
            <pc:docMk/>
            <pc:sldMk cId="2009923557" sldId="270"/>
            <ac:spMk id="48" creationId="{2E936835-C132-4204-2E91-FE9D8E6EC671}"/>
          </ac:spMkLst>
        </pc:spChg>
        <pc:spChg chg="mod">
          <ac:chgData name="Darcy Roach" userId="ba676ee9-e9b4-49e8-a515-8077106c948d" providerId="ADAL" clId="{AC51F4C5-312A-417D-BE18-B61FA9239EAA}" dt="2025-02-04T00:41:59.166" v="322"/>
          <ac:spMkLst>
            <pc:docMk/>
            <pc:sldMk cId="2009923557" sldId="270"/>
            <ac:spMk id="54" creationId="{4F1DF6EC-2D10-1310-483C-35027A70DDA1}"/>
          </ac:spMkLst>
        </pc:spChg>
        <pc:spChg chg="mod">
          <ac:chgData name="Darcy Roach" userId="ba676ee9-e9b4-49e8-a515-8077106c948d" providerId="ADAL" clId="{AC51F4C5-312A-417D-BE18-B61FA9239EAA}" dt="2025-02-04T00:42:26.501" v="332" actId="20577"/>
          <ac:spMkLst>
            <pc:docMk/>
            <pc:sldMk cId="2009923557" sldId="270"/>
            <ac:spMk id="55" creationId="{20D856C0-6C6C-30D2-8947-79D3F4B5FE07}"/>
          </ac:spMkLst>
        </pc:spChg>
        <pc:grpChg chg="mod">
          <ac:chgData name="Darcy Roach" userId="ba676ee9-e9b4-49e8-a515-8077106c948d" providerId="ADAL" clId="{AC51F4C5-312A-417D-BE18-B61FA9239EAA}" dt="2025-02-03T23:59:30.742" v="256" actId="1076"/>
          <ac:grpSpMkLst>
            <pc:docMk/>
            <pc:sldMk cId="2009923557" sldId="270"/>
            <ac:grpSpMk id="5" creationId="{980A06B1-0A2F-7DF6-91DB-0F6DFA896A23}"/>
          </ac:grpSpMkLst>
        </pc:grpChg>
        <pc:grpChg chg="mod">
          <ac:chgData name="Darcy Roach" userId="ba676ee9-e9b4-49e8-a515-8077106c948d" providerId="ADAL" clId="{AC51F4C5-312A-417D-BE18-B61FA9239EAA}" dt="2025-02-04T00:42:43.991" v="334" actId="1076"/>
          <ac:grpSpMkLst>
            <pc:docMk/>
            <pc:sldMk cId="2009923557" sldId="270"/>
            <ac:grpSpMk id="10" creationId="{A6927CF3-C0AD-7B0E-CC21-BDD13E4FAF2F}"/>
          </ac:grpSpMkLst>
        </pc:grpChg>
        <pc:grpChg chg="add mod">
          <ac:chgData name="Darcy Roach" userId="ba676ee9-e9b4-49e8-a515-8077106c948d" providerId="ADAL" clId="{AC51F4C5-312A-417D-BE18-B61FA9239EAA}" dt="2025-02-04T00:51:52.114" v="430" actId="1076"/>
          <ac:grpSpMkLst>
            <pc:docMk/>
            <pc:sldMk cId="2009923557" sldId="270"/>
            <ac:grpSpMk id="24" creationId="{C2EB2D60-1C74-D5BE-D104-0C57DEBE2679}"/>
          </ac:grpSpMkLst>
        </pc:grpChg>
        <pc:grpChg chg="mod">
          <ac:chgData name="Darcy Roach" userId="ba676ee9-e9b4-49e8-a515-8077106c948d" providerId="ADAL" clId="{AC51F4C5-312A-417D-BE18-B61FA9239EAA}" dt="2025-02-04T00:47:52.554" v="400" actId="1076"/>
          <ac:grpSpMkLst>
            <pc:docMk/>
            <pc:sldMk cId="2009923557" sldId="270"/>
            <ac:grpSpMk id="30" creationId="{EA95F387-5D91-355F-193F-6747BA734A38}"/>
          </ac:grpSpMkLst>
        </pc:grpChg>
        <pc:grpChg chg="mod">
          <ac:chgData name="Darcy Roach" userId="ba676ee9-e9b4-49e8-a515-8077106c948d" providerId="ADAL" clId="{AC51F4C5-312A-417D-BE18-B61FA9239EAA}" dt="2025-02-04T00:45:07.164" v="370" actId="164"/>
          <ac:grpSpMkLst>
            <pc:docMk/>
            <pc:sldMk cId="2009923557" sldId="270"/>
            <ac:grpSpMk id="45" creationId="{7C004A0F-26FD-81BE-0DC7-EDCD01D4194B}"/>
          </ac:grpSpMkLst>
        </pc:grpChg>
        <pc:cxnChg chg="mod">
          <ac:chgData name="Darcy Roach" userId="ba676ee9-e9b4-49e8-a515-8077106c948d" providerId="ADAL" clId="{AC51F4C5-312A-417D-BE18-B61FA9239EAA}" dt="2025-02-04T00:48:08.936" v="401" actId="14100"/>
          <ac:cxnSpMkLst>
            <pc:docMk/>
            <pc:sldMk cId="2009923557" sldId="270"/>
            <ac:cxnSpMk id="3" creationId="{67C34E10-2CF8-9BCA-1CC6-D78A3FF9CA80}"/>
          </ac:cxnSpMkLst>
        </pc:cxnChg>
        <pc:cxnChg chg="mod">
          <ac:chgData name="Darcy Roach" userId="ba676ee9-e9b4-49e8-a515-8077106c948d" providerId="ADAL" clId="{AC51F4C5-312A-417D-BE18-B61FA9239EAA}" dt="2025-02-04T00:48:21.646" v="403" actId="14100"/>
          <ac:cxnSpMkLst>
            <pc:docMk/>
            <pc:sldMk cId="2009923557" sldId="270"/>
            <ac:cxnSpMk id="15" creationId="{F87F05F2-DA4C-4F55-A5D0-1887110DF155}"/>
          </ac:cxnSpMkLst>
        </pc:cxnChg>
        <pc:cxnChg chg="mod">
          <ac:chgData name="Darcy Roach" userId="ba676ee9-e9b4-49e8-a515-8077106c948d" providerId="ADAL" clId="{AC51F4C5-312A-417D-BE18-B61FA9239EAA}" dt="2025-02-04T00:42:35.649" v="333" actId="14100"/>
          <ac:cxnSpMkLst>
            <pc:docMk/>
            <pc:sldMk cId="2009923557" sldId="270"/>
            <ac:cxnSpMk id="56" creationId="{C0271841-9AD2-76A9-36A3-77AD3CD1ED17}"/>
          </ac:cxnSpMkLst>
        </pc:cxnChg>
      </pc:sldChg>
      <pc:sldChg chg="addSp delSp modSp new del mod setBg">
        <pc:chgData name="Darcy Roach" userId="ba676ee9-e9b4-49e8-a515-8077106c948d" providerId="ADAL" clId="{AC51F4C5-312A-417D-BE18-B61FA9239EAA}" dt="2025-02-04T00:49:49.494" v="428" actId="47"/>
        <pc:sldMkLst>
          <pc:docMk/>
          <pc:sldMk cId="1982751794" sldId="271"/>
        </pc:sldMkLst>
        <pc:spChg chg="del">
          <ac:chgData name="Darcy Roach" userId="ba676ee9-e9b4-49e8-a515-8077106c948d" providerId="ADAL" clId="{AC51F4C5-312A-417D-BE18-B61FA9239EAA}" dt="2025-02-03T23:22:31.538" v="12" actId="478"/>
          <ac:spMkLst>
            <pc:docMk/>
            <pc:sldMk cId="1982751794" sldId="271"/>
            <ac:spMk id="2" creationId="{805E922B-093A-2948-4FC4-4EC35199CA10}"/>
          </ac:spMkLst>
        </pc:spChg>
        <pc:spChg chg="add mod">
          <ac:chgData name="Darcy Roach" userId="ba676ee9-e9b4-49e8-a515-8077106c948d" providerId="ADAL" clId="{AC51F4C5-312A-417D-BE18-B61FA9239EAA}" dt="2025-02-03T23:22:45.956" v="14" actId="1076"/>
          <ac:spMkLst>
            <pc:docMk/>
            <pc:sldMk cId="1982751794" sldId="271"/>
            <ac:spMk id="4" creationId="{167DAD71-D356-29D4-5AD4-19B781A16EBC}"/>
          </ac:spMkLst>
        </pc:spChg>
        <pc:spChg chg="add mod">
          <ac:chgData name="Darcy Roach" userId="ba676ee9-e9b4-49e8-a515-8077106c948d" providerId="ADAL" clId="{AC51F4C5-312A-417D-BE18-B61FA9239EAA}" dt="2025-02-04T00:35:01.540" v="313" actId="20577"/>
          <ac:spMkLst>
            <pc:docMk/>
            <pc:sldMk cId="1982751794" sldId="271"/>
            <ac:spMk id="5" creationId="{469252CA-7DC4-90E3-BF2F-C95E6590E7DC}"/>
          </ac:spMkLst>
        </pc:spChg>
        <pc:spChg chg="mod">
          <ac:chgData name="Darcy Roach" userId="ba676ee9-e9b4-49e8-a515-8077106c948d" providerId="ADAL" clId="{AC51F4C5-312A-417D-BE18-B61FA9239EAA}" dt="2025-02-03T23:23:53.894" v="131" actId="20577"/>
          <ac:spMkLst>
            <pc:docMk/>
            <pc:sldMk cId="1982751794" sldId="271"/>
            <ac:spMk id="7" creationId="{FEC507B3-F2A9-01A7-971E-D9EA2EEEC03B}"/>
          </ac:spMkLst>
        </pc:spChg>
        <pc:spChg chg="mod">
          <ac:chgData name="Darcy Roach" userId="ba676ee9-e9b4-49e8-a515-8077106c948d" providerId="ADAL" clId="{AC51F4C5-312A-417D-BE18-B61FA9239EAA}" dt="2025-02-03T23:24:05.803" v="143" actId="20577"/>
          <ac:spMkLst>
            <pc:docMk/>
            <pc:sldMk cId="1982751794" sldId="271"/>
            <ac:spMk id="8" creationId="{30DE385A-BDE9-01F4-7B7B-379E892557EB}"/>
          </ac:spMkLst>
        </pc:spChg>
        <pc:grpChg chg="add mod">
          <ac:chgData name="Darcy Roach" userId="ba676ee9-e9b4-49e8-a515-8077106c948d" providerId="ADAL" clId="{AC51F4C5-312A-417D-BE18-B61FA9239EAA}" dt="2025-02-03T23:23:08.700" v="16" actId="1076"/>
          <ac:grpSpMkLst>
            <pc:docMk/>
            <pc:sldMk cId="1982751794" sldId="271"/>
            <ac:grpSpMk id="6" creationId="{27296EA9-69B3-6768-D5B7-F367AC436595}"/>
          </ac:grpSpMkLst>
        </pc:grpChg>
        <pc:cxnChg chg="add mod">
          <ac:chgData name="Darcy Roach" userId="ba676ee9-e9b4-49e8-a515-8077106c948d" providerId="ADAL" clId="{AC51F4C5-312A-417D-BE18-B61FA9239EAA}" dt="2025-02-03T23:22:45.956" v="14" actId="1076"/>
          <ac:cxnSpMkLst>
            <pc:docMk/>
            <pc:sldMk cId="1982751794" sldId="271"/>
            <ac:cxnSpMk id="3" creationId="{099A7CE7-3154-DD76-D03A-ACA642F58380}"/>
          </ac:cxnSpMkLst>
        </pc:cxnChg>
        <pc:cxnChg chg="mod">
          <ac:chgData name="Darcy Roach" userId="ba676ee9-e9b4-49e8-a515-8077106c948d" providerId="ADAL" clId="{AC51F4C5-312A-417D-BE18-B61FA9239EAA}" dt="2025-02-03T23:23:03.264" v="15"/>
          <ac:cxnSpMkLst>
            <pc:docMk/>
            <pc:sldMk cId="1982751794" sldId="271"/>
            <ac:cxnSpMk id="9" creationId="{A00AA2C9-573D-3494-3129-BACE36DA00A1}"/>
          </ac:cxnSpMkLst>
        </pc:cxnChg>
      </pc:sldChg>
    </pc:docChg>
  </pc:docChgLst>
  <pc:docChgLst>
    <pc:chgData name="Darcy Roach" userId="ba676ee9-e9b4-49e8-a515-8077106c948d" providerId="ADAL" clId="{9085869F-77A5-48CE-AFAC-41D749106F5C}"/>
    <pc:docChg chg="modSld">
      <pc:chgData name="Darcy Roach" userId="ba676ee9-e9b4-49e8-a515-8077106c948d" providerId="ADAL" clId="{9085869F-77A5-48CE-AFAC-41D749106F5C}" dt="2024-09-30T07:03:24.259" v="4" actId="20577"/>
      <pc:docMkLst>
        <pc:docMk/>
      </pc:docMkLst>
      <pc:sldChg chg="modSp mod">
        <pc:chgData name="Darcy Roach" userId="ba676ee9-e9b4-49e8-a515-8077106c948d" providerId="ADAL" clId="{9085869F-77A5-48CE-AFAC-41D749106F5C}" dt="2024-09-30T07:03:24.259" v="4" actId="20577"/>
        <pc:sldMkLst>
          <pc:docMk/>
          <pc:sldMk cId="2009923557"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2/3/2025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4379024"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Nathan </a:t>
            </a:r>
          </a:p>
          <a:p>
            <a:r>
              <a:rPr lang="en-US" sz="2800" b="1">
                <a:solidFill>
                  <a:srgbClr val="00AB80"/>
                </a:solidFill>
                <a:latin typeface="Roboto" panose="02000000000000000000" pitchFamily="2" charset="0"/>
                <a:ea typeface="Roboto" panose="02000000000000000000" pitchFamily="2" charset="0"/>
              </a:rPr>
              <a:t>Duong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4001095"/>
          </a:xfrm>
          <a:prstGeom prst="rect">
            <a:avLst/>
          </a:prstGeom>
          <a:noFill/>
        </p:spPr>
        <p:txBody>
          <a:bodyPr wrap="square" lIns="0" tIns="0" rIns="0" bIns="0" rtlCol="0" anchor="t">
            <a:spAutoFit/>
          </a:bodyPr>
          <a:lstStyle/>
          <a:p>
            <a:r>
              <a:rPr lang="en-AU" sz="1000" spc="13">
                <a:latin typeface="Roboto Light"/>
                <a:ea typeface="Roboto Light"/>
                <a:cs typeface="Lato"/>
              </a:rPr>
              <a:t>Nathan is a dedicated, keen, and inquisitive Data Engineer and data Governance specialist.</a:t>
            </a:r>
            <a:endParaRPr lang="en-US">
              <a:latin typeface="Calibri" panose="020F0502020204030204"/>
              <a:ea typeface="Calibri" panose="020F0502020204030204"/>
              <a:cs typeface="Calibri" panose="020F0502020204030204"/>
            </a:endParaRPr>
          </a:p>
          <a:p>
            <a:endParaRPr lang="en-AU" sz="1000" spc="13">
              <a:latin typeface="Roboto Light"/>
              <a:ea typeface="Roboto Light"/>
              <a:cs typeface="Lato"/>
            </a:endParaRPr>
          </a:p>
          <a:p>
            <a:r>
              <a:rPr lang="en-AU" sz="1000" spc="13">
                <a:latin typeface="Roboto Light"/>
                <a:ea typeface="Roboto Light"/>
                <a:cs typeface="Lato"/>
              </a:rPr>
              <a:t>A Certified Google Cloud Platform (GCP) Data Engineer, with 6+ years of industry experience across one of the Big 4 Australian Banks, Financial Services, Retail, Logistics &amp; Tertiary Education. Nathan has worked as a GCP Data Engineer, Systems Engineer and Data Governance Specialist. Working in these roles Nathan has developed a wealth of experience in SQL Development, ETL and Data Migration as well as extensive experience in creating and managing cloud computing services on GCP. </a:t>
            </a:r>
          </a:p>
          <a:p>
            <a:pPr algn="l"/>
            <a:endParaRPr lang="en-AU" sz="1000" spc="13">
              <a:latin typeface="Roboto Light"/>
              <a:ea typeface="Roboto Light"/>
              <a:cs typeface="Lato"/>
            </a:endParaRPr>
          </a:p>
          <a:p>
            <a:r>
              <a:rPr lang="en-AU" sz="1000" spc="13">
                <a:latin typeface="Roboto Light"/>
                <a:ea typeface="Roboto Light"/>
                <a:cs typeface="Lato"/>
              </a:rPr>
              <a:t>Nathan is committed to providing high-level technical assistance and guidance in all phases of the project lifecycle, using his impressive written and verbal communication skills he is able to seamlessly work effectively in team environments as well as an individual. Nathan aspires to become a champion Data Engineer and is passionate about helping to achieve business outcomes and everything data, AI and ML. </a:t>
            </a:r>
          </a:p>
          <a:p>
            <a:pPr algn="l"/>
            <a:endParaRPr lang="en-AU" sz="1000" spc="13">
              <a:latin typeface="Roboto Light"/>
              <a:ea typeface="Roboto Light"/>
              <a:cs typeface="Lato"/>
            </a:endParaRPr>
          </a:p>
          <a:p>
            <a:pPr algn="l"/>
            <a:endParaRPr lang="en-AU"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a:ea typeface="Roboto Light"/>
                <a:cs typeface="Lato"/>
              </a:rPr>
              <a:t>Senior Consultant</a:t>
            </a:r>
            <a:endParaRPr lang="en-US" sz="1400" spc="13" err="1">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09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Alation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Microsoft Azure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DevOps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39974"/>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4197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55418"/>
            <a:ext cx="1951941" cy="4154984"/>
            <a:chOff x="8106458" y="2681447"/>
            <a:chExt cx="1951941" cy="415498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154984"/>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Associate Data Practitioner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Alation Certified | Professional Consultant &amp; Professional Implementer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a:solidFill>
                    <a:srgbClr val="00AB80"/>
                  </a:solidFill>
                  <a:effectLst/>
                  <a:latin typeface="Roboto Light" panose="02000000000000000000" pitchFamily="2" charset="0"/>
                  <a:ea typeface="Calibri" panose="020F0502020204030204" pitchFamily="34" charset="0"/>
                </a:rPr>
                <a:t>Graduate Certificate -  Cyber Security &amp; Networking | Melbourne Institute of Technology</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a:t>
              </a:r>
              <a:r>
                <a:rPr lang="en-GB" sz="1200">
                  <a:solidFill>
                    <a:srgbClr val="00AB80"/>
                  </a:solidFill>
                  <a:latin typeface="Roboto Light" panose="02000000000000000000" pitchFamily="2" charset="0"/>
                  <a:ea typeface="Calibri" panose="020F0502020204030204" pitchFamily="34" charset="0"/>
                </a:rPr>
                <a:t> –</a:t>
              </a:r>
              <a:r>
                <a:rPr lang="en-AU" sz="1200">
                  <a:solidFill>
                    <a:srgbClr val="00AB80"/>
                  </a:solidFill>
                  <a:latin typeface="Roboto Light" panose="02000000000000000000" pitchFamily="2" charset="0"/>
                  <a:ea typeface="Calibri" panose="020F0502020204030204" pitchFamily="34" charset="0"/>
                </a:rPr>
                <a:t> Electrical Engineering &amp; Commerce, Finance</a:t>
              </a:r>
              <a:r>
                <a:rPr lang="en-GB" sz="1200">
                  <a:solidFill>
                    <a:srgbClr val="00AB80"/>
                  </a:solidFill>
                  <a:latin typeface="Roboto Light" panose="02000000000000000000" pitchFamily="2" charset="0"/>
                  <a:ea typeface="Calibri" panose="020F0502020204030204" pitchFamily="34" charset="0"/>
                </a:rPr>
                <a:t> | </a:t>
              </a:r>
              <a:r>
                <a:rPr lang="en-AU" sz="1200">
                  <a:solidFill>
                    <a:srgbClr val="00AB80"/>
                  </a:solidFill>
                  <a:latin typeface="Roboto Light" panose="02000000000000000000" pitchFamily="2" charset="0"/>
                  <a:ea typeface="Calibri" panose="020F0502020204030204" pitchFamily="34" charset="0"/>
                </a:rPr>
                <a:t>University of New South Wales </a:t>
              </a:r>
              <a:endParaRPr lang="en-GB" sz="120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59014"/>
            <a:ext cx="1557991"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Artificial Intelligence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Agile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30" name="Group 29">
            <a:extLst>
              <a:ext uri="{FF2B5EF4-FFF2-40B4-BE49-F238E27FC236}">
                <a16:creationId xmlns:a16="http://schemas.microsoft.com/office/drawing/2014/main" id="{EA95F387-5D91-355F-193F-6747BA734A38}"/>
              </a:ext>
            </a:extLst>
          </p:cNvPr>
          <p:cNvGrpSpPr/>
          <p:nvPr/>
        </p:nvGrpSpPr>
        <p:grpSpPr>
          <a:xfrm>
            <a:off x="3321267" y="1084273"/>
            <a:ext cx="4676243" cy="1878504"/>
            <a:chOff x="3321267" y="1255868"/>
            <a:chExt cx="4676243" cy="1878504"/>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558646"/>
              <a:ext cx="0" cy="131361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255868"/>
              <a:ext cx="4631164" cy="461665"/>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Major Australian Retail &amp; Logistics Organisation – Data Engineer </a:t>
              </a:r>
            </a:p>
            <a:p>
              <a:endParaRPr lang="en-AU" sz="1200" b="1">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472379"/>
              <a:ext cx="4533549" cy="166199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r>
                <a:rPr lang="en-AU" sz="1000">
                  <a:solidFill>
                    <a:schemeClr val="bg1"/>
                  </a:solidFill>
                </a:rPr>
                <a:t>Contributed to </a:t>
              </a:r>
              <a:r>
                <a:rPr lang="en-AU" sz="1000" err="1">
                  <a:solidFill>
                    <a:schemeClr val="bg1"/>
                  </a:solidFill>
                </a:rPr>
                <a:t>Datavault</a:t>
              </a:r>
              <a:r>
                <a:rPr lang="en-AU" sz="1000">
                  <a:solidFill>
                    <a:schemeClr val="bg1"/>
                  </a:solidFill>
                </a:rPr>
                <a:t> 2.0 Data warehouse design of the Business Vault to support reporting/visualisation for vehicle safety.</a:t>
              </a:r>
            </a:p>
            <a:p>
              <a:r>
                <a:rPr lang="en-AU" sz="1000">
                  <a:solidFill>
                    <a:schemeClr val="bg1"/>
                  </a:solidFill>
                </a:rPr>
                <a:t>Developed ELT Data pipeline for </a:t>
              </a:r>
              <a:r>
                <a:rPr lang="en-AU" sz="1000" err="1">
                  <a:solidFill>
                    <a:schemeClr val="bg1"/>
                  </a:solidFill>
                </a:rPr>
                <a:t>Datavault</a:t>
              </a:r>
              <a:r>
                <a:rPr lang="en-AU" sz="1000">
                  <a:solidFill>
                    <a:schemeClr val="bg1"/>
                  </a:solidFill>
                </a:rPr>
                <a:t> 2.0 Data warehouse. </a:t>
              </a:r>
            </a:p>
            <a:p>
              <a:r>
                <a:rPr lang="en-AU" sz="1000">
                  <a:solidFill>
                    <a:schemeClr val="bg1"/>
                  </a:solidFill>
                </a:rPr>
                <a:t>Developed </a:t>
              </a:r>
              <a:r>
                <a:rPr lang="en-AU" sz="1000" err="1">
                  <a:solidFill>
                    <a:schemeClr val="bg1"/>
                  </a:solidFill>
                </a:rPr>
                <a:t>GenAI</a:t>
              </a:r>
              <a:r>
                <a:rPr lang="en-AU" sz="1000">
                  <a:solidFill>
                    <a:schemeClr val="bg1"/>
                  </a:solidFill>
                </a:rPr>
                <a:t> pipelines (with controlled generation) for analysing image and video data in support of Natural Language Querying and RAG.</a:t>
              </a:r>
            </a:p>
            <a:p>
              <a:r>
                <a:rPr lang="en-AU" sz="1000">
                  <a:solidFill>
                    <a:schemeClr val="bg1"/>
                  </a:solidFill>
                </a:rPr>
                <a:t>Designed Data Model and Semantic Layer (</a:t>
              </a:r>
              <a:r>
                <a:rPr lang="en-AU" sz="1000" err="1">
                  <a:solidFill>
                    <a:schemeClr val="bg1"/>
                  </a:solidFill>
                </a:rPr>
                <a:t>LookML</a:t>
              </a:r>
              <a:r>
                <a:rPr lang="en-AU" sz="1000">
                  <a:solidFill>
                    <a:schemeClr val="bg1"/>
                  </a:solidFill>
                </a:rPr>
                <a:t>) for reporting and self-service analytics in Google Cloud.</a:t>
              </a:r>
            </a:p>
            <a:p>
              <a:r>
                <a:rPr lang="en-AU" sz="1000">
                  <a:solidFill>
                    <a:schemeClr val="bg1"/>
                  </a:solidFill>
                </a:rPr>
                <a:t>Implemented geospatial analysis in Google Cloud to visualise vehicle fleet data.</a:t>
              </a:r>
            </a:p>
            <a:p>
              <a:endParaRPr lang="en-AU" sz="1000">
                <a:solidFill>
                  <a:schemeClr val="bg1"/>
                </a:solidFill>
              </a:endParaRP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Big 4 Banks</a:t>
            </a:r>
          </a:p>
          <a:p>
            <a:pPr marL="0" indent="0">
              <a:lnSpc>
                <a:spcPct val="150000"/>
              </a:lnSpc>
              <a:buNone/>
            </a:pPr>
            <a:r>
              <a:rPr lang="en-GB" sz="1200">
                <a:solidFill>
                  <a:srgbClr val="00AB80"/>
                </a:solidFill>
              </a:rPr>
              <a:t>Logistics</a:t>
            </a:r>
          </a:p>
          <a:p>
            <a:pPr marL="0" indent="0">
              <a:lnSpc>
                <a:spcPct val="150000"/>
              </a:lnSpc>
              <a:buNone/>
            </a:pPr>
            <a:r>
              <a:rPr lang="en-GB" sz="120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51183" y="5142851"/>
            <a:ext cx="4782734" cy="2629549"/>
            <a:chOff x="3335752" y="5766857"/>
            <a:chExt cx="4782734" cy="2629549"/>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646331"/>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Australian Big 4 Banking Organisation – Systems Engineer</a:t>
              </a:r>
            </a:p>
            <a:p>
              <a:endParaRPr lang="en-AU" sz="1200" b="1">
                <a:solidFill>
                  <a:srgbClr val="A93584"/>
                </a:solidFill>
                <a:latin typeface="Roboto" panose="02000000000000000000" pitchFamily="2" charset="0"/>
                <a:ea typeface="Roboto" panose="02000000000000000000" pitchFamily="2" charset="0"/>
              </a:endParaRP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Architecture and writing of Enterprise Data Architecture</a:t>
              </a:r>
            </a:p>
            <a:p>
              <a:r>
                <a:rPr lang="en-AU"/>
                <a:t>Architecture and system integration of an Azure Data and Analytics Platform</a:t>
              </a:r>
            </a:p>
            <a:p>
              <a:r>
                <a:rPr lang="en-AU"/>
                <a:t>Architected end-end machine learning projects</a:t>
              </a:r>
            </a:p>
            <a:p>
              <a:r>
                <a:rPr lang="en-AU"/>
                <a:t>Architecture of </a:t>
              </a:r>
              <a:r>
                <a:rPr lang="en-AU" err="1"/>
                <a:t>MLOps</a:t>
              </a:r>
              <a:r>
                <a:rPr lang="en-AU"/>
                <a:t> systems and processes: DevOps and CI/CD for Data and ML</a:t>
              </a:r>
            </a:p>
            <a:p>
              <a:r>
                <a:rPr lang="en-AU"/>
                <a:t>Architecture of document scanning and digitisation system that leverages AI</a:t>
              </a:r>
            </a:p>
            <a:p>
              <a:r>
                <a:rPr lang="en-AU"/>
                <a:t>Architecture and system integration of an SAS Institute Customer Analytics system.</a:t>
              </a:r>
            </a:p>
            <a:p>
              <a:r>
                <a:rPr lang="en-AU"/>
                <a:t>Technical lead for a Data Architecture cyber security risk assessment</a:t>
              </a:r>
            </a:p>
            <a:p>
              <a:r>
                <a:rPr lang="en-AU"/>
                <a:t>Technical lead for a Data Architecture privacy risk assessment</a:t>
              </a:r>
            </a:p>
            <a:p>
              <a:r>
                <a:rPr lang="en-AU"/>
                <a:t>Systems Engineer for an IoT solution involving thermal cameras</a:t>
              </a:r>
            </a:p>
            <a:p>
              <a:r>
                <a:rPr lang="en-AU"/>
                <a:t>Representative for the Organisational Global Data Science Guild</a:t>
              </a:r>
            </a:p>
            <a:p>
              <a:endParaRPr lang="en-AU"/>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208802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C2EB2D60-1C74-D5BE-D104-0C57DEBE2679}"/>
              </a:ext>
            </a:extLst>
          </p:cNvPr>
          <p:cNvGrpSpPr/>
          <p:nvPr/>
        </p:nvGrpSpPr>
        <p:grpSpPr>
          <a:xfrm>
            <a:off x="3335753" y="2849261"/>
            <a:ext cx="5029198" cy="2210252"/>
            <a:chOff x="3335753" y="3136396"/>
            <a:chExt cx="5029198" cy="2210252"/>
          </a:xfrm>
        </p:grpSpPr>
        <p:grpSp>
          <p:nvGrpSpPr>
            <p:cNvPr id="45" name="Group 44">
              <a:extLst>
                <a:ext uri="{FF2B5EF4-FFF2-40B4-BE49-F238E27FC236}">
                  <a16:creationId xmlns:a16="http://schemas.microsoft.com/office/drawing/2014/main" id="{7C004A0F-26FD-81BE-0DC7-EDCD01D4194B}"/>
                </a:ext>
              </a:extLst>
            </p:cNvPr>
            <p:cNvGrpSpPr/>
            <p:nvPr/>
          </p:nvGrpSpPr>
          <p:grpSpPr>
            <a:xfrm>
              <a:off x="3335753" y="3136396"/>
              <a:ext cx="5029198" cy="2126331"/>
              <a:chOff x="3335753" y="2997642"/>
              <a:chExt cx="5029198" cy="2258562"/>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3"/>
                <a:ext cx="0" cy="19196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Financial Services Organisation – Platform Engineer </a:t>
                </a:r>
              </a:p>
              <a:p>
                <a:endParaRPr lang="en-AU" sz="1200" b="1">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294225"/>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endParaRPr lang="en-AU" sz="1000"/>
              </a:p>
            </p:txBody>
          </p:sp>
        </p:grpSp>
        <p:sp>
          <p:nvSpPr>
            <p:cNvPr id="18" name="TextBox 17">
              <a:extLst>
                <a:ext uri="{FF2B5EF4-FFF2-40B4-BE49-F238E27FC236}">
                  <a16:creationId xmlns:a16="http://schemas.microsoft.com/office/drawing/2014/main" id="{03DB2B90-3DBF-049E-D7E8-29240E501088}"/>
                </a:ext>
              </a:extLst>
            </p:cNvPr>
            <p:cNvSpPr txBox="1"/>
            <p:nvPr/>
          </p:nvSpPr>
          <p:spPr>
            <a:xfrm>
              <a:off x="3467978" y="3407656"/>
              <a:ext cx="4478028" cy="1938992"/>
            </a:xfrm>
            <a:prstGeom prst="rect">
              <a:avLst/>
            </a:prstGeom>
            <a:noFill/>
          </p:spPr>
          <p:txBody>
            <a:bodyPr wrap="square" lIns="91440" tIns="45720" rIns="91440" bIns="45720" numCol="1" rtlCol="0" anchor="t">
              <a:spAutoFit/>
            </a:bodyPr>
            <a:lstStyle>
              <a:defPPr>
                <a:defRPr lang="en-US"/>
              </a:defPPr>
              <a:lvl1pPr indent="0">
                <a:buClr>
                  <a:srgbClr val="00AB80"/>
                </a:buClr>
                <a:buFont typeface="Arial" panose="020B0604020202020204" pitchFamily="34" charset="0"/>
                <a:buNone/>
                <a:defRPr sz="2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sz="1000"/>
                <a:t>Developed and maintained data processing workflows, ETL (Extract, Transform, Load)/ELT processes, and data validation routines to transform raw data into a usable format for regulatory analysis, monitoring, and reporting purposes.</a:t>
              </a:r>
            </a:p>
            <a:p>
              <a:pPr marL="171450" indent="-171450">
                <a:buFont typeface="Arial" panose="020B0604020202020204" pitchFamily="34" charset="0"/>
                <a:buChar char="•"/>
              </a:pPr>
              <a:r>
                <a:rPr lang="en-AU" sz="1000"/>
                <a:t>Implemented Data Quality Monitoring, Reporting and alerting systems for critical data elements to meet APRA's regulatory requirements</a:t>
              </a:r>
            </a:p>
            <a:p>
              <a:pPr marL="171450" indent="-171450">
                <a:buFont typeface="Arial" panose="020B0604020202020204" pitchFamily="34" charset="0"/>
                <a:buChar char="•"/>
              </a:pPr>
              <a:r>
                <a:rPr lang="en-AU" sz="1000"/>
                <a:t>Implemented data models, ETL data pipelines to analyse data risk.</a:t>
              </a:r>
            </a:p>
            <a:p>
              <a:pPr marL="171450" indent="-171450">
                <a:buFont typeface="Arial" panose="020B0604020202020204" pitchFamily="34" charset="0"/>
                <a:buChar char="•"/>
              </a:pPr>
              <a:r>
                <a:rPr lang="en-AU" sz="1000"/>
                <a:t>Implemented Collibra to support Data Stewardship and Data Quality teams.</a:t>
              </a:r>
            </a:p>
            <a:p>
              <a:pPr marL="171450" indent="-171450">
                <a:buFont typeface="Arial" panose="020B0604020202020204" pitchFamily="34" charset="0"/>
                <a:buChar char="•"/>
              </a:pPr>
              <a:r>
                <a:rPr lang="en-AU" sz="1000"/>
                <a:t>Educated Data Steward and Data Quality teams on managing data risk.</a:t>
              </a:r>
            </a:p>
            <a:p>
              <a:pPr marL="171450" indent="-171450">
                <a:buFont typeface="Arial" panose="020B0604020202020204" pitchFamily="34" charset="0"/>
                <a:buChar char="•"/>
              </a:pPr>
              <a:r>
                <a:rPr lang="en-AU" sz="1000"/>
                <a:t>Oversaw onboarding and induction for new staff to understand Data Governance process, including stewardship and data risk management. </a:t>
              </a:r>
            </a:p>
          </p:txBody>
        </p: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7D9E46-B963-43D9-BA98-060B6732B551}">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2025-02-04T01:31:27Z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