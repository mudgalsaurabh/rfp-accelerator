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348064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C31431-5A71-0F15-B5A6-12E277293BEE}" name="Linny Xavier" initials="LX" userId="S::linny.xavier@intelia.com.au::f81a16b5-ebc0-49fb-a22f-6a788cc0775e" providerId="AD"/>
  <p188:author id="{9C442EE2-9746-93F4-2A63-B6BF0D63C0D6}" name="Direnc Uysal" initials="DU" userId="S::direnc.uysal@intelia.com.au::2a92f630-07d4-4511-a559-74d281fb5860" providerId="AD"/>
  <p188:author id="{549656F1-7632-CAC7-DED7-15766CB12A2A}" name="Guest User" initials="GU" userId="S::urn:spo:anon#f68b459e2758b8106afeb6a4bd36cdb860e7459e377a32b706a199257cf41d2c::" providerId="AD"/>
  <p188:author id="{0D642CF9-1FAC-27C8-B0DE-5BDCA83383BB}" name="Thuy Ly" initials="" userId="S::thuy.ly@intelia.com.au::611f5afa-03f2-40e4-bbe6-ef0fa762d19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B63E1-2275-124A-BD0C-F3DAEA5F485A}" v="96" dt="2024-09-17T05:05:06.5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renc Uysal" userId="2a92f630-07d4-4511-a559-74d281fb5860" providerId="ADAL" clId="{737B63E1-2275-124A-BD0C-F3DAEA5F485A}"/>
    <pc:docChg chg="custSel modSld">
      <pc:chgData name="Direnc Uysal" userId="2a92f630-07d4-4511-a559-74d281fb5860" providerId="ADAL" clId="{737B63E1-2275-124A-BD0C-F3DAEA5F485A}" dt="2024-09-17T05:05:06.589" v="95" actId="20577"/>
      <pc:docMkLst>
        <pc:docMk/>
      </pc:docMkLst>
      <pc:sldChg chg="modSp mod">
        <pc:chgData name="Direnc Uysal" userId="2a92f630-07d4-4511-a559-74d281fb5860" providerId="ADAL" clId="{737B63E1-2275-124A-BD0C-F3DAEA5F485A}" dt="2024-09-17T05:05:06.589" v="95" actId="20577"/>
        <pc:sldMkLst>
          <pc:docMk/>
          <pc:sldMk cId="287958069" sldId="2134806461"/>
        </pc:sldMkLst>
        <pc:spChg chg="mod">
          <ac:chgData name="Direnc Uysal" userId="2a92f630-07d4-4511-a559-74d281fb5860" providerId="ADAL" clId="{737B63E1-2275-124A-BD0C-F3DAEA5F485A}" dt="2024-09-17T05:05:06.589" v="95" actId="20577"/>
          <ac:spMkLst>
            <pc:docMk/>
            <pc:sldMk cId="287958069" sldId="2134806461"/>
            <ac:spMk id="4" creationId="{1762D708-DDFE-CFAB-4EBA-820BC48A4944}"/>
          </ac:spMkLst>
        </pc:spChg>
        <pc:spChg chg="mod">
          <ac:chgData name="Direnc Uysal" userId="2a92f630-07d4-4511-a559-74d281fb5860" providerId="ADAL" clId="{737B63E1-2275-124A-BD0C-F3DAEA5F485A}" dt="2024-09-17T05:04:42.222" v="68" actId="20577"/>
          <ac:spMkLst>
            <pc:docMk/>
            <pc:sldMk cId="287958069" sldId="2134806461"/>
            <ac:spMk id="6" creationId="{54188DC0-D0FE-EA63-1873-8482ADFFEAF5}"/>
          </ac:spMkLst>
        </pc:spChg>
      </pc:sldChg>
    </pc:docChg>
  </pc:docChgLst>
  <pc:docChgLst>
    <pc:chgData name="Thuy Ly" userId="611f5afa-03f2-40e4-bbe6-ef0fa762d19c" providerId="ADAL" clId="{FAB246EC-5510-43AF-9F30-4487B2C39088}"/>
    <pc:docChg chg="undo redo custSel addSld delSld modSld sldOrd">
      <pc:chgData name="Thuy Ly" userId="611f5afa-03f2-40e4-bbe6-ef0fa762d19c" providerId="ADAL" clId="{FAB246EC-5510-43AF-9F30-4487B2C39088}" dt="2024-09-18T23:17:52.727" v="6741" actId="20577"/>
      <pc:docMkLst>
        <pc:docMk/>
      </pc:docMkLst>
      <pc:sldChg chg="delSp modSp mod">
        <pc:chgData name="Thuy Ly" userId="611f5afa-03f2-40e4-bbe6-ef0fa762d19c" providerId="ADAL" clId="{FAB246EC-5510-43AF-9F30-4487B2C39088}" dt="2024-09-18T23:17:52.727" v="6741" actId="20577"/>
        <pc:sldMkLst>
          <pc:docMk/>
          <pc:sldMk cId="287958069" sldId="2134806461"/>
        </pc:sldMkLst>
        <pc:spChg chg="del mod">
          <ac:chgData name="Thuy Ly" userId="611f5afa-03f2-40e4-bbe6-ef0fa762d19c" providerId="ADAL" clId="{FAB246EC-5510-43AF-9F30-4487B2C39088}" dt="2024-09-17T04:02:47.197" v="5202" actId="478"/>
          <ac:spMkLst>
            <pc:docMk/>
            <pc:sldMk cId="287958069" sldId="2134806461"/>
            <ac:spMk id="3" creationId="{FC67B7D1-3F19-2BCA-54ED-D02B2D7EDE72}"/>
          </ac:spMkLst>
        </pc:spChg>
        <pc:spChg chg="mod">
          <ac:chgData name="Thuy Ly" userId="611f5afa-03f2-40e4-bbe6-ef0fa762d19c" providerId="ADAL" clId="{FAB246EC-5510-43AF-9F30-4487B2C39088}" dt="2024-09-18T23:17:52.727" v="6741" actId="20577"/>
          <ac:spMkLst>
            <pc:docMk/>
            <pc:sldMk cId="287958069" sldId="2134806461"/>
            <ac:spMk id="4" creationId="{1762D708-DDFE-CFAB-4EBA-820BC48A4944}"/>
          </ac:spMkLst>
        </pc:spChg>
        <pc:spChg chg="del mod">
          <ac:chgData name="Thuy Ly" userId="611f5afa-03f2-40e4-bbe6-ef0fa762d19c" providerId="ADAL" clId="{FAB246EC-5510-43AF-9F30-4487B2C39088}" dt="2024-09-17T04:00:00.183" v="5113" actId="478"/>
          <ac:spMkLst>
            <pc:docMk/>
            <pc:sldMk cId="287958069" sldId="2134806461"/>
            <ac:spMk id="5" creationId="{FF5175A9-8969-B701-50EC-DB6BB659D8CB}"/>
          </ac:spMkLst>
        </pc:spChg>
        <pc:spChg chg="mod">
          <ac:chgData name="Thuy Ly" userId="611f5afa-03f2-40e4-bbe6-ef0fa762d19c" providerId="ADAL" clId="{FAB246EC-5510-43AF-9F30-4487B2C39088}" dt="2024-09-18T06:04:11.615" v="6615" actId="20577"/>
          <ac:spMkLst>
            <pc:docMk/>
            <pc:sldMk cId="287958069" sldId="2134806461"/>
            <ac:spMk id="6" creationId="{54188DC0-D0FE-EA63-1873-8482ADFFEAF5}"/>
          </ac:spMkLst>
        </pc:spChg>
        <pc:spChg chg="mod">
          <ac:chgData name="Thuy Ly" userId="611f5afa-03f2-40e4-bbe6-ef0fa762d19c" providerId="ADAL" clId="{FAB246EC-5510-43AF-9F30-4487B2C39088}" dt="2024-09-17T04:23:17.316" v="5550" actId="20577"/>
          <ac:spMkLst>
            <pc:docMk/>
            <pc:sldMk cId="287958069" sldId="2134806461"/>
            <ac:spMk id="10" creationId="{709D685C-B28C-4926-FECE-FA69ABAD157E}"/>
          </ac:spMkLst>
        </pc:spChg>
        <pc:spChg chg="mod">
          <ac:chgData name="Thuy Ly" userId="611f5afa-03f2-40e4-bbe6-ef0fa762d19c" providerId="ADAL" clId="{FAB246EC-5510-43AF-9F30-4487B2C39088}" dt="2024-09-16T07:24:40.057" v="325" actId="20577"/>
          <ac:spMkLst>
            <pc:docMk/>
            <pc:sldMk cId="287958069" sldId="2134806461"/>
            <ac:spMk id="15" creationId="{CD324C2E-9ED2-FD3D-F0AA-E97D44868E6C}"/>
          </ac:spMkLst>
        </pc:spChg>
        <pc:spChg chg="mod">
          <ac:chgData name="Thuy Ly" userId="611f5afa-03f2-40e4-bbe6-ef0fa762d19c" providerId="ADAL" clId="{FAB246EC-5510-43AF-9F30-4487B2C39088}" dt="2024-09-18T06:03:24.297" v="6604" actId="20577"/>
          <ac:spMkLst>
            <pc:docMk/>
            <pc:sldMk cId="287958069" sldId="2134806461"/>
            <ac:spMk id="23" creationId="{A21E5D37-428B-2E67-F4E6-08740D6B4F86}"/>
          </ac:spMkLst>
        </pc:spChg>
        <pc:spChg chg="mod">
          <ac:chgData name="Thuy Ly" userId="611f5afa-03f2-40e4-bbe6-ef0fa762d19c" providerId="ADAL" clId="{FAB246EC-5510-43AF-9F30-4487B2C39088}" dt="2024-09-18T06:02:26.629" v="6592" actId="20577"/>
          <ac:spMkLst>
            <pc:docMk/>
            <pc:sldMk cId="287958069" sldId="2134806461"/>
            <ac:spMk id="26" creationId="{C66AC46E-2735-98D6-F6F0-4163DEF07545}"/>
          </ac:spMkLst>
        </pc:spChg>
        <pc:spChg chg="mod">
          <ac:chgData name="Thuy Ly" userId="611f5afa-03f2-40e4-bbe6-ef0fa762d19c" providerId="ADAL" clId="{FAB246EC-5510-43AF-9F30-4487B2C39088}" dt="2024-09-18T06:10:42.305" v="6687" actId="1036"/>
          <ac:spMkLst>
            <pc:docMk/>
            <pc:sldMk cId="287958069" sldId="2134806461"/>
            <ac:spMk id="39" creationId="{B0A14E16-6211-D3B5-C236-8D6E6A379CB9}"/>
          </ac:spMkLst>
        </pc:spChg>
        <pc:grpChg chg="mod">
          <ac:chgData name="Thuy Ly" userId="611f5afa-03f2-40e4-bbe6-ef0fa762d19c" providerId="ADAL" clId="{FAB246EC-5510-43AF-9F30-4487B2C39088}" dt="2024-09-17T05:12:21.525" v="5706" actId="1035"/>
          <ac:grpSpMkLst>
            <pc:docMk/>
            <pc:sldMk cId="287958069" sldId="2134806461"/>
            <ac:grpSpMk id="31" creationId="{EFDBFCB3-F3ED-B667-53B1-2F85A1D95499}"/>
          </ac:grpSpMkLst>
        </pc:grpChg>
        <pc:grpChg chg="mod">
          <ac:chgData name="Thuy Ly" userId="611f5afa-03f2-40e4-bbe6-ef0fa762d19c" providerId="ADAL" clId="{FAB246EC-5510-43AF-9F30-4487B2C39088}" dt="2024-09-18T06:14:33.939" v="6693" actId="1076"/>
          <ac:grpSpMkLst>
            <pc:docMk/>
            <pc:sldMk cId="287958069" sldId="2134806461"/>
            <ac:grpSpMk id="40" creationId="{8E5AC439-79DA-E440-79C8-A9EDED65B305}"/>
          </ac:grpSpMkLst>
        </pc:grpChg>
        <pc:picChg chg="mod">
          <ac:chgData name="Thuy Ly" userId="611f5afa-03f2-40e4-bbe6-ef0fa762d19c" providerId="ADAL" clId="{FAB246EC-5510-43AF-9F30-4487B2C39088}" dt="2024-09-18T06:14:44.544" v="6694" actId="1076"/>
          <ac:picMkLst>
            <pc:docMk/>
            <pc:sldMk cId="287958069" sldId="2134806461"/>
            <ac:picMk id="42" creationId="{4AE8F55D-6743-1891-D55D-B8CA1A744126}"/>
          </ac:picMkLst>
        </pc:picChg>
      </pc:sldChg>
      <pc:sldChg chg="add del">
        <pc:chgData name="Thuy Ly" userId="611f5afa-03f2-40e4-bbe6-ef0fa762d19c" providerId="ADAL" clId="{FAB246EC-5510-43AF-9F30-4487B2C39088}" dt="2024-09-18T06:01:25.041" v="6541" actId="2696"/>
        <pc:sldMkLst>
          <pc:docMk/>
          <pc:sldMk cId="2412206805" sldId="2134806462"/>
        </pc:sldMkLst>
      </pc:sldChg>
      <pc:sldChg chg="modSp del mod">
        <pc:chgData name="Thuy Ly" userId="611f5afa-03f2-40e4-bbe6-ef0fa762d19c" providerId="ADAL" clId="{FAB246EC-5510-43AF-9F30-4487B2C39088}" dt="2024-09-17T03:53:15.275" v="5021" actId="2696"/>
        <pc:sldMkLst>
          <pc:docMk/>
          <pc:sldMk cId="2444268604" sldId="2134806462"/>
        </pc:sldMkLst>
        <pc:spChg chg="mod">
          <ac:chgData name="Thuy Ly" userId="611f5afa-03f2-40e4-bbe6-ef0fa762d19c" providerId="ADAL" clId="{FAB246EC-5510-43AF-9F30-4487B2C39088}" dt="2024-09-17T03:49:50.497" v="4971" actId="20577"/>
          <ac:spMkLst>
            <pc:docMk/>
            <pc:sldMk cId="2444268604" sldId="2134806462"/>
            <ac:spMk id="3" creationId="{EE184260-C570-8383-633D-3CB9AAD58FA0}"/>
          </ac:spMkLst>
        </pc:spChg>
      </pc:sldChg>
      <pc:sldChg chg="add del ord">
        <pc:chgData name="Thuy Ly" userId="611f5afa-03f2-40e4-bbe6-ef0fa762d19c" providerId="ADAL" clId="{FAB246EC-5510-43AF-9F30-4487B2C39088}" dt="2024-09-17T04:17:42.527" v="5486" actId="2696"/>
        <pc:sldMkLst>
          <pc:docMk/>
          <pc:sldMk cId="1834875872" sldId="2134806463"/>
        </pc:sldMkLst>
      </pc:sldChg>
      <pc:sldChg chg="add del">
        <pc:chgData name="Thuy Ly" userId="611f5afa-03f2-40e4-bbe6-ef0fa762d19c" providerId="ADAL" clId="{FAB246EC-5510-43AF-9F30-4487B2C39088}" dt="2024-09-18T06:01:28.085" v="6542" actId="2696"/>
        <pc:sldMkLst>
          <pc:docMk/>
          <pc:sldMk cId="3654863810" sldId="2134806463"/>
        </pc:sldMkLst>
      </pc:sldChg>
      <pc:sldChg chg="add del">
        <pc:chgData name="Thuy Ly" userId="611f5afa-03f2-40e4-bbe6-ef0fa762d19c" providerId="ADAL" clId="{FAB246EC-5510-43AF-9F30-4487B2C39088}" dt="2024-09-17T04:17:40.647" v="5485" actId="2696"/>
        <pc:sldMkLst>
          <pc:docMk/>
          <pc:sldMk cId="2179376820" sldId="2134806464"/>
        </pc:sldMkLst>
      </pc:sldChg>
    </pc:docChg>
  </pc:docChgLst>
  <pc:docChgLst>
    <pc:chgData name="Thuy Ly" userId="S::thuy.ly@intelia.com.au::611f5afa-03f2-40e4-bbe6-ef0fa762d19c" providerId="AD" clId="Web-{42CA3D04-49FA-8239-10A2-E08B43720D0A}"/>
    <pc:docChg chg="modSld">
      <pc:chgData name="Thuy Ly" userId="S::thuy.ly@intelia.com.au::611f5afa-03f2-40e4-bbe6-ef0fa762d19c" providerId="AD" clId="Web-{42CA3D04-49FA-8239-10A2-E08B43720D0A}" dt="2024-09-09T05:45:53.068" v="133" actId="20577"/>
      <pc:docMkLst>
        <pc:docMk/>
      </pc:docMkLst>
      <pc:sldChg chg="addSp delSp modSp modCm modNotes">
        <pc:chgData name="Thuy Ly" userId="S::thuy.ly@intelia.com.au::611f5afa-03f2-40e4-bbe6-ef0fa762d19c" providerId="AD" clId="Web-{42CA3D04-49FA-8239-10A2-E08B43720D0A}" dt="2024-09-09T05:45:53.068" v="133" actId="20577"/>
        <pc:sldMkLst>
          <pc:docMk/>
          <pc:sldMk cId="1836725786" sldId="257"/>
        </pc:sldMkLst>
        <pc:spChg chg="mod">
          <ac:chgData name="Thuy Ly" userId="S::thuy.ly@intelia.com.au::611f5afa-03f2-40e4-bbe6-ef0fa762d19c" providerId="AD" clId="Web-{42CA3D04-49FA-8239-10A2-E08B43720D0A}" dt="2024-09-09T05:40:18.299" v="130" actId="1076"/>
          <ac:spMkLst>
            <pc:docMk/>
            <pc:sldMk cId="1836725786" sldId="257"/>
            <ac:spMk id="3" creationId="{FC67B7D1-3F19-2BCA-54ED-D02B2D7EDE72}"/>
          </ac:spMkLst>
        </pc:spChg>
        <pc:spChg chg="mod">
          <ac:chgData name="Thuy Ly" userId="S::thuy.ly@intelia.com.au::611f5afa-03f2-40e4-bbe6-ef0fa762d19c" providerId="AD" clId="Web-{42CA3D04-49FA-8239-10A2-E08B43720D0A}" dt="2024-09-09T04:02:37.511" v="118" actId="20577"/>
          <ac:spMkLst>
            <pc:docMk/>
            <pc:sldMk cId="1836725786" sldId="257"/>
            <ac:spMk id="4" creationId="{1762D708-DDFE-CFAB-4EBA-820BC48A4944}"/>
          </ac:spMkLst>
        </pc:spChg>
        <pc:spChg chg="mod">
          <ac:chgData name="Thuy Ly" userId="S::thuy.ly@intelia.com.au::611f5afa-03f2-40e4-bbe6-ef0fa762d19c" providerId="AD" clId="Web-{42CA3D04-49FA-8239-10A2-E08B43720D0A}" dt="2024-09-09T05:39:58.236" v="128" actId="1076"/>
          <ac:spMkLst>
            <pc:docMk/>
            <pc:sldMk cId="1836725786" sldId="257"/>
            <ac:spMk id="5" creationId="{FF5175A9-8969-B701-50EC-DB6BB659D8CB}"/>
          </ac:spMkLst>
        </pc:spChg>
        <pc:spChg chg="mod">
          <ac:chgData name="Thuy Ly" userId="S::thuy.ly@intelia.com.au::611f5afa-03f2-40e4-bbe6-ef0fa762d19c" providerId="AD" clId="Web-{42CA3D04-49FA-8239-10A2-E08B43720D0A}" dt="2024-09-09T05:45:53.068" v="133" actId="20577"/>
          <ac:spMkLst>
            <pc:docMk/>
            <pc:sldMk cId="1836725786" sldId="257"/>
            <ac:spMk id="23" creationId="{A21E5D37-428B-2E67-F4E6-08740D6B4F86}"/>
          </ac:spMkLst>
        </pc:spChg>
        <pc:spChg chg="mod">
          <ac:chgData name="Thuy Ly" userId="S::thuy.ly@intelia.com.au::611f5afa-03f2-40e4-bbe6-ef0fa762d19c" providerId="AD" clId="Web-{42CA3D04-49FA-8239-10A2-E08B43720D0A}" dt="2024-09-09T03:59:54.130" v="99" actId="20577"/>
          <ac:spMkLst>
            <pc:docMk/>
            <pc:sldMk cId="1836725786" sldId="257"/>
            <ac:spMk id="24" creationId="{54188DC0-D0FE-EA63-1873-8482ADFFEAF5}"/>
          </ac:spMkLst>
        </pc:spChg>
        <pc:spChg chg="mod">
          <ac:chgData name="Thuy Ly" userId="S::thuy.ly@intelia.com.au::611f5afa-03f2-40e4-bbe6-ef0fa762d19c" providerId="AD" clId="Web-{42CA3D04-49FA-8239-10A2-E08B43720D0A}" dt="2024-09-09T05:40:03.971" v="129" actId="1076"/>
          <ac:spMkLst>
            <pc:docMk/>
            <pc:sldMk cId="1836725786" sldId="257"/>
            <ac:spMk id="26" creationId="{C66AC46E-2735-98D6-F6F0-4163DEF07545}"/>
          </ac:spMkLst>
        </pc:spChg>
        <pc:spChg chg="mod">
          <ac:chgData name="Thuy Ly" userId="S::thuy.ly@intelia.com.au::611f5afa-03f2-40e4-bbe6-ef0fa762d19c" providerId="AD" clId="Web-{42CA3D04-49FA-8239-10A2-E08B43720D0A}" dt="2024-09-09T03:53:29.944" v="95" actId="1076"/>
          <ac:spMkLst>
            <pc:docMk/>
            <pc:sldMk cId="1836725786" sldId="257"/>
            <ac:spMk id="28" creationId="{1762D708-DDFE-CFAB-4EBA-820BC48A4944}"/>
          </ac:spMkLst>
        </pc:spChg>
        <pc:grpChg chg="add del">
          <ac:chgData name="Thuy Ly" userId="S::thuy.ly@intelia.com.au::611f5afa-03f2-40e4-bbe6-ef0fa762d19c" providerId="AD" clId="Web-{42CA3D04-49FA-8239-10A2-E08B43720D0A}" dt="2024-09-09T03:54:21.571" v="97"/>
          <ac:grpSpMkLst>
            <pc:docMk/>
            <pc:sldMk cId="1836725786" sldId="257"/>
            <ac:grpSpMk id="9" creationId="{1FC67E4C-73A2-897E-6348-7891123E92EE}"/>
          </ac:grpSpMkLst>
        </pc:grpChg>
        <pc:extLst>
          <p:ext xmlns:p="http://schemas.openxmlformats.org/presentationml/2006/main" uri="{D6D511B9-2390-475A-947B-AFAB55BFBCF1}">
            <pc226:cmChg xmlns:pc226="http://schemas.microsoft.com/office/powerpoint/2022/06/main/command" chg="mod">
              <pc226:chgData name="Thuy Ly" userId="S::thuy.ly@intelia.com.au::611f5afa-03f2-40e4-bbe6-ef0fa762d19c" providerId="AD" clId="Web-{42CA3D04-49FA-8239-10A2-E08B43720D0A}" dt="2024-09-09T05:45:38.255" v="131" actId="20577"/>
              <pc2:cmMkLst xmlns:pc2="http://schemas.microsoft.com/office/powerpoint/2019/9/main/command">
                <pc:docMk/>
                <pc:sldMk cId="1836725786" sldId="257"/>
                <pc2:cmMk id="{57CC14AA-5522-AC43-97EB-39B353D080B5}"/>
              </pc2:cmMkLst>
            </pc226:cmChg>
          </p:ext>
        </pc:extLst>
      </pc:sldChg>
    </pc:docChg>
  </pc:docChgLst>
  <pc:docChgLst>
    <pc:chgData name="Thuy Ly" userId="S::thuy.ly@intelia.com.au::611f5afa-03f2-40e4-bbe6-ef0fa762d19c" providerId="AD" clId="Web-{6D0BEA98-27C3-468E-9E2A-730B4D074FDD}"/>
    <pc:docChg chg="modSld">
      <pc:chgData name="Thuy Ly" userId="S::thuy.ly@intelia.com.au::611f5afa-03f2-40e4-bbe6-ef0fa762d19c" providerId="AD" clId="Web-{6D0BEA98-27C3-468E-9E2A-730B4D074FDD}" dt="2024-09-18T23:08:42.653" v="2" actId="20577"/>
      <pc:docMkLst>
        <pc:docMk/>
      </pc:docMkLst>
      <pc:sldChg chg="modSp">
        <pc:chgData name="Thuy Ly" userId="S::thuy.ly@intelia.com.au::611f5afa-03f2-40e4-bbe6-ef0fa762d19c" providerId="AD" clId="Web-{6D0BEA98-27C3-468E-9E2A-730B4D074FDD}" dt="2024-09-18T23:08:42.653" v="2" actId="20577"/>
        <pc:sldMkLst>
          <pc:docMk/>
          <pc:sldMk cId="287958069" sldId="2134806461"/>
        </pc:sldMkLst>
        <pc:spChg chg="mod">
          <ac:chgData name="Thuy Ly" userId="S::thuy.ly@intelia.com.au::611f5afa-03f2-40e4-bbe6-ef0fa762d19c" providerId="AD" clId="Web-{6D0BEA98-27C3-468E-9E2A-730B4D074FDD}" dt="2024-09-18T23:08:42.653" v="2" actId="20577"/>
          <ac:spMkLst>
            <pc:docMk/>
            <pc:sldMk cId="287958069" sldId="2134806461"/>
            <ac:spMk id="4" creationId="{1762D708-DDFE-CFAB-4EBA-820BC48A4944}"/>
          </ac:spMkLst>
        </pc:spChg>
      </pc:sldChg>
    </pc:docChg>
  </pc:docChgLst>
  <pc:docChgLst>
    <pc:chgData name="Thuy Ly" userId="611f5afa-03f2-40e4-bbe6-ef0fa762d19c" providerId="ADAL" clId="{56FF7824-6732-4BB0-9E37-DF913BCEABB2}"/>
    <pc:docChg chg="undo custSel addSld delSld modSld">
      <pc:chgData name="Thuy Ly" userId="611f5afa-03f2-40e4-bbe6-ef0fa762d19c" providerId="ADAL" clId="{56FF7824-6732-4BB0-9E37-DF913BCEABB2}" dt="2024-09-12T05:54:50.119" v="1540" actId="2696"/>
      <pc:docMkLst>
        <pc:docMk/>
      </pc:docMkLst>
      <pc:sldChg chg="addSp delSp modSp del mod delCm modCm modNotesTx">
        <pc:chgData name="Thuy Ly" userId="611f5afa-03f2-40e4-bbe6-ef0fa762d19c" providerId="ADAL" clId="{56FF7824-6732-4BB0-9E37-DF913BCEABB2}" dt="2024-09-12T05:54:50.119" v="1540" actId="2696"/>
        <pc:sldMkLst>
          <pc:docMk/>
          <pc:sldMk cId="1836725786" sldId="257"/>
        </pc:sldMkLst>
        <pc:spChg chg="mod">
          <ac:chgData name="Thuy Ly" userId="611f5afa-03f2-40e4-bbe6-ef0fa762d19c" providerId="ADAL" clId="{56FF7824-6732-4BB0-9E37-DF913BCEABB2}" dt="2024-09-09T06:41:48.692" v="1331" actId="1036"/>
          <ac:spMkLst>
            <pc:docMk/>
            <pc:sldMk cId="1836725786" sldId="257"/>
            <ac:spMk id="3" creationId="{FC67B7D1-3F19-2BCA-54ED-D02B2D7EDE72}"/>
          </ac:spMkLst>
        </pc:spChg>
        <pc:spChg chg="mod">
          <ac:chgData name="Thuy Ly" userId="611f5afa-03f2-40e4-bbe6-ef0fa762d19c" providerId="ADAL" clId="{56FF7824-6732-4BB0-9E37-DF913BCEABB2}" dt="2024-09-09T06:40:53.667" v="1310" actId="20577"/>
          <ac:spMkLst>
            <pc:docMk/>
            <pc:sldMk cId="1836725786" sldId="257"/>
            <ac:spMk id="4" creationId="{1762D708-DDFE-CFAB-4EBA-820BC48A4944}"/>
          </ac:spMkLst>
        </pc:spChg>
        <pc:spChg chg="mod">
          <ac:chgData name="Thuy Ly" userId="611f5afa-03f2-40e4-bbe6-ef0fa762d19c" providerId="ADAL" clId="{56FF7824-6732-4BB0-9E37-DF913BCEABB2}" dt="2024-09-09T06:41:52.878" v="1332" actId="1036"/>
          <ac:spMkLst>
            <pc:docMk/>
            <pc:sldMk cId="1836725786" sldId="257"/>
            <ac:spMk id="5" creationId="{FF5175A9-8969-B701-50EC-DB6BB659D8CB}"/>
          </ac:spMkLst>
        </pc:spChg>
        <pc:spChg chg="add mod">
          <ac:chgData name="Thuy Ly" userId="611f5afa-03f2-40e4-bbe6-ef0fa762d19c" providerId="ADAL" clId="{56FF7824-6732-4BB0-9E37-DF913BCEABB2}" dt="2024-09-11T04:15:27.209" v="1538" actId="20577"/>
          <ac:spMkLst>
            <pc:docMk/>
            <pc:sldMk cId="1836725786" sldId="257"/>
            <ac:spMk id="6" creationId="{54188DC0-D0FE-EA63-1873-8482ADFFEAF5}"/>
          </ac:spMkLst>
        </pc:spChg>
        <pc:spChg chg="mod">
          <ac:chgData name="Thuy Ly" userId="611f5afa-03f2-40e4-bbe6-ef0fa762d19c" providerId="ADAL" clId="{56FF7824-6732-4BB0-9E37-DF913BCEABB2}" dt="2024-09-09T06:47:19.145" v="1399" actId="20577"/>
          <ac:spMkLst>
            <pc:docMk/>
            <pc:sldMk cId="1836725786" sldId="257"/>
            <ac:spMk id="15" creationId="{CD324C2E-9ED2-FD3D-F0AA-E97D44868E6C}"/>
          </ac:spMkLst>
        </pc:spChg>
        <pc:spChg chg="mod">
          <ac:chgData name="Thuy Ly" userId="611f5afa-03f2-40e4-bbe6-ef0fa762d19c" providerId="ADAL" clId="{56FF7824-6732-4BB0-9E37-DF913BCEABB2}" dt="2024-09-09T06:43:46.783" v="1349" actId="20577"/>
          <ac:spMkLst>
            <pc:docMk/>
            <pc:sldMk cId="1836725786" sldId="257"/>
            <ac:spMk id="23" creationId="{A21E5D37-428B-2E67-F4E6-08740D6B4F86}"/>
          </ac:spMkLst>
        </pc:spChg>
        <pc:spChg chg="del mod">
          <ac:chgData name="Thuy Ly" userId="611f5afa-03f2-40e4-bbe6-ef0fa762d19c" providerId="ADAL" clId="{56FF7824-6732-4BB0-9E37-DF913BCEABB2}" dt="2024-09-09T06:16:46.259" v="818" actId="478"/>
          <ac:spMkLst>
            <pc:docMk/>
            <pc:sldMk cId="1836725786" sldId="257"/>
            <ac:spMk id="24" creationId="{54188DC0-D0FE-EA63-1873-8482ADFFEAF5}"/>
          </ac:spMkLst>
        </pc:spChg>
        <pc:spChg chg="mod">
          <ac:chgData name="Thuy Ly" userId="611f5afa-03f2-40e4-bbe6-ef0fa762d19c" providerId="ADAL" clId="{56FF7824-6732-4BB0-9E37-DF913BCEABB2}" dt="2024-09-09T07:12:32.728" v="1415" actId="255"/>
          <ac:spMkLst>
            <pc:docMk/>
            <pc:sldMk cId="1836725786" sldId="257"/>
            <ac:spMk id="25" creationId="{EA7C1E8D-2B3C-F2D1-E212-1AF5BADCD60C}"/>
          </ac:spMkLst>
        </pc:spChg>
        <pc:spChg chg="mod">
          <ac:chgData name="Thuy Ly" userId="611f5afa-03f2-40e4-bbe6-ef0fa762d19c" providerId="ADAL" clId="{56FF7824-6732-4BB0-9E37-DF913BCEABB2}" dt="2024-09-09T06:41:30.262" v="1326" actId="1076"/>
          <ac:spMkLst>
            <pc:docMk/>
            <pc:sldMk cId="1836725786" sldId="257"/>
            <ac:spMk id="26" creationId="{C66AC46E-2735-98D6-F6F0-4163DEF07545}"/>
          </ac:spMkLst>
        </pc:spChg>
        <pc:spChg chg="del mod">
          <ac:chgData name="Thuy Ly" userId="611f5afa-03f2-40e4-bbe6-ef0fa762d19c" providerId="ADAL" clId="{56FF7824-6732-4BB0-9E37-DF913BCEABB2}" dt="2024-09-09T05:47:19.200" v="3" actId="478"/>
          <ac:spMkLst>
            <pc:docMk/>
            <pc:sldMk cId="1836725786" sldId="257"/>
            <ac:spMk id="28" creationId="{1762D708-DDFE-CFAB-4EBA-820BC48A4944}"/>
          </ac:spMkLst>
        </pc:spChg>
        <pc:spChg chg="mod">
          <ac:chgData name="Thuy Ly" userId="611f5afa-03f2-40e4-bbe6-ef0fa762d19c" providerId="ADAL" clId="{56FF7824-6732-4BB0-9E37-DF913BCEABB2}" dt="2024-09-09T06:24:42.335" v="1055" actId="20577"/>
          <ac:spMkLst>
            <pc:docMk/>
            <pc:sldMk cId="1836725786" sldId="257"/>
            <ac:spMk id="39" creationId="{B0A14E16-6211-D3B5-C236-8D6E6A379CB9}"/>
          </ac:spMkLst>
        </pc:spChg>
        <pc:grpChg chg="mod">
          <ac:chgData name="Thuy Ly" userId="611f5afa-03f2-40e4-bbe6-ef0fa762d19c" providerId="ADAL" clId="{56FF7824-6732-4BB0-9E37-DF913BCEABB2}" dt="2024-09-09T06:06:14.575" v="602" actId="1036"/>
          <ac:grpSpMkLst>
            <pc:docMk/>
            <pc:sldMk cId="1836725786" sldId="257"/>
            <ac:grpSpMk id="31" creationId="{EFDBFCB3-F3ED-B667-53B1-2F85A1D95499}"/>
          </ac:grpSpMkLst>
        </pc:grpChg>
        <pc:extLst>
          <p:ext xmlns:p="http://schemas.openxmlformats.org/presentationml/2006/main" uri="{D6D511B9-2390-475A-947B-AFAB55BFBCF1}">
            <pc226:cmChg xmlns:pc226="http://schemas.microsoft.com/office/powerpoint/2022/06/main/command" chg="mod">
              <pc226:chgData name="Thuy Ly" userId="611f5afa-03f2-40e4-bbe6-ef0fa762d19c" providerId="ADAL" clId="{56FF7824-6732-4BB0-9E37-DF913BCEABB2}" dt="2024-09-09T05:47:19.214" v="4" actId="2056"/>
              <pc2:cmMkLst xmlns:pc2="http://schemas.microsoft.com/office/powerpoint/2019/9/main/command">
                <pc:docMk/>
                <pc:sldMk cId="1836725786" sldId="257"/>
                <pc2:cmMk id="{382C5B13-FA4D-7040-A2E2-AE32F3E01765}"/>
              </pc2:cmMkLst>
            </pc226:cmChg>
            <pc226:cmChg xmlns:pc226="http://schemas.microsoft.com/office/powerpoint/2022/06/main/command" chg="del mod">
              <pc226:chgData name="Thuy Ly" userId="611f5afa-03f2-40e4-bbe6-ef0fa762d19c" providerId="ADAL" clId="{56FF7824-6732-4BB0-9E37-DF913BCEABB2}" dt="2024-09-09T05:57:12.969" v="194"/>
              <pc2:cmMkLst xmlns:pc2="http://schemas.microsoft.com/office/powerpoint/2019/9/main/command">
                <pc:docMk/>
                <pc:sldMk cId="1836725786" sldId="257"/>
                <pc2:cmMk id="{66512B66-CDCA-3E45-ABCE-84569F16AAB9}"/>
              </pc2:cmMkLst>
            </pc226:cmChg>
            <pc226:cmChg xmlns:pc226="http://schemas.microsoft.com/office/powerpoint/2022/06/main/command" chg="mod">
              <pc226:chgData name="Thuy Ly" userId="611f5afa-03f2-40e4-bbe6-ef0fa762d19c" providerId="ADAL" clId="{56FF7824-6732-4BB0-9E37-DF913BCEABB2}" dt="2024-09-09T05:55:44.804" v="191"/>
              <pc2:cmMkLst xmlns:pc2="http://schemas.microsoft.com/office/powerpoint/2019/9/main/command">
                <pc:docMk/>
                <pc:sldMk cId="1836725786" sldId="257"/>
                <pc2:cmMk id="{AD246386-FCFE-AF41-BDA9-D07969025560}"/>
              </pc2:cmMkLst>
            </pc226:cmChg>
            <pc226:cmChg xmlns:pc226="http://schemas.microsoft.com/office/powerpoint/2022/06/main/command" chg="mod">
              <pc226:chgData name="Thuy Ly" userId="611f5afa-03f2-40e4-bbe6-ef0fa762d19c" providerId="ADAL" clId="{56FF7824-6732-4BB0-9E37-DF913BCEABB2}" dt="2024-09-09T06:16:46.283" v="819" actId="2056"/>
              <pc2:cmMkLst xmlns:pc2="http://schemas.microsoft.com/office/powerpoint/2019/9/main/command">
                <pc:docMk/>
                <pc:sldMk cId="1836725786" sldId="257"/>
                <pc2:cmMk id="{57CC14AA-5522-AC43-97EB-39B353D080B5}"/>
              </pc2:cmMkLst>
            </pc226:cmChg>
          </p:ext>
        </pc:extLst>
      </pc:sldChg>
      <pc:sldChg chg="addSp delSp modSp add del mod">
        <pc:chgData name="Thuy Ly" userId="611f5afa-03f2-40e4-bbe6-ef0fa762d19c" providerId="ADAL" clId="{56FF7824-6732-4BB0-9E37-DF913BCEABB2}" dt="2024-09-09T06:46:02.999" v="1388" actId="2696"/>
        <pc:sldMkLst>
          <pc:docMk/>
          <pc:sldMk cId="4083903969" sldId="258"/>
        </pc:sldMkLst>
        <pc:spChg chg="add mod">
          <ac:chgData name="Thuy Ly" userId="611f5afa-03f2-40e4-bbe6-ef0fa762d19c" providerId="ADAL" clId="{56FF7824-6732-4BB0-9E37-DF913BCEABB2}" dt="2024-09-09T06:42:16.284" v="1333" actId="1076"/>
          <ac:spMkLst>
            <pc:docMk/>
            <pc:sldMk cId="4083903969" sldId="258"/>
            <ac:spMk id="6" creationId="{62ACAF88-2564-256B-5E8A-A70AAA02D5B6}"/>
          </ac:spMkLst>
        </pc:spChg>
        <pc:spChg chg="mod">
          <ac:chgData name="Thuy Ly" userId="611f5afa-03f2-40e4-bbe6-ef0fa762d19c" providerId="ADAL" clId="{56FF7824-6732-4BB0-9E37-DF913BCEABB2}" dt="2024-09-09T06:15:39.902" v="814" actId="14100"/>
          <ac:spMkLst>
            <pc:docMk/>
            <pc:sldMk cId="4083903969" sldId="258"/>
            <ac:spMk id="23" creationId="{A21E5D37-428B-2E67-F4E6-08740D6B4F86}"/>
          </ac:spMkLst>
        </pc:spChg>
        <pc:spChg chg="del mod">
          <ac:chgData name="Thuy Ly" userId="611f5afa-03f2-40e4-bbe6-ef0fa762d19c" providerId="ADAL" clId="{56FF7824-6732-4BB0-9E37-DF913BCEABB2}" dt="2024-09-09T06:16:41.278" v="817" actId="21"/>
          <ac:spMkLst>
            <pc:docMk/>
            <pc:sldMk cId="4083903969" sldId="258"/>
            <ac:spMk id="24" creationId="{54188DC0-D0FE-EA63-1873-8482ADFFEAF5}"/>
          </ac:spMkLst>
        </pc:spChg>
      </pc:sldChg>
      <pc:sldChg chg="add">
        <pc:chgData name="Thuy Ly" userId="611f5afa-03f2-40e4-bbe6-ef0fa762d19c" providerId="ADAL" clId="{56FF7824-6732-4BB0-9E37-DF913BCEABB2}" dt="2024-09-12T05:54:20.898" v="1539"/>
        <pc:sldMkLst>
          <pc:docMk/>
          <pc:sldMk cId="287958069" sldId="2134806461"/>
        </pc:sldMkLst>
      </pc:sldChg>
    </pc:docChg>
  </pc:docChgLst>
  <pc:docChgLst>
    <pc:chgData name="Thuy Ly" userId="S::thuy.ly@intelia.com.au::611f5afa-03f2-40e4-bbe6-ef0fa762d19c" providerId="AD" clId="Web-{9D36D7A1-C85D-C16F-1960-F7852404CFD4}"/>
    <pc:docChg chg="addSld modSld">
      <pc:chgData name="Thuy Ly" userId="S::thuy.ly@intelia.com.au::611f5afa-03f2-40e4-bbe6-ef0fa762d19c" providerId="AD" clId="Web-{9D36D7A1-C85D-C16F-1960-F7852404CFD4}" dt="2024-09-16T05:23:59.261" v="451" actId="20577"/>
      <pc:docMkLst>
        <pc:docMk/>
      </pc:docMkLst>
      <pc:sldChg chg="modSp new">
        <pc:chgData name="Thuy Ly" userId="S::thuy.ly@intelia.com.au::611f5afa-03f2-40e4-bbe6-ef0fa762d19c" providerId="AD" clId="Web-{9D36D7A1-C85D-C16F-1960-F7852404CFD4}" dt="2024-09-16T05:23:59.261" v="451" actId="20577"/>
        <pc:sldMkLst>
          <pc:docMk/>
          <pc:sldMk cId="2444268604" sldId="2134806462"/>
        </pc:sldMkLst>
        <pc:spChg chg="mod">
          <ac:chgData name="Thuy Ly" userId="S::thuy.ly@intelia.com.au::611f5afa-03f2-40e4-bbe6-ef0fa762d19c" providerId="AD" clId="Web-{9D36D7A1-C85D-C16F-1960-F7852404CFD4}" dt="2024-09-16T05:23:59.261" v="451" actId="20577"/>
          <ac:spMkLst>
            <pc:docMk/>
            <pc:sldMk cId="2444268604" sldId="2134806462"/>
            <ac:spMk id="3" creationId="{EE184260-C570-8383-633D-3CB9AAD58FA0}"/>
          </ac:spMkLst>
        </pc:spChg>
      </pc:sldChg>
    </pc:docChg>
  </pc:docChgLst>
  <pc:docChgLst>
    <pc:chgData name="Andrew Nisbett" userId="2cdcd649-906d-48e9-836a-3bd72dc5b482" providerId="ADAL" clId="{29222B84-861A-485E-B0AC-D2EF85D14C9E}"/>
    <pc:docChg chg="modSld">
      <pc:chgData name="Andrew Nisbett" userId="2cdcd649-906d-48e9-836a-3bd72dc5b482" providerId="ADAL" clId="{29222B84-861A-485E-B0AC-D2EF85D14C9E}" dt="2024-03-21T23:17:29.592" v="0" actId="20577"/>
      <pc:docMkLst>
        <pc:docMk/>
      </pc:docMkLst>
      <pc:sldChg chg="modSp mod modCm">
        <pc:chgData name="Andrew Nisbett" userId="2cdcd649-906d-48e9-836a-3bd72dc5b482" providerId="ADAL" clId="{29222B84-861A-485E-B0AC-D2EF85D14C9E}" dt="2024-03-21T23:17:29.592" v="0" actId="20577"/>
        <pc:sldMkLst>
          <pc:docMk/>
          <pc:sldMk cId="1836725786" sldId="257"/>
        </pc:sldMkLst>
        <pc:spChg chg="mod">
          <ac:chgData name="Andrew Nisbett" userId="2cdcd649-906d-48e9-836a-3bd72dc5b482" providerId="ADAL" clId="{29222B84-861A-485E-B0AC-D2EF85D14C9E}" dt="2024-03-21T23:17:29.592" v="0" actId="20577"/>
          <ac:spMkLst>
            <pc:docMk/>
            <pc:sldMk cId="1836725786" sldId="257"/>
            <ac:spMk id="24" creationId="{54188DC0-D0FE-EA63-1873-8482ADFFEAF5}"/>
          </ac:spMkLst>
        </pc:spChg>
        <pc:extLst>
          <p:ext xmlns:p="http://schemas.openxmlformats.org/presentationml/2006/main" uri="{D6D511B9-2390-475A-947B-AFAB55BFBCF1}">
            <pc226:cmChg xmlns:pc226="http://schemas.microsoft.com/office/powerpoint/2022/06/main/command" chg="mod">
              <pc226:chgData name="Andrew Nisbett" userId="2cdcd649-906d-48e9-836a-3bd72dc5b482" providerId="ADAL" clId="{29222B84-861A-485E-B0AC-D2EF85D14C9E}" dt="2024-03-21T23:17:29.592" v="0" actId="20577"/>
              <pc2:cmMkLst xmlns:pc2="http://schemas.microsoft.com/office/powerpoint/2019/9/main/command">
                <pc:docMk/>
                <pc:sldMk cId="1836725786" sldId="257"/>
                <pc2:cmMk id="{57CC14AA-5522-AC43-97EB-39B353D080B5}"/>
              </pc2:cmMkLst>
            </pc226:cmChg>
          </p:ext>
        </pc:extLst>
      </pc:sldChg>
    </pc:docChg>
  </pc:docChgLst>
  <pc:docChgLst>
    <pc:chgData name="Linny Xavier" userId="f81a16b5-ebc0-49fb-a22f-6a788cc0775e" providerId="ADAL" clId="{8F510A40-FFFD-408F-84DE-B6909A105671}"/>
    <pc:docChg chg="undo custSel modSld">
      <pc:chgData name="Linny Xavier" userId="f81a16b5-ebc0-49fb-a22f-6a788cc0775e" providerId="ADAL" clId="{8F510A40-FFFD-408F-84DE-B6909A105671}" dt="2024-09-17T05:31:37.819" v="405" actId="948"/>
      <pc:docMkLst>
        <pc:docMk/>
      </pc:docMkLst>
      <pc:sldChg chg="addSp delSp modSp mod modCm">
        <pc:chgData name="Linny Xavier" userId="f81a16b5-ebc0-49fb-a22f-6a788cc0775e" providerId="ADAL" clId="{8F510A40-FFFD-408F-84DE-B6909A105671}" dt="2024-09-17T05:31:37.819" v="405" actId="948"/>
        <pc:sldMkLst>
          <pc:docMk/>
          <pc:sldMk cId="287958069" sldId="2134806461"/>
        </pc:sldMkLst>
        <pc:spChg chg="add del mod">
          <ac:chgData name="Linny Xavier" userId="f81a16b5-ebc0-49fb-a22f-6a788cc0775e" providerId="ADAL" clId="{8F510A40-FFFD-408F-84DE-B6909A105671}" dt="2024-09-17T05:14:14.643" v="236" actId="478"/>
          <ac:spMkLst>
            <pc:docMk/>
            <pc:sldMk cId="287958069" sldId="2134806461"/>
            <ac:spMk id="3" creationId="{3902D7E0-361A-49B8-C194-F9A4B44A3DC8}"/>
          </ac:spMkLst>
        </pc:spChg>
        <pc:spChg chg="mod">
          <ac:chgData name="Linny Xavier" userId="f81a16b5-ebc0-49fb-a22f-6a788cc0775e" providerId="ADAL" clId="{8F510A40-FFFD-408F-84DE-B6909A105671}" dt="2024-09-17T05:28:36.323" v="392" actId="948"/>
          <ac:spMkLst>
            <pc:docMk/>
            <pc:sldMk cId="287958069" sldId="2134806461"/>
            <ac:spMk id="4" creationId="{1762D708-DDFE-CFAB-4EBA-820BC48A4944}"/>
          </ac:spMkLst>
        </pc:spChg>
        <pc:spChg chg="mod">
          <ac:chgData name="Linny Xavier" userId="f81a16b5-ebc0-49fb-a22f-6a788cc0775e" providerId="ADAL" clId="{8F510A40-FFFD-408F-84DE-B6909A105671}" dt="2024-09-17T05:24:49.082" v="384" actId="948"/>
          <ac:spMkLst>
            <pc:docMk/>
            <pc:sldMk cId="287958069" sldId="2134806461"/>
            <ac:spMk id="6" creationId="{54188DC0-D0FE-EA63-1873-8482ADFFEAF5}"/>
          </ac:spMkLst>
        </pc:spChg>
        <pc:spChg chg="mod">
          <ac:chgData name="Linny Xavier" userId="f81a16b5-ebc0-49fb-a22f-6a788cc0775e" providerId="ADAL" clId="{8F510A40-FFFD-408F-84DE-B6909A105671}" dt="2024-09-17T05:30:45.054" v="398" actId="1076"/>
          <ac:spMkLst>
            <pc:docMk/>
            <pc:sldMk cId="287958069" sldId="2134806461"/>
            <ac:spMk id="7" creationId="{E711BE27-5883-E69E-8813-488CC030E289}"/>
          </ac:spMkLst>
        </pc:spChg>
        <pc:spChg chg="mod">
          <ac:chgData name="Linny Xavier" userId="f81a16b5-ebc0-49fb-a22f-6a788cc0775e" providerId="ADAL" clId="{8F510A40-FFFD-408F-84DE-B6909A105671}" dt="2024-09-17T05:31:37.819" v="405" actId="948"/>
          <ac:spMkLst>
            <pc:docMk/>
            <pc:sldMk cId="287958069" sldId="2134806461"/>
            <ac:spMk id="10" creationId="{709D685C-B28C-4926-FECE-FA69ABAD157E}"/>
          </ac:spMkLst>
        </pc:spChg>
        <pc:spChg chg="mod">
          <ac:chgData name="Linny Xavier" userId="f81a16b5-ebc0-49fb-a22f-6a788cc0775e" providerId="ADAL" clId="{8F510A40-FFFD-408F-84DE-B6909A105671}" dt="2024-09-17T05:24:43.079" v="383" actId="948"/>
          <ac:spMkLst>
            <pc:docMk/>
            <pc:sldMk cId="287958069" sldId="2134806461"/>
            <ac:spMk id="23" creationId="{A21E5D37-428B-2E67-F4E6-08740D6B4F86}"/>
          </ac:spMkLst>
        </pc:spChg>
        <pc:spChg chg="mod">
          <ac:chgData name="Linny Xavier" userId="f81a16b5-ebc0-49fb-a22f-6a788cc0775e" providerId="ADAL" clId="{8F510A40-FFFD-408F-84DE-B6909A105671}" dt="2024-09-17T05:20:13.005" v="370" actId="20577"/>
          <ac:spMkLst>
            <pc:docMk/>
            <pc:sldMk cId="287958069" sldId="2134806461"/>
            <ac:spMk id="25" creationId="{EA7C1E8D-2B3C-F2D1-E212-1AF5BADCD60C}"/>
          </ac:spMkLst>
        </pc:spChg>
        <pc:spChg chg="mod">
          <ac:chgData name="Linny Xavier" userId="f81a16b5-ebc0-49fb-a22f-6a788cc0775e" providerId="ADAL" clId="{8F510A40-FFFD-408F-84DE-B6909A105671}" dt="2024-09-17T05:19:18.685" v="352" actId="948"/>
          <ac:spMkLst>
            <pc:docMk/>
            <pc:sldMk cId="287958069" sldId="2134806461"/>
            <ac:spMk id="26" creationId="{C66AC46E-2735-98D6-F6F0-4163DEF07545}"/>
          </ac:spMkLst>
        </pc:spChg>
        <pc:spChg chg="mod">
          <ac:chgData name="Linny Xavier" userId="f81a16b5-ebc0-49fb-a22f-6a788cc0775e" providerId="ADAL" clId="{8F510A40-FFFD-408F-84DE-B6909A105671}" dt="2024-09-17T05:30:04.925" v="395" actId="1076"/>
          <ac:spMkLst>
            <pc:docMk/>
            <pc:sldMk cId="287958069" sldId="2134806461"/>
            <ac:spMk id="39" creationId="{B0A14E16-6211-D3B5-C236-8D6E6A379CB9}"/>
          </ac:spMkLst>
        </pc:spChg>
        <pc:spChg chg="mod">
          <ac:chgData name="Linny Xavier" userId="f81a16b5-ebc0-49fb-a22f-6a788cc0775e" providerId="ADAL" clId="{8F510A40-FFFD-408F-84DE-B6909A105671}" dt="2024-09-17T05:25:12.562" v="387" actId="1076"/>
          <ac:spMkLst>
            <pc:docMk/>
            <pc:sldMk cId="287958069" sldId="2134806461"/>
            <ac:spMk id="41" creationId="{F0660766-C7E2-198A-510D-FB47BA3785BD}"/>
          </ac:spMkLst>
        </pc:spChg>
        <pc:spChg chg="mod">
          <ac:chgData name="Linny Xavier" userId="f81a16b5-ebc0-49fb-a22f-6a788cc0775e" providerId="ADAL" clId="{8F510A40-FFFD-408F-84DE-B6909A105671}" dt="2024-09-17T05:25:12.562" v="387" actId="1076"/>
          <ac:spMkLst>
            <pc:docMk/>
            <pc:sldMk cId="287958069" sldId="2134806461"/>
            <ac:spMk id="43" creationId="{209DAB07-BC1C-9636-6150-68D736197C39}"/>
          </ac:spMkLst>
        </pc:spChg>
        <pc:spChg chg="mod">
          <ac:chgData name="Linny Xavier" userId="f81a16b5-ebc0-49fb-a22f-6a788cc0775e" providerId="ADAL" clId="{8F510A40-FFFD-408F-84DE-B6909A105671}" dt="2024-09-17T05:25:12.562" v="387" actId="1076"/>
          <ac:spMkLst>
            <pc:docMk/>
            <pc:sldMk cId="287958069" sldId="2134806461"/>
            <ac:spMk id="45" creationId="{A0B375ED-5B17-C556-17A5-4D9467D58521}"/>
          </ac:spMkLst>
        </pc:spChg>
        <pc:grpChg chg="mod">
          <ac:chgData name="Linny Xavier" userId="f81a16b5-ebc0-49fb-a22f-6a788cc0775e" providerId="ADAL" clId="{8F510A40-FFFD-408F-84DE-B6909A105671}" dt="2024-09-17T05:30:49.932" v="399" actId="1076"/>
          <ac:grpSpMkLst>
            <pc:docMk/>
            <pc:sldMk cId="287958069" sldId="2134806461"/>
            <ac:grpSpMk id="8" creationId="{A98903F0-0F32-6944-21F9-9F810D44995C}"/>
          </ac:grpSpMkLst>
        </pc:grpChg>
        <pc:grpChg chg="mod">
          <ac:chgData name="Linny Xavier" userId="f81a16b5-ebc0-49fb-a22f-6a788cc0775e" providerId="ADAL" clId="{8F510A40-FFFD-408F-84DE-B6909A105671}" dt="2024-09-17T05:30:02.025" v="394" actId="1076"/>
          <ac:grpSpMkLst>
            <pc:docMk/>
            <pc:sldMk cId="287958069" sldId="2134806461"/>
            <ac:grpSpMk id="40" creationId="{8E5AC439-79DA-E440-79C8-A9EDED65B305}"/>
          </ac:grpSpMkLst>
        </pc:grpChg>
        <pc:picChg chg="mod">
          <ac:chgData name="Linny Xavier" userId="f81a16b5-ebc0-49fb-a22f-6a788cc0775e" providerId="ADAL" clId="{8F510A40-FFFD-408F-84DE-B6909A105671}" dt="2024-09-17T05:25:12.562" v="387" actId="1076"/>
          <ac:picMkLst>
            <pc:docMk/>
            <pc:sldMk cId="287958069" sldId="2134806461"/>
            <ac:picMk id="42" creationId="{4AE8F55D-6743-1891-D55D-B8CA1A744126}"/>
          </ac:picMkLst>
        </pc:picChg>
        <pc:picChg chg="mod">
          <ac:chgData name="Linny Xavier" userId="f81a16b5-ebc0-49fb-a22f-6a788cc0775e" providerId="ADAL" clId="{8F510A40-FFFD-408F-84DE-B6909A105671}" dt="2024-09-17T05:25:12.562" v="387" actId="1076"/>
          <ac:picMkLst>
            <pc:docMk/>
            <pc:sldMk cId="287958069" sldId="2134806461"/>
            <ac:picMk id="46" creationId="{53D9A795-AAEB-18A8-48D1-9A8B412C708B}"/>
          </ac:picMkLst>
        </pc:picChg>
        <pc:cxnChg chg="mod">
          <ac:chgData name="Linny Xavier" userId="f81a16b5-ebc0-49fb-a22f-6a788cc0775e" providerId="ADAL" clId="{8F510A40-FFFD-408F-84DE-B6909A105671}" dt="2024-09-17T05:18:35.748" v="348" actId="14100"/>
          <ac:cxnSpMkLst>
            <pc:docMk/>
            <pc:sldMk cId="287958069" sldId="2134806461"/>
            <ac:cxnSpMk id="20" creationId="{BE0D2C8A-B3B2-2928-7B96-948A4BD3F81C}"/>
          </ac:cxnSpMkLst>
        </pc:cxnChg>
        <pc:cxnChg chg="mod">
          <ac:chgData name="Linny Xavier" userId="f81a16b5-ebc0-49fb-a22f-6a788cc0775e" providerId="ADAL" clId="{8F510A40-FFFD-408F-84DE-B6909A105671}" dt="2024-09-17T05:18:50.899" v="351" actId="14100"/>
          <ac:cxnSpMkLst>
            <pc:docMk/>
            <pc:sldMk cId="287958069" sldId="2134806461"/>
            <ac:cxnSpMk id="75" creationId="{7594B3FF-E945-5D47-0FA3-057E4E7A6C97}"/>
          </ac:cxnSpMkLst>
        </pc:cxnChg>
        <pc:extLst>
          <p:ext xmlns:p="http://schemas.openxmlformats.org/presentationml/2006/main" uri="{D6D511B9-2390-475A-947B-AFAB55BFBCF1}">
            <pc226:cmChg xmlns:pc226="http://schemas.microsoft.com/office/powerpoint/2022/06/main/command" chg="mod">
              <pc226:chgData name="Linny Xavier" userId="f81a16b5-ebc0-49fb-a22f-6a788cc0775e" providerId="ADAL" clId="{8F510A40-FFFD-408F-84DE-B6909A105671}" dt="2024-09-17T05:17:26.103" v="346" actId="20577"/>
              <pc2:cmMkLst xmlns:pc2="http://schemas.microsoft.com/office/powerpoint/2019/9/main/command">
                <pc:docMk/>
                <pc:sldMk cId="287958069" sldId="2134806461"/>
                <pc2:cmMk id="{7FD2F8A8-E366-45F5-AF09-1EB4C3F24A9C}"/>
              </pc2:cmMkLst>
            </pc226:cmChg>
          </p:ext>
        </pc:extLst>
      </pc:sldChg>
    </pc:docChg>
  </pc:docChgLst>
  <pc:docChgLst>
    <pc:chgData name="Thuy Ly" userId="S::thuy.ly@intelia.com.au::611f5afa-03f2-40e4-bbe6-ef0fa762d19c" providerId="AD" clId="Web-{892C9B26-2B00-CE0B-641F-7ABA5AE238D9}"/>
    <pc:docChg chg="modSld">
      <pc:chgData name="Thuy Ly" userId="S::thuy.ly@intelia.com.au::611f5afa-03f2-40e4-bbe6-ef0fa762d19c" providerId="AD" clId="Web-{892C9B26-2B00-CE0B-641F-7ABA5AE238D9}" dt="2024-09-11T04:08:16.551" v="9" actId="20577"/>
      <pc:docMkLst>
        <pc:docMk/>
      </pc:docMkLst>
      <pc:sldChg chg="modSp">
        <pc:chgData name="Thuy Ly" userId="S::thuy.ly@intelia.com.au::611f5afa-03f2-40e4-bbe6-ef0fa762d19c" providerId="AD" clId="Web-{892C9B26-2B00-CE0B-641F-7ABA5AE238D9}" dt="2024-09-11T04:08:16.551" v="9" actId="20577"/>
        <pc:sldMkLst>
          <pc:docMk/>
          <pc:sldMk cId="1836725786" sldId="257"/>
        </pc:sldMkLst>
        <pc:spChg chg="mod">
          <ac:chgData name="Thuy Ly" userId="S::thuy.ly@intelia.com.au::611f5afa-03f2-40e4-bbe6-ef0fa762d19c" providerId="AD" clId="Web-{892C9B26-2B00-CE0B-641F-7ABA5AE238D9}" dt="2024-09-11T04:08:16.551" v="9" actId="20577"/>
          <ac:spMkLst>
            <pc:docMk/>
            <pc:sldMk cId="1836725786" sldId="257"/>
            <ac:spMk id="4" creationId="{1762D708-DDFE-CFAB-4EBA-820BC48A4944}"/>
          </ac:spMkLst>
        </pc:spChg>
      </pc:sldChg>
    </pc:docChg>
  </pc:docChgLst>
  <pc:docChgLst>
    <pc:chgData name="Darcy Roach" userId="ba676ee9-e9b4-49e8-a515-8077106c948d" providerId="ADAL" clId="{34FED302-1C5E-417C-9F02-38786856827D}"/>
    <pc:docChg chg="modSld">
      <pc:chgData name="Darcy Roach" userId="ba676ee9-e9b4-49e8-a515-8077106c948d" providerId="ADAL" clId="{34FED302-1C5E-417C-9F02-38786856827D}" dt="2024-09-18T23:15:40.862" v="34" actId="20577"/>
      <pc:docMkLst>
        <pc:docMk/>
      </pc:docMkLst>
      <pc:sldChg chg="modSp mod">
        <pc:chgData name="Darcy Roach" userId="ba676ee9-e9b4-49e8-a515-8077106c948d" providerId="ADAL" clId="{34FED302-1C5E-417C-9F02-38786856827D}" dt="2024-09-18T23:15:40.862" v="34" actId="20577"/>
        <pc:sldMkLst>
          <pc:docMk/>
          <pc:sldMk cId="287958069" sldId="2134806461"/>
        </pc:sldMkLst>
        <pc:spChg chg="mod">
          <ac:chgData name="Darcy Roach" userId="ba676ee9-e9b4-49e8-a515-8077106c948d" providerId="ADAL" clId="{34FED302-1C5E-417C-9F02-38786856827D}" dt="2024-09-18T23:15:40.862" v="34" actId="20577"/>
          <ac:spMkLst>
            <pc:docMk/>
            <pc:sldMk cId="287958069" sldId="2134806461"/>
            <ac:spMk id="4" creationId="{1762D708-DDFE-CFAB-4EBA-820BC48A4944}"/>
          </ac:spMkLst>
        </pc:spChg>
        <pc:spChg chg="mod">
          <ac:chgData name="Darcy Roach" userId="ba676ee9-e9b4-49e8-a515-8077106c948d" providerId="ADAL" clId="{34FED302-1C5E-417C-9F02-38786856827D}" dt="2024-09-18T22:43:49.741" v="30" actId="1038"/>
          <ac:spMkLst>
            <pc:docMk/>
            <pc:sldMk cId="287958069" sldId="2134806461"/>
            <ac:spMk id="10" creationId="{709D685C-B28C-4926-FECE-FA69ABAD15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E8FF6-17C8-417C-8287-CA27A1BF4F8F}" type="datetimeFigureOut">
              <a:rPr lang="en-AU" smtClean="0"/>
              <a:t>9/7/2025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56563-11AB-4020-BB42-C67E58AA822B}" type="slidenum">
              <a:rPr lang="en-AU" smtClean="0"/>
              <a:t>‹#›</a:t>
            </a:fld>
            <a:endParaRPr lang="en-AU"/>
          </a:p>
        </p:txBody>
      </p:sp>
    </p:spTree>
    <p:extLst>
      <p:ext uri="{BB962C8B-B14F-4D97-AF65-F5344CB8AC3E}">
        <p14:creationId xmlns:p14="http://schemas.microsoft.com/office/powerpoint/2010/main" val="245963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E5774E-369C-4248-9E14-0810446CC3A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0817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2385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36752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923786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824843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198571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1403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66849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196954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4023894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70974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9/7/2025</a:t>
            </a:fld>
            <a:endParaRPr lang="en-AU"/>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67991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9/7/2025</a:t>
            </a:fld>
            <a:endParaRPr lang="en-AU"/>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3444341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7594B3FF-E945-5D47-0FA3-057E4E7A6C97}"/>
              </a:ext>
            </a:extLst>
          </p:cNvPr>
          <p:cNvCxnSpPr>
            <a:cxnSpLocks/>
          </p:cNvCxnSpPr>
          <p:nvPr/>
        </p:nvCxnSpPr>
        <p:spPr>
          <a:xfrm>
            <a:off x="7684896" y="2094628"/>
            <a:ext cx="0" cy="3600000"/>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CD324C2E-9ED2-FD3D-F0AA-E97D44868E6C}"/>
              </a:ext>
            </a:extLst>
          </p:cNvPr>
          <p:cNvSpPr txBox="1">
            <a:spLocks/>
          </p:cNvSpPr>
          <p:nvPr/>
        </p:nvSpPr>
        <p:spPr>
          <a:xfrm>
            <a:off x="316834" y="614156"/>
            <a:ext cx="11517998" cy="874598"/>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2800" b="1" i="0" u="none" strike="noStrike" kern="0" cap="none" spc="0" normalizeH="0" baseline="0" noProof="0">
                <a:ln>
                  <a:noFill/>
                </a:ln>
                <a:solidFill>
                  <a:prstClr val="white"/>
                </a:solidFill>
                <a:effectLst/>
                <a:uLnTx/>
                <a:uFillTx/>
                <a:latin typeface="Roboto"/>
                <a:ea typeface="+mj-ea"/>
                <a:cs typeface="Roboto"/>
              </a:rPr>
              <a:t>Case</a:t>
            </a:r>
            <a:r>
              <a:rPr kumimoji="0" lang="en-AU" sz="2800" b="1" i="0" u="none" strike="noStrike" kern="0" cap="none" spc="-15" normalizeH="0" baseline="0" noProof="0">
                <a:ln>
                  <a:noFill/>
                </a:ln>
                <a:solidFill>
                  <a:prstClr val="white"/>
                </a:solidFill>
                <a:effectLst/>
                <a:uLnTx/>
                <a:uFillTx/>
                <a:latin typeface="Roboto"/>
                <a:ea typeface="+mj-ea"/>
                <a:cs typeface="Roboto"/>
              </a:rPr>
              <a:t> </a:t>
            </a:r>
            <a:r>
              <a:rPr kumimoji="0" lang="en-AU" sz="2800" b="1" i="0" u="none" strike="noStrike" kern="0" cap="none" spc="-10" normalizeH="0" baseline="0" noProof="0">
                <a:ln>
                  <a:noFill/>
                </a:ln>
                <a:solidFill>
                  <a:prstClr val="white"/>
                </a:solidFill>
                <a:effectLst/>
                <a:uLnTx/>
                <a:uFillTx/>
                <a:latin typeface="Roboto"/>
                <a:ea typeface="+mj-ea"/>
                <a:cs typeface="Roboto"/>
              </a:rPr>
              <a:t>Study – Uplift of Power BI Dashboards</a:t>
            </a:r>
            <a:br>
              <a:rPr kumimoji="0" lang="en-AU" sz="2800" b="0" i="0" u="none" strike="noStrike" kern="0" cap="none" spc="0" normalizeH="0" baseline="0" noProof="0">
                <a:ln>
                  <a:noFill/>
                </a:ln>
                <a:solidFill>
                  <a:prstClr val="white"/>
                </a:solidFill>
                <a:effectLst/>
                <a:uLnTx/>
                <a:uFillTx/>
                <a:latin typeface="Roboto" panose="02000000000000000000" pitchFamily="2" charset="0"/>
                <a:ea typeface="+mj-ea"/>
                <a:cs typeface="Roboto"/>
              </a:rPr>
            </a:br>
            <a:endParaRPr kumimoji="0" lang="en-AU" sz="2800" b="1" i="0" u="none" strike="noStrike" kern="0" cap="none" spc="-10" normalizeH="0" baseline="0" noProof="0">
              <a:ln>
                <a:noFill/>
              </a:ln>
              <a:solidFill>
                <a:sysClr val="window" lastClr="FFFFFF"/>
              </a:solidFill>
              <a:effectLst/>
              <a:uLnTx/>
              <a:uFillTx/>
              <a:latin typeface="Roboto"/>
              <a:ea typeface="+mj-ea"/>
              <a:cs typeface="Roboto"/>
            </a:endParaRPr>
          </a:p>
        </p:txBody>
      </p:sp>
      <p:pic>
        <p:nvPicPr>
          <p:cNvPr id="16" name="bg object 23">
            <a:extLst>
              <a:ext uri="{FF2B5EF4-FFF2-40B4-BE49-F238E27FC236}">
                <a16:creationId xmlns:a16="http://schemas.microsoft.com/office/drawing/2014/main" id="{1F963E9B-BB0D-444B-59F4-E587E16A2F5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865152CC-7651-C287-3FEF-D7C2C715E4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1759BADB-DBF3-5EEA-C278-C70AE3057212}"/>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32100"/>
              </a:lnSpc>
              <a:spcBef>
                <a:spcPts val="365"/>
              </a:spcBef>
              <a:spcAft>
                <a:spcPts val="0"/>
              </a:spcAft>
              <a:buClrTx/>
              <a:buSzTx/>
              <a:buFontTx/>
              <a:buNone/>
              <a:tabLst/>
              <a:defRPr/>
            </a:pPr>
            <a:r>
              <a:rPr kumimoji="0" lang="en-US" sz="1000" b="0" i="0" u="none" strike="noStrike" kern="0" cap="none" spc="35" normalizeH="0" baseline="0" noProof="0">
                <a:ln>
                  <a:noFill/>
                </a:ln>
                <a:solidFill>
                  <a:prstClr val="white"/>
                </a:solidFill>
                <a:effectLst/>
                <a:uLnTx/>
                <a:uFillTx/>
                <a:latin typeface="Roboto" panose="02000000000000000000" pitchFamily="2" charset="0"/>
                <a:ea typeface="Roboto" panose="02000000000000000000" pitchFamily="2" charset="0"/>
                <a:cs typeface="Tahoma"/>
              </a:rPr>
              <a:t>www.intelia.ai</a:t>
            </a:r>
            <a:endParaRPr kumimoji="0" sz="1000" b="0" i="0" u="none" strike="noStrike" kern="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BE0D2C8A-B3B2-2928-7B96-948A4BD3F81C}"/>
              </a:ext>
            </a:extLst>
          </p:cNvPr>
          <p:cNvCxnSpPr>
            <a:cxnSpLocks/>
          </p:cNvCxnSpPr>
          <p:nvPr/>
        </p:nvCxnSpPr>
        <p:spPr>
          <a:xfrm>
            <a:off x="2886429" y="2129318"/>
            <a:ext cx="0" cy="3600000"/>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3365EC-7DB8-AD71-8EC5-1ADBB2192780}"/>
              </a:ext>
            </a:extLst>
          </p:cNvPr>
          <p:cNvSpPr/>
          <p:nvPr/>
        </p:nvSpPr>
        <p:spPr>
          <a:xfrm>
            <a:off x="7398322" y="158869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22" name="bg object 16">
            <a:extLst>
              <a:ext uri="{FF2B5EF4-FFF2-40B4-BE49-F238E27FC236}">
                <a16:creationId xmlns:a16="http://schemas.microsoft.com/office/drawing/2014/main" id="{E338DC0E-B0F1-63C8-F4A1-7A91E83C02F5}"/>
              </a:ext>
            </a:extLst>
          </p:cNvPr>
          <p:cNvSpPr/>
          <p:nvPr/>
        </p:nvSpPr>
        <p:spPr>
          <a:xfrm>
            <a:off x="1" y="3883089"/>
            <a:ext cx="2475986" cy="2792525"/>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9">
            <a:extLst>
              <a:ext uri="{FF2B5EF4-FFF2-40B4-BE49-F238E27FC236}">
                <a16:creationId xmlns:a16="http://schemas.microsoft.com/office/drawing/2014/main" id="{A21E5D37-428B-2E67-F4E6-08740D6B4F86}"/>
              </a:ext>
            </a:extLst>
          </p:cNvPr>
          <p:cNvSpPr txBox="1"/>
          <p:nvPr/>
        </p:nvSpPr>
        <p:spPr>
          <a:xfrm>
            <a:off x="3270335" y="1939295"/>
            <a:ext cx="4179397" cy="1274708"/>
          </a:xfrm>
          <a:prstGeom prst="rect">
            <a:avLst/>
          </a:prstGeom>
        </p:spPr>
        <p:txBody>
          <a:bodyPr vert="horz" wrap="square" lIns="0" tIns="12700" rIns="0" bIns="0" rtlCol="0" anchor="t">
            <a:spAutoFit/>
          </a:bodyPr>
          <a:lstStyle>
            <a:defPPr>
              <a:defRPr lang="en-US"/>
            </a:defPPr>
            <a:lvl1pPr marR="0" lvl="0" indent="0" defTabSz="584200" fontAlgn="auto" hangingPunct="0">
              <a:lnSpc>
                <a:spcPct val="100000"/>
              </a:lnSpc>
              <a:spcBef>
                <a:spcPts val="0"/>
              </a:spcBef>
              <a:spcAft>
                <a:spcPts val="0"/>
              </a:spcAft>
              <a:buClrTx/>
              <a:buSzTx/>
              <a:buFontTx/>
              <a:buNone/>
              <a:tabLst/>
              <a:defRPr sz="1000">
                <a:solidFill>
                  <a:srgbClr val="212B40"/>
                </a:solidFill>
                <a:latin typeface="Roboto"/>
                <a:cs typeface="Roboto"/>
              </a:defRPr>
            </a:lvl1pPr>
          </a:lstStyle>
          <a:p>
            <a:pPr marL="0" marR="0" lvl="0" indent="0" algn="l" defTabSz="584200" rtl="0" eaLnBrk="1" fontAlgn="auto" latinLnBrk="0" hangingPunct="0">
              <a:lnSpc>
                <a:spcPct val="100000"/>
              </a:lnSpc>
              <a:spcBef>
                <a:spcPts val="0"/>
              </a:spcBef>
              <a:spcAft>
                <a:spcPts val="600"/>
              </a:spcAft>
              <a:buClrTx/>
              <a:buSzTx/>
              <a:buFontTx/>
              <a:buNone/>
              <a:tabLst/>
              <a:defRPr/>
            </a:pPr>
            <a:r>
              <a:rPr kumimoji="0" lang="en-AU" sz="900" b="0" i="0" u="none" strike="noStrike" kern="1200" cap="none" spc="0" normalizeH="0" baseline="0" noProof="0">
                <a:ln>
                  <a:noFill/>
                </a:ln>
                <a:solidFill>
                  <a:srgbClr val="212B40"/>
                </a:solidFill>
                <a:effectLst/>
                <a:uLnTx/>
                <a:uFillTx/>
                <a:latin typeface="Roboto"/>
                <a:ea typeface="Roboto"/>
                <a:cs typeface="Roboto"/>
              </a:rPr>
              <a:t>The Suburban Rail Loop is an ambitious project uplifting Victoria's rail network, transforming daily travel for millions of commuters.</a:t>
            </a:r>
          </a:p>
          <a:p>
            <a:pPr marL="0" marR="0" lvl="0" indent="0" algn="l" defTabSz="584200" rtl="0" eaLnBrk="1" fontAlgn="auto" latinLnBrk="0" hangingPunct="0">
              <a:lnSpc>
                <a:spcPct val="100000"/>
              </a:lnSpc>
              <a:spcBef>
                <a:spcPts val="0"/>
              </a:spcBef>
              <a:spcAft>
                <a:spcPts val="600"/>
              </a:spcAft>
              <a:buClrTx/>
              <a:buSzTx/>
              <a:buFontTx/>
              <a:buNone/>
              <a:tabLst/>
              <a:defRPr/>
            </a:pPr>
            <a:r>
              <a:rPr kumimoji="0" lang="en-AU" sz="900" b="0" i="0" u="none" strike="noStrike" kern="1200" cap="none" spc="0" normalizeH="0" baseline="0" noProof="0">
                <a:ln>
                  <a:noFill/>
                </a:ln>
                <a:solidFill>
                  <a:srgbClr val="212B40"/>
                </a:solidFill>
                <a:effectLst/>
                <a:uLnTx/>
                <a:uFillTx/>
                <a:latin typeface="Roboto"/>
                <a:ea typeface="Roboto"/>
                <a:cs typeface="Roboto"/>
              </a:rPr>
              <a:t>A project of such size and scale relies heavily on comprehensible and complete reporting to drive informed planning and management of the SRL project.</a:t>
            </a:r>
            <a:endParaRPr lang="en-AU" sz="900">
              <a:ea typeface="Roboto"/>
            </a:endParaRPr>
          </a:p>
          <a:p>
            <a:pPr marL="0" marR="0" lvl="0" indent="0" algn="l" defTabSz="584200" rtl="0" eaLnBrk="1" fontAlgn="auto" latinLnBrk="0" hangingPunct="0">
              <a:lnSpc>
                <a:spcPct val="100000"/>
              </a:lnSpc>
              <a:spcBef>
                <a:spcPts val="0"/>
              </a:spcBef>
              <a:spcAft>
                <a:spcPts val="600"/>
              </a:spcAft>
              <a:buClrTx/>
              <a:buSzTx/>
              <a:buFontTx/>
              <a:buNone/>
              <a:tabLst/>
              <a:defRPr/>
            </a:pPr>
            <a:r>
              <a:rPr kumimoji="0" lang="en-AU" sz="900" b="0" i="0" u="none" strike="noStrike" kern="1200" cap="none" spc="0" normalizeH="0" baseline="0" noProof="0">
                <a:ln>
                  <a:noFill/>
                </a:ln>
                <a:solidFill>
                  <a:srgbClr val="212B40"/>
                </a:solidFill>
                <a:effectLst/>
                <a:uLnTx/>
                <a:uFillTx/>
                <a:latin typeface="Roboto"/>
                <a:ea typeface="Roboto"/>
                <a:cs typeface="Roboto"/>
              </a:rPr>
              <a:t>With SRLA’s existing Power BI platform, the reports &amp; dashboards provided a view of recent data but did not offer ‘time travel’ ability to view a historical range of data for trend analysis. </a:t>
            </a:r>
            <a:r>
              <a:rPr lang="en-AU" sz="900">
                <a:ea typeface="Roboto"/>
              </a:rPr>
              <a:t>Additionally, existing data quality issues affected the accuracy of the dashboards.</a:t>
            </a:r>
            <a:endParaRPr kumimoji="0" lang="en-AU" sz="900" b="0" i="0" u="none" strike="noStrike" kern="1200" cap="none" spc="0" normalizeH="0" baseline="0" noProof="0">
              <a:ln>
                <a:noFill/>
              </a:ln>
              <a:solidFill>
                <a:srgbClr val="212B40"/>
              </a:solidFill>
              <a:effectLst/>
              <a:uLnTx/>
              <a:uFillTx/>
              <a:latin typeface="Roboto"/>
              <a:ea typeface="Roboto"/>
              <a:cs typeface="Roboto"/>
            </a:endParaRPr>
          </a:p>
        </p:txBody>
      </p:sp>
      <p:sp>
        <p:nvSpPr>
          <p:cNvPr id="25" name="object 34">
            <a:extLst>
              <a:ext uri="{FF2B5EF4-FFF2-40B4-BE49-F238E27FC236}">
                <a16:creationId xmlns:a16="http://schemas.microsoft.com/office/drawing/2014/main" id="{EA7C1E8D-2B3C-F2D1-E212-1AF5BADCD60C}"/>
              </a:ext>
            </a:extLst>
          </p:cNvPr>
          <p:cNvSpPr txBox="1"/>
          <p:nvPr/>
        </p:nvSpPr>
        <p:spPr>
          <a:xfrm>
            <a:off x="192673" y="4052444"/>
            <a:ext cx="2116944" cy="1995418"/>
          </a:xfrm>
          <a:prstGeom prst="rect">
            <a:avLst/>
          </a:prstGeom>
        </p:spPr>
        <p:txBody>
          <a:bodyPr vert="horz" wrap="square" lIns="0" tIns="12700" rIns="0" bIns="0" rtlCol="0" anchor="t">
            <a:spAutoFit/>
          </a:bodyPr>
          <a:lstStyle/>
          <a:p>
            <a:pPr marL="12700" marR="0" lvl="0" indent="0" algn="l" defTabSz="914400" rtl="0" eaLnBrk="1" fontAlgn="auto" latinLnBrk="0" hangingPunct="1">
              <a:lnSpc>
                <a:spcPct val="100000"/>
              </a:lnSpc>
              <a:spcBef>
                <a:spcPts val="100"/>
              </a:spcBef>
              <a:spcAft>
                <a:spcPts val="600"/>
              </a:spcAft>
              <a:buClrTx/>
              <a:buSzTx/>
              <a:buFontTx/>
              <a:buNone/>
              <a:tabLst/>
              <a:defRPr/>
            </a:pPr>
            <a:r>
              <a:rPr kumimoji="0" lang="en-AU" sz="1500" b="1" i="0" u="none" strike="noStrike" kern="1200" cap="none" spc="-10" normalizeH="0" baseline="0" noProof="0">
                <a:ln>
                  <a:noFill/>
                </a:ln>
                <a:solidFill>
                  <a:srgbClr val="FFFFFF"/>
                </a:solidFill>
                <a:effectLst/>
                <a:uLnTx/>
                <a:uFillTx/>
                <a:latin typeface="Roboto"/>
                <a:ea typeface="+mn-ea"/>
                <a:cs typeface="Roboto"/>
              </a:rPr>
              <a:t>SRLA</a:t>
            </a:r>
          </a:p>
          <a:p>
            <a:pPr marL="12700" marR="0" lvl="0" indent="0" algn="l" defTabSz="914400" rtl="0" eaLnBrk="1" fontAlgn="auto" latinLnBrk="0" hangingPunct="1">
              <a:lnSpc>
                <a:spcPct val="100000"/>
              </a:lnSpc>
              <a:spcBef>
                <a:spcPts val="100"/>
              </a:spcBef>
              <a:spcAft>
                <a:spcPts val="600"/>
              </a:spcAft>
              <a:buClrTx/>
              <a:buSzTx/>
              <a:buFontTx/>
              <a:buNone/>
              <a:tabLst/>
              <a:defRPr/>
            </a:pPr>
            <a:r>
              <a:rPr kumimoji="0" lang="en-AU" sz="1200" b="0" i="0" u="none" strike="noStrike" kern="1200" cap="none" spc="0" normalizeH="0" baseline="0" noProof="0">
                <a:ln>
                  <a:noFill/>
                </a:ln>
                <a:solidFill>
                  <a:prstClr val="white"/>
                </a:solidFill>
                <a:effectLst/>
                <a:uLnTx/>
                <a:uFillTx/>
                <a:latin typeface="Roboto"/>
                <a:ea typeface="Roboto"/>
                <a:cs typeface="Roboto"/>
              </a:rPr>
              <a:t>Suburban Rail Loop Authority (SRLA) is responsible for planning and delivering the Suburban Rail Loop (SRL) - the largest infrastructure project in Victoria’s history and the state’s biggest investment in transport and precinct development.</a:t>
            </a:r>
          </a:p>
        </p:txBody>
      </p:sp>
      <p:sp>
        <p:nvSpPr>
          <p:cNvPr id="26" name="object 38">
            <a:extLst>
              <a:ext uri="{FF2B5EF4-FFF2-40B4-BE49-F238E27FC236}">
                <a16:creationId xmlns:a16="http://schemas.microsoft.com/office/drawing/2014/main" id="{C66AC46E-2735-98D6-F6F0-4163DEF07545}"/>
              </a:ext>
            </a:extLst>
          </p:cNvPr>
          <p:cNvSpPr txBox="1"/>
          <p:nvPr/>
        </p:nvSpPr>
        <p:spPr>
          <a:xfrm>
            <a:off x="192673" y="1494930"/>
            <a:ext cx="2265640" cy="2062103"/>
          </a:xfrm>
          <a:prstGeom prst="rect">
            <a:avLst/>
          </a:prstGeom>
          <a:ln w="19050" cmpd="sng">
            <a:noFill/>
            <a:prstDash val="solid"/>
          </a:ln>
        </p:spPr>
        <p:txBody>
          <a:bodyPr vert="horz" wrap="square" lIns="0" tIns="12700" rIns="0" bIns="0" rtlCol="0" anchor="t">
            <a:spAutoFit/>
          </a:bodyPr>
          <a:lstStyle/>
          <a:p>
            <a:pPr marL="12700" marR="0" lvl="0" indent="0" algn="l" defTabSz="914400" rtl="0" eaLnBrk="1" fontAlgn="auto" latinLnBrk="0" hangingPunct="1">
              <a:lnSpc>
                <a:spcPct val="100000"/>
              </a:lnSpc>
              <a:spcBef>
                <a:spcPts val="100"/>
              </a:spcBef>
              <a:spcAft>
                <a:spcPts val="60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Solution Delivery</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lang="en-AU" sz="1200">
                <a:solidFill>
                  <a:srgbClr val="0E2A3F"/>
                </a:solidFill>
                <a:latin typeface="Roboto"/>
                <a:ea typeface="Roboto"/>
                <a:cs typeface="Roboto"/>
              </a:rPr>
              <a:t>Visualisation and insights (Power BI dashboards including paginated reports)</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lang="en-AU" sz="1200">
                <a:solidFill>
                  <a:srgbClr val="0E2A3F"/>
                </a:solidFill>
                <a:latin typeface="Roboto"/>
                <a:ea typeface="Roboto"/>
                <a:cs typeface="Roboto"/>
              </a:rPr>
              <a:t>Trend analysis capability</a:t>
            </a:r>
            <a:endParaRPr kumimoji="0" lang="en-AU" sz="1200" b="0" i="0" u="none" strike="noStrike" kern="1200" cap="none" spc="0" normalizeH="0" baseline="0" noProof="0">
              <a:ln>
                <a:noFill/>
              </a:ln>
              <a:solidFill>
                <a:srgbClr val="0E2A3F"/>
              </a:solidFill>
              <a:effectLst/>
              <a:uLnTx/>
              <a:uFillTx/>
              <a:latin typeface="Roboto"/>
              <a:ea typeface="Roboto"/>
              <a:cs typeface="Roboto"/>
            </a:endParaRP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lang="en-AU" sz="1200">
                <a:solidFill>
                  <a:srgbClr val="0E2A3F"/>
                </a:solidFill>
                <a:latin typeface="Roboto"/>
                <a:ea typeface="Roboto"/>
                <a:cs typeface="Roboto"/>
              </a:rPr>
              <a:t>Data validation testing and reconciliation</a:t>
            </a:r>
            <a:endParaRPr kumimoji="0" lang="en-AU" sz="1200" b="0" i="0" u="none" strike="noStrike" kern="1200" cap="none" spc="0" normalizeH="0" baseline="0" noProof="0">
              <a:ln>
                <a:noFill/>
              </a:ln>
              <a:solidFill>
                <a:srgbClr val="0E2A3F"/>
              </a:solidFill>
              <a:effectLst/>
              <a:uLnTx/>
              <a:uFillTx/>
              <a:latin typeface="Roboto"/>
              <a:ea typeface="Roboto"/>
              <a:cs typeface="Roboto"/>
            </a:endParaRP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a:ln>
                  <a:noFill/>
                </a:ln>
                <a:solidFill>
                  <a:srgbClr val="0E2A3F"/>
                </a:solidFill>
                <a:effectLst/>
                <a:uLnTx/>
                <a:uFillTx/>
                <a:latin typeface="Roboto"/>
                <a:ea typeface="Roboto"/>
                <a:cs typeface="Roboto"/>
              </a:rPr>
              <a:t>Data quality </a:t>
            </a:r>
            <a:r>
              <a:rPr lang="en-AU" sz="1200">
                <a:solidFill>
                  <a:srgbClr val="0E2A3F"/>
                </a:solidFill>
                <a:latin typeface="Roboto"/>
                <a:ea typeface="Roboto"/>
                <a:cs typeface="Roboto"/>
              </a:rPr>
              <a:t>issues </a:t>
            </a:r>
            <a:r>
              <a:rPr kumimoji="0" lang="en-AU" sz="1200" b="0" i="0" u="none" strike="noStrike" kern="1200" cap="none" spc="0" normalizeH="0" baseline="0" noProof="0">
                <a:ln>
                  <a:noFill/>
                </a:ln>
                <a:solidFill>
                  <a:srgbClr val="0E2A3F"/>
                </a:solidFill>
                <a:effectLst/>
                <a:uLnTx/>
                <a:uFillTx/>
                <a:latin typeface="Roboto"/>
                <a:ea typeface="Roboto"/>
                <a:cs typeface="Roboto"/>
              </a:rPr>
              <a:t>logging and management</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endParaRPr kumimoji="0" lang="en-AU" sz="1200" b="0" i="0" u="none" strike="noStrike" kern="1200" cap="none" spc="0" normalizeH="0" baseline="0" noProof="0">
              <a:ln>
                <a:noFill/>
              </a:ln>
              <a:solidFill>
                <a:srgbClr val="0E2A3F"/>
              </a:solidFill>
              <a:effectLst/>
              <a:uLnTx/>
              <a:uFillTx/>
              <a:latin typeface="Roboto"/>
              <a:ea typeface="Roboto"/>
              <a:cs typeface="Roboto"/>
            </a:endParaRPr>
          </a:p>
        </p:txBody>
      </p:sp>
      <p:sp>
        <p:nvSpPr>
          <p:cNvPr id="29" name="Freeform 30">
            <a:extLst>
              <a:ext uri="{FF2B5EF4-FFF2-40B4-BE49-F238E27FC236}">
                <a16:creationId xmlns:a16="http://schemas.microsoft.com/office/drawing/2014/main" id="{1F995815-1FE3-293D-DC1F-AAEB999DF020}"/>
              </a:ext>
            </a:extLst>
          </p:cNvPr>
          <p:cNvSpPr>
            <a:spLocks/>
          </p:cNvSpPr>
          <p:nvPr/>
        </p:nvSpPr>
        <p:spPr bwMode="auto">
          <a:xfrm>
            <a:off x="5246510" y="1573917"/>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0" name="Freeform 31">
            <a:extLst>
              <a:ext uri="{FF2B5EF4-FFF2-40B4-BE49-F238E27FC236}">
                <a16:creationId xmlns:a16="http://schemas.microsoft.com/office/drawing/2014/main" id="{C18F2289-1AA9-8CA2-79F2-700DDCEDBB63}"/>
              </a:ext>
            </a:extLst>
          </p:cNvPr>
          <p:cNvSpPr>
            <a:spLocks/>
          </p:cNvSpPr>
          <p:nvPr/>
        </p:nvSpPr>
        <p:spPr bwMode="auto">
          <a:xfrm>
            <a:off x="5389678" y="1666264"/>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nvGrpSpPr>
          <p:cNvPr id="31" name="Group 30">
            <a:extLst>
              <a:ext uri="{FF2B5EF4-FFF2-40B4-BE49-F238E27FC236}">
                <a16:creationId xmlns:a16="http://schemas.microsoft.com/office/drawing/2014/main" id="{EFDBFCB3-F3ED-B667-53B1-2F85A1D95499}"/>
              </a:ext>
            </a:extLst>
          </p:cNvPr>
          <p:cNvGrpSpPr/>
          <p:nvPr/>
        </p:nvGrpSpPr>
        <p:grpSpPr>
          <a:xfrm>
            <a:off x="2612856" y="3502666"/>
            <a:ext cx="4540498" cy="615272"/>
            <a:chOff x="2825502" y="4368434"/>
            <a:chExt cx="4540498" cy="615272"/>
          </a:xfrm>
        </p:grpSpPr>
        <p:sp>
          <p:nvSpPr>
            <p:cNvPr id="32" name="object 6">
              <a:extLst>
                <a:ext uri="{FF2B5EF4-FFF2-40B4-BE49-F238E27FC236}">
                  <a16:creationId xmlns:a16="http://schemas.microsoft.com/office/drawing/2014/main" id="{551197A2-F607-E6BD-ADFF-3451399F376E}"/>
                </a:ext>
              </a:extLst>
            </p:cNvPr>
            <p:cNvSpPr/>
            <p:nvPr/>
          </p:nvSpPr>
          <p:spPr>
            <a:xfrm flipV="1">
              <a:off x="3350807" y="46537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object 23">
              <a:extLst>
                <a:ext uri="{FF2B5EF4-FFF2-40B4-BE49-F238E27FC236}">
                  <a16:creationId xmlns:a16="http://schemas.microsoft.com/office/drawing/2014/main" id="{134B9576-5C77-18EF-390C-0443EB6C6672}"/>
                </a:ext>
              </a:extLst>
            </p:cNvPr>
            <p:cNvPicPr/>
            <p:nvPr/>
          </p:nvPicPr>
          <p:blipFill>
            <a:blip r:embed="rId5" cstate="print"/>
            <a:stretch>
              <a:fillRect/>
            </a:stretch>
          </p:blipFill>
          <p:spPr>
            <a:xfrm>
              <a:off x="7156293" y="4473100"/>
              <a:ext cx="162060" cy="103902"/>
            </a:xfrm>
            <a:prstGeom prst="rect">
              <a:avLst/>
            </a:prstGeom>
          </p:spPr>
        </p:pic>
        <p:sp>
          <p:nvSpPr>
            <p:cNvPr id="34" name="object 32">
              <a:extLst>
                <a:ext uri="{FF2B5EF4-FFF2-40B4-BE49-F238E27FC236}">
                  <a16:creationId xmlns:a16="http://schemas.microsoft.com/office/drawing/2014/main" id="{32371B57-4C21-0400-EF5B-D687E89FCAC4}"/>
                </a:ext>
              </a:extLst>
            </p:cNvPr>
            <p:cNvSpPr txBox="1"/>
            <p:nvPr/>
          </p:nvSpPr>
          <p:spPr>
            <a:xfrm>
              <a:off x="3498831" y="4368434"/>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intelia’s Approach</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35" name="Group 34">
              <a:extLst>
                <a:ext uri="{FF2B5EF4-FFF2-40B4-BE49-F238E27FC236}">
                  <a16:creationId xmlns:a16="http://schemas.microsoft.com/office/drawing/2014/main" id="{BDCAFD0A-22F5-6D89-8BA5-4F040D4BE9C7}"/>
                </a:ext>
              </a:extLst>
            </p:cNvPr>
            <p:cNvGrpSpPr/>
            <p:nvPr/>
          </p:nvGrpSpPr>
          <p:grpSpPr>
            <a:xfrm>
              <a:off x="2825502" y="4466181"/>
              <a:ext cx="565150" cy="517525"/>
              <a:chOff x="2880896" y="4105275"/>
              <a:chExt cx="565150" cy="517525"/>
            </a:xfrm>
          </p:grpSpPr>
          <p:sp>
            <p:nvSpPr>
              <p:cNvPr id="36" name="Oval 35">
                <a:extLst>
                  <a:ext uri="{FF2B5EF4-FFF2-40B4-BE49-F238E27FC236}">
                    <a16:creationId xmlns:a16="http://schemas.microsoft.com/office/drawing/2014/main" id="{D08FA88A-18FD-8FDF-6283-1A3B8A0276BD}"/>
                  </a:ext>
                </a:extLst>
              </p:cNvPr>
              <p:cNvSpPr/>
              <p:nvPr/>
            </p:nvSpPr>
            <p:spPr>
              <a:xfrm>
                <a:off x="2880896" y="4105275"/>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92224B68-3FBD-5EE3-74E8-59D8E35A15E1}"/>
                  </a:ext>
                </a:extLst>
              </p:cNvPr>
              <p:cNvSpPr>
                <a:spLocks noEditPoints="1"/>
              </p:cNvSpPr>
              <p:nvPr/>
            </p:nvSpPr>
            <p:spPr bwMode="auto">
              <a:xfrm rot="2700000">
                <a:off x="3029023" y="4139633"/>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21D8F4D2-8B53-8BDF-B4F3-F11CD1DCA96D}"/>
                  </a:ext>
                </a:extLst>
              </p:cNvPr>
              <p:cNvSpPr>
                <a:spLocks noEditPoints="1"/>
              </p:cNvSpPr>
              <p:nvPr/>
            </p:nvSpPr>
            <p:spPr bwMode="auto">
              <a:xfrm rot="2700000">
                <a:off x="3014273" y="4394936"/>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sp>
        <p:nvSpPr>
          <p:cNvPr id="39" name="object 31">
            <a:extLst>
              <a:ext uri="{FF2B5EF4-FFF2-40B4-BE49-F238E27FC236}">
                <a16:creationId xmlns:a16="http://schemas.microsoft.com/office/drawing/2014/main" id="{B0A14E16-6211-D3B5-C236-8D6E6A379CB9}"/>
              </a:ext>
            </a:extLst>
          </p:cNvPr>
          <p:cNvSpPr txBox="1"/>
          <p:nvPr/>
        </p:nvSpPr>
        <p:spPr>
          <a:xfrm>
            <a:off x="8081230" y="4991427"/>
            <a:ext cx="3902849" cy="1490152"/>
          </a:xfrm>
          <a:prstGeom prst="rect">
            <a:avLst/>
          </a:prstGeom>
        </p:spPr>
        <p:txBody>
          <a:bodyPr vert="horz" wrap="square" lIns="0" tIns="12700" rIns="0" bIns="0" rtlCol="0" anchor="t">
            <a:spAutoFit/>
          </a:bodyPr>
          <a:lstStyle/>
          <a:p>
            <a:pPr defTabSz="584200">
              <a:spcAft>
                <a:spcPts val="600"/>
              </a:spcAft>
              <a:defRPr/>
            </a:pPr>
            <a:r>
              <a:rPr lang="en-AU" sz="900">
                <a:solidFill>
                  <a:srgbClr val="212B40"/>
                </a:solidFill>
                <a:latin typeface="Roboto"/>
                <a:ea typeface="Roboto"/>
                <a:cs typeface="Roboto"/>
              </a:rPr>
              <a:t>Over the 12-week project, intelia successfully revamped 22 critical business dashboards, significantly enhancing their functionality and structure. </a:t>
            </a:r>
          </a:p>
          <a:p>
            <a:pPr defTabSz="584200">
              <a:spcAft>
                <a:spcPts val="600"/>
              </a:spcAft>
              <a:defRPr/>
            </a:pPr>
            <a:r>
              <a:rPr lang="en-AU" sz="900">
                <a:solidFill>
                  <a:srgbClr val="212B40"/>
                </a:solidFill>
                <a:latin typeface="Roboto"/>
                <a:ea typeface="Roboto"/>
                <a:cs typeface="Roboto"/>
              </a:rPr>
              <a:t>The improved ability to analyse business behaviour, risks, costs, and scheduling issues enabled SRLA to make more informed decisions based on comprehensive and accurate insights.</a:t>
            </a:r>
          </a:p>
          <a:p>
            <a:pPr defTabSz="584200">
              <a:spcAft>
                <a:spcPts val="600"/>
              </a:spcAft>
              <a:defRPr/>
            </a:pPr>
            <a:r>
              <a:rPr lang="en-AU" sz="900">
                <a:solidFill>
                  <a:srgbClr val="212B40"/>
                </a:solidFill>
                <a:latin typeface="Roboto"/>
                <a:ea typeface="Roboto"/>
                <a:cs typeface="Roboto"/>
              </a:rPr>
              <a:t>In contrast to the limited scope of the previous reports, the new dashboards provide a holistic view of the business.</a:t>
            </a:r>
          </a:p>
          <a:p>
            <a:pPr defTabSz="584200">
              <a:spcAft>
                <a:spcPts val="600"/>
              </a:spcAft>
              <a:defRPr/>
            </a:pPr>
            <a:r>
              <a:rPr lang="en-AU" sz="900">
                <a:solidFill>
                  <a:srgbClr val="212B40"/>
                </a:solidFill>
                <a:latin typeface="Roboto"/>
                <a:ea typeface="Roboto"/>
                <a:cs typeface="Roboto"/>
              </a:rPr>
              <a:t>Moreover, the uplifted data model and reporting functionality establishes a foundation for future dashboards to leverage trend analysis capabilities.</a:t>
            </a:r>
          </a:p>
        </p:txBody>
      </p:sp>
      <p:grpSp>
        <p:nvGrpSpPr>
          <p:cNvPr id="40" name="Group 39">
            <a:extLst>
              <a:ext uri="{FF2B5EF4-FFF2-40B4-BE49-F238E27FC236}">
                <a16:creationId xmlns:a16="http://schemas.microsoft.com/office/drawing/2014/main" id="{8E5AC439-79DA-E440-79C8-A9EDED65B305}"/>
              </a:ext>
            </a:extLst>
          </p:cNvPr>
          <p:cNvGrpSpPr/>
          <p:nvPr/>
        </p:nvGrpSpPr>
        <p:grpSpPr>
          <a:xfrm>
            <a:off x="7398322" y="4610495"/>
            <a:ext cx="4533074" cy="558587"/>
            <a:chOff x="2832926" y="8358437"/>
            <a:chExt cx="4533074" cy="558587"/>
          </a:xfrm>
        </p:grpSpPr>
        <p:sp>
          <p:nvSpPr>
            <p:cNvPr id="41" name="object 6">
              <a:extLst>
                <a:ext uri="{FF2B5EF4-FFF2-40B4-BE49-F238E27FC236}">
                  <a16:creationId xmlns:a16="http://schemas.microsoft.com/office/drawing/2014/main" id="{F0660766-C7E2-198A-510D-FB47BA3785BD}"/>
                </a:ext>
              </a:extLst>
            </p:cNvPr>
            <p:cNvSpPr/>
            <p:nvPr/>
          </p:nvSpPr>
          <p:spPr>
            <a:xfrm flipV="1">
              <a:off x="3371321" y="8615159"/>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2" name="object 23">
              <a:extLst>
                <a:ext uri="{FF2B5EF4-FFF2-40B4-BE49-F238E27FC236}">
                  <a16:creationId xmlns:a16="http://schemas.microsoft.com/office/drawing/2014/main" id="{4AE8F55D-6743-1891-D55D-B8CA1A744126}"/>
                </a:ext>
              </a:extLst>
            </p:cNvPr>
            <p:cNvPicPr/>
            <p:nvPr/>
          </p:nvPicPr>
          <p:blipFill>
            <a:blip r:embed="rId5" cstate="print"/>
            <a:stretch>
              <a:fillRect/>
            </a:stretch>
          </p:blipFill>
          <p:spPr>
            <a:xfrm>
              <a:off x="7140314" y="8487959"/>
              <a:ext cx="162060" cy="103902"/>
            </a:xfrm>
            <a:prstGeom prst="rect">
              <a:avLst/>
            </a:prstGeom>
          </p:spPr>
        </p:pic>
        <p:sp>
          <p:nvSpPr>
            <p:cNvPr id="43" name="object 32">
              <a:extLst>
                <a:ext uri="{FF2B5EF4-FFF2-40B4-BE49-F238E27FC236}">
                  <a16:creationId xmlns:a16="http://schemas.microsoft.com/office/drawing/2014/main" id="{209DAB07-BC1C-9636-6150-68D736197C39}"/>
                </a:ext>
              </a:extLst>
            </p:cNvPr>
            <p:cNvSpPr txBox="1"/>
            <p:nvPr/>
          </p:nvSpPr>
          <p:spPr>
            <a:xfrm>
              <a:off x="3513951" y="8358437"/>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Outcome </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44" name="Group 43">
              <a:extLst>
                <a:ext uri="{FF2B5EF4-FFF2-40B4-BE49-F238E27FC236}">
                  <a16:creationId xmlns:a16="http://schemas.microsoft.com/office/drawing/2014/main" id="{A94BFE55-B71C-8458-1CDA-C5CDF5D0C2BC}"/>
                </a:ext>
              </a:extLst>
            </p:cNvPr>
            <p:cNvGrpSpPr/>
            <p:nvPr/>
          </p:nvGrpSpPr>
          <p:grpSpPr>
            <a:xfrm>
              <a:off x="2832926" y="8399036"/>
              <a:ext cx="574768" cy="517988"/>
              <a:chOff x="2910256" y="7729796"/>
              <a:chExt cx="574768" cy="517988"/>
            </a:xfrm>
          </p:grpSpPr>
          <p:sp>
            <p:nvSpPr>
              <p:cNvPr id="45" name="Oval 44">
                <a:extLst>
                  <a:ext uri="{FF2B5EF4-FFF2-40B4-BE49-F238E27FC236}">
                    <a16:creationId xmlns:a16="http://schemas.microsoft.com/office/drawing/2014/main" id="{A0B375ED-5B17-C556-17A5-4D9467D58521}"/>
                  </a:ext>
                </a:extLst>
              </p:cNvPr>
              <p:cNvSpPr/>
              <p:nvPr/>
            </p:nvSpPr>
            <p:spPr>
              <a:xfrm>
                <a:off x="2910256" y="7729796"/>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53D9A795-AAEB-18A8-48D1-9A8B412C708B}"/>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808152"/>
                <a:ext cx="407854" cy="407854"/>
              </a:xfrm>
              <a:prstGeom prst="rect">
                <a:avLst/>
              </a:prstGeom>
              <a:noFill/>
              <a:extLst>
                <a:ext uri="{909E8E84-426E-40dd-AFC4-6F175D3DCCD1}">
                  <a14:hiddenFill xmlns:a14="http://schemas.microsoft.com/office/drawing/2010/main" xmlns="">
                    <a:solidFill>
                      <a:srgbClr val="FFFFFF"/>
                    </a:solidFill>
                  </a14:hiddenFill>
                </a:ext>
              </a:extLst>
            </p:spPr>
          </p:pic>
        </p:grpSp>
      </p:grpSp>
      <p:grpSp>
        <p:nvGrpSpPr>
          <p:cNvPr id="54" name="Group 53">
            <a:extLst>
              <a:ext uri="{FF2B5EF4-FFF2-40B4-BE49-F238E27FC236}">
                <a16:creationId xmlns:a16="http://schemas.microsoft.com/office/drawing/2014/main" id="{62FA0344-63B8-FA85-9673-CAE06602E31E}"/>
              </a:ext>
            </a:extLst>
          </p:cNvPr>
          <p:cNvGrpSpPr/>
          <p:nvPr/>
        </p:nvGrpSpPr>
        <p:grpSpPr>
          <a:xfrm>
            <a:off x="2599045" y="1493031"/>
            <a:ext cx="4579709" cy="636287"/>
            <a:chOff x="2811691" y="2281883"/>
            <a:chExt cx="4579709" cy="636287"/>
          </a:xfrm>
        </p:grpSpPr>
        <p:pic>
          <p:nvPicPr>
            <p:cNvPr id="55" name="object 22">
              <a:extLst>
                <a:ext uri="{FF2B5EF4-FFF2-40B4-BE49-F238E27FC236}">
                  <a16:creationId xmlns:a16="http://schemas.microsoft.com/office/drawing/2014/main" id="{7C441AE6-669F-489C-6CA8-575B3418D532}"/>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EB93F986-1D5D-4B85-38B2-589E3EF0BE8C}"/>
                </a:ext>
              </a:extLst>
            </p:cNvPr>
            <p:cNvSpPr txBox="1"/>
            <p:nvPr/>
          </p:nvSpPr>
          <p:spPr>
            <a:xfrm>
              <a:off x="3489852" y="2281883"/>
              <a:ext cx="22371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Problem </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57" name="Group 56">
              <a:extLst>
                <a:ext uri="{FF2B5EF4-FFF2-40B4-BE49-F238E27FC236}">
                  <a16:creationId xmlns:a16="http://schemas.microsoft.com/office/drawing/2014/main" id="{82782396-1318-3797-A305-CA956384A3F3}"/>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A76EA8AC-FBE4-A906-6DD2-A62A137B55AA}"/>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305E174D-2C0E-5C48-ACC3-0161C36BF988}"/>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0936550C-5551-F20D-516B-4026E912ECB8}"/>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66080398-0508-3EEB-5FD4-19C7476A78B8}"/>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2" name="Group 61">
            <a:extLst>
              <a:ext uri="{FF2B5EF4-FFF2-40B4-BE49-F238E27FC236}">
                <a16:creationId xmlns:a16="http://schemas.microsoft.com/office/drawing/2014/main" id="{B7648D23-386E-773E-A17A-37C34272BAE7}"/>
              </a:ext>
            </a:extLst>
          </p:cNvPr>
          <p:cNvGrpSpPr/>
          <p:nvPr/>
        </p:nvGrpSpPr>
        <p:grpSpPr>
          <a:xfrm>
            <a:off x="7482414" y="1573917"/>
            <a:ext cx="4501665" cy="424565"/>
            <a:chOff x="2915135" y="6239199"/>
            <a:chExt cx="4501665" cy="424565"/>
          </a:xfrm>
        </p:grpSpPr>
        <p:pic>
          <p:nvPicPr>
            <p:cNvPr id="63" name="object 23">
              <a:extLst>
                <a:ext uri="{FF2B5EF4-FFF2-40B4-BE49-F238E27FC236}">
                  <a16:creationId xmlns:a16="http://schemas.microsoft.com/office/drawing/2014/main" id="{BCFE86E4-2D92-39FF-F2AD-A1D9974EE878}"/>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2B4844E5-96CE-0FD0-3809-592B5EC28501}"/>
                </a:ext>
              </a:extLst>
            </p:cNvPr>
            <p:cNvSpPr txBox="1"/>
            <p:nvPr/>
          </p:nvSpPr>
          <p:spPr>
            <a:xfrm>
              <a:off x="3498830" y="6239199"/>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a:ln>
                    <a:noFill/>
                  </a:ln>
                  <a:solidFill>
                    <a:srgbClr val="0E2A3F"/>
                  </a:solidFill>
                  <a:effectLst/>
                  <a:uLnTx/>
                  <a:uFillTx/>
                  <a:latin typeface="Roboto"/>
                  <a:ea typeface="+mn-ea"/>
                  <a:cs typeface="Roboto"/>
                </a:rPr>
                <a:t>Solution</a:t>
              </a:r>
              <a:endParaRPr kumimoji="0" sz="1600" b="0" i="0" u="none" strike="noStrike" kern="1200" cap="none" spc="0" normalizeH="0" baseline="0" noProof="0">
                <a:ln>
                  <a:noFill/>
                </a:ln>
                <a:solidFill>
                  <a:srgbClr val="0E2A3F"/>
                </a:solidFill>
                <a:effectLst/>
                <a:uLnTx/>
                <a:uFillTx/>
                <a:latin typeface="Roboto"/>
                <a:ea typeface="+mn-ea"/>
                <a:cs typeface="Roboto"/>
              </a:endParaRPr>
            </a:p>
          </p:txBody>
        </p:sp>
        <p:grpSp>
          <p:nvGrpSpPr>
            <p:cNvPr id="65" name="Group 64">
              <a:extLst>
                <a:ext uri="{FF2B5EF4-FFF2-40B4-BE49-F238E27FC236}">
                  <a16:creationId xmlns:a16="http://schemas.microsoft.com/office/drawing/2014/main" id="{DD53A769-EEF1-BF1C-F502-3A9935413C86}"/>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E3C68016-9401-4746-15CC-6C4AD113991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E8F660A5-D8A3-7B0F-47BD-6C8ABC2317D7}"/>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1A516EBD-0EF3-70D3-A667-E94277A0DB91}"/>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CA1E4271-9890-DB99-E13F-028F0993454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BE641147-B751-911C-DE6A-FE9F5C872C70}"/>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 name="Picture 1" descr="Suburban Rail Loop Authority - ISCouncil">
            <a:extLst>
              <a:ext uri="{FF2B5EF4-FFF2-40B4-BE49-F238E27FC236}">
                <a16:creationId xmlns:a16="http://schemas.microsoft.com/office/drawing/2014/main" id="{F81467A2-3726-D531-E47D-C636042797B5}"/>
              </a:ext>
            </a:extLst>
          </p:cNvPr>
          <p:cNvPicPr>
            <a:picLocks noChangeAspect="1"/>
          </p:cNvPicPr>
          <p:nvPr/>
        </p:nvPicPr>
        <p:blipFill>
          <a:blip r:embed="rId9"/>
          <a:stretch>
            <a:fillRect/>
          </a:stretch>
        </p:blipFill>
        <p:spPr>
          <a:xfrm>
            <a:off x="847464" y="5987405"/>
            <a:ext cx="1529953" cy="733943"/>
          </a:xfrm>
          <a:prstGeom prst="rect">
            <a:avLst/>
          </a:prstGeom>
        </p:spPr>
      </p:pic>
      <p:sp>
        <p:nvSpPr>
          <p:cNvPr id="4" name="object 31">
            <a:extLst>
              <a:ext uri="{FF2B5EF4-FFF2-40B4-BE49-F238E27FC236}">
                <a16:creationId xmlns:a16="http://schemas.microsoft.com/office/drawing/2014/main" id="{1762D708-DDFE-CFAB-4EBA-820BC48A4944}"/>
              </a:ext>
            </a:extLst>
          </p:cNvPr>
          <p:cNvSpPr txBox="1"/>
          <p:nvPr/>
        </p:nvSpPr>
        <p:spPr>
          <a:xfrm>
            <a:off x="8048114" y="1939295"/>
            <a:ext cx="4015194" cy="2572499"/>
          </a:xfrm>
          <a:prstGeom prst="rect">
            <a:avLst/>
          </a:prstGeom>
        </p:spPr>
        <p:txBody>
          <a:bodyPr vert="horz" wrap="square" lIns="0" tIns="1270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84200" hangingPunct="0">
              <a:spcAft>
                <a:spcPts val="600"/>
              </a:spcAft>
              <a:defRPr/>
            </a:pPr>
            <a:r>
              <a:rPr lang="en-AU" sz="900" dirty="0">
                <a:solidFill>
                  <a:srgbClr val="212B40"/>
                </a:solidFill>
                <a:latin typeface="Roboto"/>
                <a:ea typeface="Roboto"/>
                <a:cs typeface="Roboto"/>
                <a:sym typeface="Helvetica Neue Medium"/>
              </a:rPr>
              <a:t>To overcome limitations of the existing dashboard and to provide additional features and enhancements, intelia rebuilt the visual presentations of the 22 Power BI dashboards and modernised the look and feel aligning with the Design team’s specifications.</a:t>
            </a:r>
          </a:p>
          <a:p>
            <a:pPr defTabSz="584200" hangingPunct="0">
              <a:spcAft>
                <a:spcPts val="600"/>
              </a:spcAft>
              <a:defRPr/>
            </a:pPr>
            <a:r>
              <a:rPr lang="en-AU" sz="900" dirty="0">
                <a:solidFill>
                  <a:srgbClr val="212B40"/>
                </a:solidFill>
                <a:latin typeface="Roboto"/>
                <a:ea typeface="Roboto"/>
                <a:cs typeface="Roboto"/>
                <a:sym typeface="Helvetica Neue Medium"/>
              </a:rPr>
              <a:t>To optimise the reports’ usability, intelia collaborated with SRLA’s Power BI Lead to ensure the new data models were fit for BI reporting. intelia:</a:t>
            </a:r>
          </a:p>
          <a:p>
            <a:pPr marL="184150" indent="-171450">
              <a:spcBef>
                <a:spcPts val="100"/>
              </a:spcBef>
              <a:buClr>
                <a:srgbClr val="00AA7F"/>
              </a:buClr>
              <a:buFont typeface="Arial"/>
              <a:buChar char="•"/>
              <a:defRPr/>
            </a:pPr>
            <a:r>
              <a:rPr lang="en-AU" sz="900" dirty="0">
                <a:solidFill>
                  <a:srgbClr val="0E2A3F"/>
                </a:solidFill>
                <a:latin typeface="Roboto"/>
                <a:ea typeface="Roboto"/>
                <a:sym typeface="Helvetica Neue Medium"/>
              </a:rPr>
              <a:t>Enabled the ability to ‘time travel’ and apply historical data views for trend analysis,</a:t>
            </a:r>
          </a:p>
          <a:p>
            <a:pPr marL="184150" indent="-171450">
              <a:spcBef>
                <a:spcPts val="100"/>
              </a:spcBef>
              <a:buClr>
                <a:srgbClr val="00AA7F"/>
              </a:buClr>
              <a:buFont typeface="Arial"/>
              <a:buChar char="•"/>
              <a:defRPr/>
            </a:pPr>
            <a:r>
              <a:rPr lang="en-AU" sz="900" dirty="0">
                <a:solidFill>
                  <a:srgbClr val="0E2A3F"/>
                </a:solidFill>
                <a:latin typeface="Roboto"/>
                <a:ea typeface="Roboto"/>
                <a:sym typeface="Helvetica Neue Medium"/>
              </a:rPr>
              <a:t>Continuously improved data quality issues found on the new eDAR (Enterprise Data Analytics and Reporting) semantic data models (sourced through Databricks instead of legacy applications), to improve accuracy of the dashboards,</a:t>
            </a:r>
          </a:p>
          <a:p>
            <a:pPr marL="184150" indent="-171450">
              <a:spcBef>
                <a:spcPts val="100"/>
              </a:spcBef>
              <a:buClr>
                <a:srgbClr val="00AA7F"/>
              </a:buClr>
              <a:buFont typeface="Arial"/>
              <a:buChar char="•"/>
              <a:defRPr/>
            </a:pPr>
            <a:r>
              <a:rPr lang="en-AU" sz="900" dirty="0">
                <a:solidFill>
                  <a:srgbClr val="0E2A3F"/>
                </a:solidFill>
                <a:latin typeface="Roboto"/>
                <a:ea typeface="Roboto"/>
                <a:sym typeface="Helvetica Neue Medium"/>
              </a:rPr>
              <a:t>Maintained a log of data quality issues to be addressed at the source or managed through the data model design, and</a:t>
            </a:r>
          </a:p>
          <a:p>
            <a:pPr marL="184150" indent="-171450">
              <a:spcBef>
                <a:spcPts val="100"/>
              </a:spcBef>
              <a:buClr>
                <a:srgbClr val="00AA7F"/>
              </a:buClr>
              <a:buFont typeface="Arial"/>
              <a:buChar char="•"/>
              <a:defRPr/>
            </a:pPr>
            <a:r>
              <a:rPr lang="en-AU" sz="900" dirty="0">
                <a:solidFill>
                  <a:srgbClr val="0E2A3F"/>
                </a:solidFill>
                <a:latin typeface="Roboto"/>
                <a:ea typeface="Roboto"/>
                <a:sym typeface="Helvetica Neue Medium"/>
              </a:rPr>
              <a:t>Performed data validation and reconciliation tests to ensure data accuracy, completeness and overall integrity, during the dashboard development process.</a:t>
            </a:r>
          </a:p>
        </p:txBody>
      </p:sp>
      <p:sp>
        <p:nvSpPr>
          <p:cNvPr id="6" name="object 31">
            <a:extLst>
              <a:ext uri="{FF2B5EF4-FFF2-40B4-BE49-F238E27FC236}">
                <a16:creationId xmlns:a16="http://schemas.microsoft.com/office/drawing/2014/main" id="{54188DC0-D0FE-EA63-1873-8482ADFFEAF5}"/>
              </a:ext>
            </a:extLst>
          </p:cNvPr>
          <p:cNvSpPr txBox="1"/>
          <p:nvPr/>
        </p:nvSpPr>
        <p:spPr>
          <a:xfrm>
            <a:off x="3266507" y="3907790"/>
            <a:ext cx="4094373" cy="1690206"/>
          </a:xfrm>
          <a:prstGeom prst="rect">
            <a:avLst/>
          </a:prstGeom>
        </p:spPr>
        <p:txBody>
          <a:bodyPr vert="horz" wrap="square" lIns="0" tIns="12700" rIns="0" bIns="0" rtlCol="0" anchor="t">
            <a:spAutoFit/>
          </a:bodyPr>
          <a:lstStyle/>
          <a:p>
            <a:pPr marL="0" marR="0" lvl="0" indent="0" algn="l" defTabSz="584200" rtl="0" eaLnBrk="1" fontAlgn="auto" latinLnBrk="0" hangingPunct="1">
              <a:lnSpc>
                <a:spcPct val="100000"/>
              </a:lnSpc>
              <a:spcBef>
                <a:spcPts val="0"/>
              </a:spcBef>
              <a:spcAft>
                <a:spcPts val="600"/>
              </a:spcAft>
              <a:buClrTx/>
              <a:buSzTx/>
              <a:buFontTx/>
              <a:buNone/>
              <a:tabLst/>
              <a:defRPr/>
            </a:pPr>
            <a:r>
              <a:rPr lang="en-US" sz="900">
                <a:solidFill>
                  <a:srgbClr val="212B40"/>
                </a:solidFill>
                <a:latin typeface="Roboto"/>
                <a:ea typeface="Roboto"/>
                <a:cs typeface="Roboto"/>
              </a:rPr>
              <a:t>intelia was engaged to provide Data / Business Intelligence (BI) engineering expertise over 12 weeks to deliver 22 Power BI dashboards (including paginated reports),</a:t>
            </a:r>
            <a:r>
              <a:rPr lang="en-AU" sz="900">
                <a:solidFill>
                  <a:srgbClr val="212B40"/>
                </a:solidFill>
                <a:latin typeface="Roboto"/>
                <a:ea typeface="Roboto"/>
                <a:cs typeface="Roboto"/>
              </a:rPr>
              <a:t> ranging from simple and medium to complex reporting with drill-down features.</a:t>
            </a:r>
            <a:endParaRPr kumimoji="0" lang="en-US" sz="900" b="0" i="0" u="none" strike="noStrike" kern="1200" cap="none" spc="0" normalizeH="0" baseline="0" noProof="0">
              <a:ln>
                <a:noFill/>
              </a:ln>
              <a:solidFill>
                <a:srgbClr val="212B40"/>
              </a:solidFill>
              <a:effectLst/>
              <a:uLnTx/>
              <a:uFillTx/>
              <a:latin typeface="Roboto"/>
              <a:ea typeface="Roboto"/>
              <a:cs typeface="Roboto"/>
            </a:endParaRPr>
          </a:p>
          <a:p>
            <a:pPr marL="0" marR="0" lvl="0" indent="0" algn="l" defTabSz="584200" rtl="0" eaLnBrk="1" fontAlgn="auto" latinLnBrk="0" hangingPunct="1">
              <a:lnSpc>
                <a:spcPct val="100000"/>
              </a:lnSpc>
              <a:spcBef>
                <a:spcPts val="0"/>
              </a:spcBef>
              <a:spcAft>
                <a:spcPts val="600"/>
              </a:spcAft>
              <a:buClrTx/>
              <a:buSzTx/>
              <a:buFontTx/>
              <a:buNone/>
              <a:tabLst/>
              <a:defRPr/>
            </a:pPr>
            <a:r>
              <a:rPr lang="en-US" sz="900">
                <a:solidFill>
                  <a:srgbClr val="212B40"/>
                </a:solidFill>
                <a:latin typeface="Roboto"/>
                <a:ea typeface="Roboto"/>
                <a:cs typeface="Roboto"/>
              </a:rPr>
              <a:t>The engagement specifically required the uplift and refactoring of existing Risk, Cost, Schedule and CEO monthly dashboards to enable trend analysis, capture additional data on the reports and address data quality issues.</a:t>
            </a:r>
            <a:endParaRPr kumimoji="0" lang="en-US" sz="900" b="0" i="0" u="none" strike="noStrike" kern="1200" cap="none" spc="0" normalizeH="0" baseline="0" noProof="0">
              <a:ln>
                <a:noFill/>
              </a:ln>
              <a:solidFill>
                <a:srgbClr val="212B40"/>
              </a:solidFill>
              <a:effectLst/>
              <a:uLnTx/>
              <a:uFillTx/>
              <a:latin typeface="Roboto"/>
              <a:ea typeface="Roboto"/>
              <a:cs typeface="Roboto"/>
            </a:endParaRPr>
          </a:p>
          <a:p>
            <a:pPr marL="0" marR="0" lvl="0" indent="0" algn="l" defTabSz="584200" rtl="0" eaLnBrk="1" fontAlgn="auto" latinLnBrk="0" hangingPunct="1">
              <a:lnSpc>
                <a:spcPct val="100000"/>
              </a:lnSpc>
              <a:spcBef>
                <a:spcPts val="0"/>
              </a:spcBef>
              <a:spcAft>
                <a:spcPts val="600"/>
              </a:spcAft>
              <a:buClrTx/>
              <a:buSzTx/>
              <a:buFontTx/>
              <a:buNone/>
              <a:tabLst/>
              <a:defRPr/>
            </a:pPr>
            <a:r>
              <a:rPr lang="en-US" sz="900">
                <a:solidFill>
                  <a:srgbClr val="212B40"/>
                </a:solidFill>
                <a:latin typeface="Roboto"/>
                <a:ea typeface="Roboto"/>
                <a:cs typeface="Roboto"/>
              </a:rPr>
              <a:t>Working closely with SRLA’s Power BI Lead and key business report-consumers, intelia built and tested the reports adopting an iterative process and collaborative approach </a:t>
            </a:r>
            <a:r>
              <a:rPr lang="en-AU" sz="900">
                <a:solidFill>
                  <a:srgbClr val="212B40"/>
                </a:solidFill>
                <a:latin typeface="Roboto"/>
                <a:ea typeface="Roboto"/>
                <a:cs typeface="Roboto"/>
              </a:rPr>
              <a:t>to enhance the usability and informativeness of the insights presented.</a:t>
            </a:r>
            <a:endParaRPr kumimoji="0" lang="en-AU" sz="900" b="0" i="0" u="none" strike="noStrike" kern="1200" cap="none" spc="0" normalizeH="0" baseline="0" noProof="0">
              <a:ln>
                <a:noFill/>
              </a:ln>
              <a:solidFill>
                <a:srgbClr val="212B40"/>
              </a:solidFill>
              <a:effectLst/>
              <a:uLnTx/>
              <a:uFillTx/>
              <a:latin typeface="Roboto"/>
              <a:ea typeface="Roboto"/>
              <a:cs typeface="Roboto"/>
            </a:endParaRPr>
          </a:p>
        </p:txBody>
      </p:sp>
      <p:sp>
        <p:nvSpPr>
          <p:cNvPr id="10" name="TextBox 9">
            <a:extLst>
              <a:ext uri="{FF2B5EF4-FFF2-40B4-BE49-F238E27FC236}">
                <a16:creationId xmlns:a16="http://schemas.microsoft.com/office/drawing/2014/main" id="{709D685C-B28C-4926-FECE-FA69ABAD157E}"/>
              </a:ext>
            </a:extLst>
          </p:cNvPr>
          <p:cNvSpPr txBox="1"/>
          <p:nvPr/>
        </p:nvSpPr>
        <p:spPr>
          <a:xfrm>
            <a:off x="3038560" y="5973422"/>
            <a:ext cx="4513961" cy="761747"/>
          </a:xfrm>
          <a:prstGeom prst="rect">
            <a:avLst/>
          </a:prstGeom>
          <a:noFill/>
          <a:ln w="9525">
            <a:noFill/>
          </a:ln>
        </p:spPr>
        <p:txBody>
          <a:bodyPr wrap="square" rtlCol="0">
            <a:spAutoFit/>
          </a:bodyPr>
          <a:lstStyle/>
          <a:p>
            <a:pPr algn="ctr">
              <a:spcAft>
                <a:spcPts val="600"/>
              </a:spcAft>
            </a:pPr>
            <a:r>
              <a:rPr lang="en-AU" sz="950">
                <a:latin typeface="Roboto" panose="02000000000000000000" pitchFamily="2" charset="0"/>
                <a:ea typeface="Roboto" panose="02000000000000000000" pitchFamily="2" charset="0"/>
                <a:cs typeface="Roboto" panose="02000000000000000000" pitchFamily="2" charset="0"/>
              </a:rPr>
              <a:t>I am very happy with the level of work that we got from intelia. Their work ethic and desire to ensure that we got the right business outcomes was tremendous and I would definitely have intelia back when we have the need in the future.</a:t>
            </a:r>
          </a:p>
          <a:p>
            <a:pPr algn="ctr"/>
            <a:r>
              <a:rPr lang="en-AU" sz="950">
                <a:solidFill>
                  <a:schemeClr val="tx1"/>
                </a:solidFill>
                <a:latin typeface="Roboto" panose="02000000000000000000" pitchFamily="2" charset="0"/>
                <a:ea typeface="Roboto" panose="02000000000000000000" pitchFamily="2" charset="0"/>
                <a:cs typeface="Roboto" panose="02000000000000000000" pitchFamily="2" charset="0"/>
              </a:rPr>
              <a:t>- </a:t>
            </a:r>
            <a:r>
              <a:rPr lang="en-AU" sz="1000">
                <a:solidFill>
                  <a:schemeClr val="tx1"/>
                </a:solidFill>
                <a:latin typeface="Roboto" panose="02000000000000000000" pitchFamily="2" charset="0"/>
                <a:ea typeface="Roboto" panose="02000000000000000000" pitchFamily="2" charset="0"/>
                <a:cs typeface="Roboto" panose="02000000000000000000" pitchFamily="2" charset="0"/>
              </a:rPr>
              <a:t>Head of Data and Analytics</a:t>
            </a:r>
            <a:endParaRPr lang="en-AU" sz="950">
              <a:solidFill>
                <a:schemeClr val="tx1"/>
              </a:solidFill>
              <a:latin typeface="Roboto Light" panose="02000000000000000000" pitchFamily="2" charset="0"/>
              <a:ea typeface="Roboto Light" panose="02000000000000000000" pitchFamily="2" charset="0"/>
            </a:endParaRPr>
          </a:p>
        </p:txBody>
      </p:sp>
      <p:sp>
        <p:nvSpPr>
          <p:cNvPr id="7" name="Rectangle 6">
            <a:extLst>
              <a:ext uri="{FF2B5EF4-FFF2-40B4-BE49-F238E27FC236}">
                <a16:creationId xmlns:a16="http://schemas.microsoft.com/office/drawing/2014/main" id="{E711BE27-5883-E69E-8813-488CC030E289}"/>
              </a:ext>
            </a:extLst>
          </p:cNvPr>
          <p:cNvSpPr/>
          <p:nvPr/>
        </p:nvSpPr>
        <p:spPr>
          <a:xfrm>
            <a:off x="2904192" y="5869706"/>
            <a:ext cx="4753450" cy="941677"/>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8" name="Group 7">
            <a:extLst>
              <a:ext uri="{FF2B5EF4-FFF2-40B4-BE49-F238E27FC236}">
                <a16:creationId xmlns:a16="http://schemas.microsoft.com/office/drawing/2014/main" id="{A98903F0-0F32-6944-21F9-9F810D44995C}"/>
              </a:ext>
            </a:extLst>
          </p:cNvPr>
          <p:cNvGrpSpPr/>
          <p:nvPr/>
        </p:nvGrpSpPr>
        <p:grpSpPr>
          <a:xfrm>
            <a:off x="2941997" y="5751951"/>
            <a:ext cx="463632" cy="226581"/>
            <a:chOff x="3134602" y="5997010"/>
            <a:chExt cx="463632" cy="226581"/>
          </a:xfrm>
        </p:grpSpPr>
        <p:sp>
          <p:nvSpPr>
            <p:cNvPr id="9" name="Rectangle 8">
              <a:extLst>
                <a:ext uri="{FF2B5EF4-FFF2-40B4-BE49-F238E27FC236}">
                  <a16:creationId xmlns:a16="http://schemas.microsoft.com/office/drawing/2014/main" id="{E41304E2-018C-0A0A-760A-978A0E8743E7}"/>
                </a:ext>
              </a:extLst>
            </p:cNvPr>
            <p:cNvSpPr/>
            <p:nvPr/>
          </p:nvSpPr>
          <p:spPr>
            <a:xfrm>
              <a:off x="3134602" y="6010677"/>
              <a:ext cx="463632" cy="199246"/>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bject 25">
              <a:extLst>
                <a:ext uri="{FF2B5EF4-FFF2-40B4-BE49-F238E27FC236}">
                  <a16:creationId xmlns:a16="http://schemas.microsoft.com/office/drawing/2014/main" id="{BCB3053E-F4CB-5535-B25A-ADF9E1656431}"/>
                </a:ext>
              </a:extLst>
            </p:cNvPr>
            <p:cNvSpPr/>
            <p:nvPr/>
          </p:nvSpPr>
          <p:spPr>
            <a:xfrm>
              <a:off x="3206356" y="5997010"/>
              <a:ext cx="320124" cy="226581"/>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TextBox 11">
            <a:extLst>
              <a:ext uri="{FF2B5EF4-FFF2-40B4-BE49-F238E27FC236}">
                <a16:creationId xmlns:a16="http://schemas.microsoft.com/office/drawing/2014/main" id="{1086A49F-1C74-2586-CF1A-900AD91448E1}"/>
              </a:ext>
            </a:extLst>
          </p:cNvPr>
          <p:cNvSpPr txBox="1"/>
          <p:nvPr/>
        </p:nvSpPr>
        <p:spPr>
          <a:xfrm>
            <a:off x="7769310" y="6499764"/>
            <a:ext cx="4624370" cy="329321"/>
          </a:xfrm>
          <a:prstGeom prst="rect">
            <a:avLst/>
          </a:prstGeom>
          <a:noFill/>
        </p:spPr>
        <p:txBody>
          <a:bodyPr wrap="square" rtlCol="0">
            <a:spAutoFit/>
          </a:bodyPr>
          <a:lstStyle/>
          <a:p>
            <a:r>
              <a:rPr lang="en-US" sz="750">
                <a:solidFill>
                  <a:schemeClr val="tx1"/>
                </a:solidFill>
                <a:latin typeface="Roboto Light" panose="02000000000000000000" pitchFamily="2" charset="0"/>
                <a:ea typeface="Roboto Light" panose="02000000000000000000" pitchFamily="2" charset="0"/>
              </a:rPr>
              <a:t>With offices in Melbourne and Sydney, intelia is a technology consultancy specialising in all things data (strategy, architecture, governance, analytics, modern cloud data platforms and intelligent automation)</a:t>
            </a:r>
            <a:endParaRPr lang="en-AU" sz="750">
              <a:solidFill>
                <a:schemeClr val="tx1"/>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8795806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3442FE-AD8D-4094-8102-D2A44B70EA08}">
  <ds:schemaRefs>
    <ds:schemaRef ds:uri="http://schemas.microsoft.com/office/2006/metadata/properties"/>
    <ds:schemaRef ds:uri="http://purl.org/dc/elements/1.1/"/>
    <ds:schemaRef ds:uri="906d9bb4-c53b-48ce-ad74-2ebc50fbcd89"/>
    <ds:schemaRef ds:uri="http://schemas.microsoft.com/office/2006/documentManagement/types"/>
    <ds:schemaRef ds:uri="b134bf45-6637-4d46-9e0b-ea5dfe480f7b"/>
    <ds:schemaRef ds:uri="http://purl.org/dc/dcmitype/"/>
    <ds:schemaRef ds:uri="http://www.w3.org/XML/1998/namespace"/>
    <ds:schemaRef ds:uri="http://schemas.microsoft.com/office/infopath/2007/PartnerControls"/>
    <ds:schemaRef ds:uri="http://purl.org/dc/terms/"/>
    <ds:schemaRef ds:uri="http://schemas.openxmlformats.org/package/2006/metadata/core-properties"/>
  </ds:schemaRefs>
</ds:datastoreItem>
</file>

<file path=customXml/itemProps2.xml><?xml version="1.0" encoding="utf-8"?>
<ds:datastoreItem xmlns:ds="http://schemas.openxmlformats.org/officeDocument/2006/customXml" ds:itemID="{4935AB53-550C-4B0E-A59B-4E4C52480936}">
  <ds:schemaRefs>
    <ds:schemaRef ds:uri="http://schemas.microsoft.com/sharepoint/v3/contenttype/forms"/>
  </ds:schemaRefs>
</ds:datastoreItem>
</file>

<file path=customXml/itemProps3.xml><?xml version="1.0" encoding="utf-8"?>
<ds:datastoreItem xmlns:ds="http://schemas.openxmlformats.org/officeDocument/2006/customXml" ds:itemID="{D5593676-7B5D-412A-98A0-FD02FA9B4242}">
  <ds:schemaRefs>
    <ds:schemaRef ds:uri="906d9bb4-c53b-48ce-ad74-2ebc50fbcd89"/>
    <ds:schemaRef ds:uri="b134bf45-6637-4d46-9e0b-ea5dfe480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638</Words>
  <Application>Microsoft Macintosh PowerPoint</Application>
  <PresentationFormat>Widescreen</PresentationFormat>
  <Paragraphs>33</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Helvetica Neue Medium</vt:lpstr>
      <vt:lpstr>Lato Light</vt:lpstr>
      <vt:lpstr>Roboto</vt:lpstr>
      <vt:lpstr>Roboto Light</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Direnc Uysal</cp:lastModifiedBy>
  <cp:revision>1</cp:revision>
  <dcterms:created xsi:type="dcterms:W3CDTF">2023-09-17T23:19:06Z</dcterms:created>
  <dcterms:modified xsi:type="dcterms:W3CDTF">2025-07-09T00:39:05Z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